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07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451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232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2026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854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5364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199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49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765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498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727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1596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939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9391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6205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075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01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0DD28A1-12CE-4F38-98CC-50DC9DFF69CD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3E27465-29E0-43E4-9633-1E736E5D5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0867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12F9CB-A1A0-4043-A103-F6A4B94B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15">
            <a:extLst>
              <a:ext uri="{FF2B5EF4-FFF2-40B4-BE49-F238E27FC236}">
                <a16:creationId xmlns:a16="http://schemas.microsoft.com/office/drawing/2014/main" id="{ADBE6588-EE16-4389-857C-86A156D49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7">
            <a:extLst>
              <a:ext uri="{FF2B5EF4-FFF2-40B4-BE49-F238E27FC236}">
                <a16:creationId xmlns:a16="http://schemas.microsoft.com/office/drawing/2014/main" id="{17FD48D2-B0A7-413D-B947-AA55AC12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BE668D0-D906-4EEE-B32F-8C028624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DE67A3-B8F6-4CFD-A8E0-D15200F23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91E317B-75E3-4171-A07A-B263C1D6D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D5A451-796D-1A08-91E3-FD013B56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8617"/>
            <a:ext cx="3971902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>
                <a:solidFill>
                  <a:srgbClr val="FFFFFF"/>
                </a:solidFill>
              </a:rPr>
              <a:t>Séries</a:t>
            </a:r>
            <a:r>
              <a:rPr lang="en-US" sz="4800" dirty="0">
                <a:solidFill>
                  <a:srgbClr val="FFFFFF"/>
                </a:solidFill>
              </a:rPr>
              <a:t> </a:t>
            </a:r>
            <a:r>
              <a:rPr lang="en-US" sz="4800" dirty="0" err="1">
                <a:solidFill>
                  <a:srgbClr val="FFFFFF"/>
                </a:solidFill>
              </a:rPr>
              <a:t>estatisticas</a:t>
            </a:r>
            <a:endParaRPr lang="en-US" sz="4800" dirty="0">
              <a:solidFill>
                <a:srgbClr val="FFFFFF"/>
              </a:solidFill>
            </a:endParaRPr>
          </a:p>
        </p:txBody>
      </p:sp>
      <p:sp useBgFill="1">
        <p:nvSpPr>
          <p:cNvPr id="26" name="Snip Diagonal Corner Rectangle 6">
            <a:extLst>
              <a:ext uri="{FF2B5EF4-FFF2-40B4-BE49-F238E27FC236}">
                <a16:creationId xmlns:a16="http://schemas.microsoft.com/office/drawing/2014/main" id="{4A9B19C2-B29A-4924-9E7E-6FBF17F58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6418778" cy="5286838"/>
          </a:xfrm>
          <a:prstGeom prst="snip2DiagRect">
            <a:avLst>
              <a:gd name="adj1" fmla="val 10973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Espaço Reservado para Conteúdo 8" descr="Configuração do espaço de trabalho pastel">
            <a:extLst>
              <a:ext uri="{FF2B5EF4-FFF2-40B4-BE49-F238E27FC236}">
                <a16:creationId xmlns:a16="http://schemas.microsoft.com/office/drawing/2014/main" id="{E07598F0-0880-9143-4EEF-5312D0BED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7" y="1431431"/>
            <a:ext cx="5450437" cy="3665419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34C85634-D5F5-4047-8F35-F4B1F50AB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224BF71-948F-411D-AA79-8B2315715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34B4526-E715-4199-A597-CD757CB4A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5E295A6-48D5-4F9E-A32C-5D87EAA5E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10BF5B3-9260-4D36-BB24-07BC414B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AE0C886-FA2E-4E7C-BC00-8397AAEC86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26B169E-BAB5-D524-4AC8-A9DC0C849A3C}"/>
              </a:ext>
            </a:extLst>
          </p:cNvPr>
          <p:cNvSpPr txBox="1"/>
          <p:nvPr/>
        </p:nvSpPr>
        <p:spPr>
          <a:xfrm>
            <a:off x="7736111" y="5388330"/>
            <a:ext cx="4323620" cy="830997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>
              <a:spcBef>
                <a:spcPct val="0"/>
              </a:spcBef>
              <a:buNone/>
              <a:defRPr sz="4800" cap="all">
                <a:ln w="3175" cmpd="sng"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pt-BR" sz="1600" dirty="0"/>
              <a:t>Prof. Prentys Assis</a:t>
            </a:r>
          </a:p>
        </p:txBody>
      </p:sp>
    </p:spTree>
    <p:extLst>
      <p:ext uri="{BB962C8B-B14F-4D97-AF65-F5344CB8AC3E}">
        <p14:creationId xmlns:p14="http://schemas.microsoft.com/office/powerpoint/2010/main" val="2410513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B2FC9-847A-C07D-F327-E19B61879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A71216-3587-E17F-990E-560DC92480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3B852BEF-0704-8F22-3659-437DB5813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" y="2999"/>
            <a:ext cx="12186276" cy="685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58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325EE4-D251-936B-329E-897A638D4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6" descr="Tabela&#10;&#10;O conteúdo gerado por IA pode estar incorreto.">
            <a:extLst>
              <a:ext uri="{FF2B5EF4-FFF2-40B4-BE49-F238E27FC236}">
                <a16:creationId xmlns:a16="http://schemas.microsoft.com/office/drawing/2014/main" id="{1D9D4B99-3B84-16A6-5461-08D714BFD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01895" cy="6858000"/>
          </a:xfrm>
        </p:spPr>
      </p:pic>
    </p:spTree>
    <p:extLst>
      <p:ext uri="{BB962C8B-B14F-4D97-AF65-F5344CB8AC3E}">
        <p14:creationId xmlns:p14="http://schemas.microsoft.com/office/powerpoint/2010/main" val="2819729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D9E4D2F-489B-AF25-8D8F-200DEB37F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" y="2999"/>
            <a:ext cx="12186276" cy="685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100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9389FC2-06FF-17A1-339E-9E82F5A57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" y="2999"/>
            <a:ext cx="12186276" cy="685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07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74FCC42-0ECD-6B96-F2D1-129CF4497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" y="9349"/>
            <a:ext cx="12186276" cy="683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4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B843102-23DD-CB57-FD3F-64E039178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" y="2999"/>
            <a:ext cx="12186276" cy="685200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10D2B11-389A-E660-7407-84B3D3E573FF}"/>
              </a:ext>
            </a:extLst>
          </p:cNvPr>
          <p:cNvSpPr/>
          <p:nvPr/>
        </p:nvSpPr>
        <p:spPr>
          <a:xfrm>
            <a:off x="2351314" y="3429000"/>
            <a:ext cx="7663543" cy="3156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9471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54A3A49-027F-1845-2DF2-EABB2610F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" y="2999"/>
            <a:ext cx="12186276" cy="685200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4D76234-DE85-CC0E-180B-9B293D3C726D}"/>
              </a:ext>
            </a:extLst>
          </p:cNvPr>
          <p:cNvSpPr/>
          <p:nvPr/>
        </p:nvSpPr>
        <p:spPr>
          <a:xfrm>
            <a:off x="2122714" y="1578428"/>
            <a:ext cx="7663543" cy="3156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047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77113-E272-ACD6-E963-BF58324B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F6DC04F-02FC-2047-44C1-62406AA1B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" y="2999"/>
            <a:ext cx="12186276" cy="685200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CD6BF48-E11E-04CF-CB25-97F3021F94A0}"/>
              </a:ext>
            </a:extLst>
          </p:cNvPr>
          <p:cNvSpPr/>
          <p:nvPr/>
        </p:nvSpPr>
        <p:spPr>
          <a:xfrm>
            <a:off x="1545336" y="2148840"/>
            <a:ext cx="818388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Bora fazer uma no caderno de vocês!</a:t>
            </a:r>
          </a:p>
          <a:p>
            <a:endParaRPr lang="pt-BR" sz="280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8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Comecem com 5 Colunas, por.... quantas linhas?</a:t>
            </a:r>
          </a:p>
          <a:p>
            <a:pPr algn="ctr"/>
            <a:endParaRPr lang="pt-BR" sz="28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2103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</TotalTime>
  <Words>24</Words>
  <Application>Microsoft Office PowerPoint</Application>
  <PresentationFormat>Widescreen</PresentationFormat>
  <Paragraphs>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Fatia</vt:lpstr>
      <vt:lpstr>Séries estatisticas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Prentys Assis</dc:creator>
  <cp:lastModifiedBy>Prentys Assis</cp:lastModifiedBy>
  <cp:revision>3</cp:revision>
  <dcterms:created xsi:type="dcterms:W3CDTF">2025-03-18T17:23:10Z</dcterms:created>
  <dcterms:modified xsi:type="dcterms:W3CDTF">2025-03-25T11:38:27Z</dcterms:modified>
</cp:coreProperties>
</file>