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57" r:id="rId4"/>
    <p:sldId id="265" r:id="rId5"/>
    <p:sldId id="264" r:id="rId6"/>
    <p:sldId id="267" r:id="rId7"/>
    <p:sldId id="269" r:id="rId8"/>
    <p:sldId id="268" r:id="rId9"/>
    <p:sldId id="270" r:id="rId10"/>
    <p:sldId id="273" r:id="rId11"/>
    <p:sldId id="256" r:id="rId12"/>
    <p:sldId id="274" r:id="rId13"/>
    <p:sldId id="275" r:id="rId14"/>
    <p:sldId id="276" r:id="rId15"/>
    <p:sldId id="282" r:id="rId16"/>
    <p:sldId id="277" r:id="rId17"/>
    <p:sldId id="280" r:id="rId18"/>
    <p:sldId id="283" r:id="rId19"/>
    <p:sldId id="284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A4C4F-560D-492C-9FDF-4525C510F970}" v="600" dt="2025-03-17T20:19:07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ntys Assis" userId="9e9e1f5991e00f07" providerId="LiveId" clId="{A6BA4C4F-560D-492C-9FDF-4525C510F970}"/>
    <pc:docChg chg="undo redo custSel addSld delSld modSld sldOrd">
      <pc:chgData name="Prentys Assis" userId="9e9e1f5991e00f07" providerId="LiveId" clId="{A6BA4C4F-560D-492C-9FDF-4525C510F970}" dt="2025-03-23T16:06:26.172" v="6113" actId="404"/>
      <pc:docMkLst>
        <pc:docMk/>
      </pc:docMkLst>
      <pc:sldChg chg="addSp modSp add del mod ord">
        <pc:chgData name="Prentys Assis" userId="9e9e1f5991e00f07" providerId="LiveId" clId="{A6BA4C4F-560D-492C-9FDF-4525C510F970}" dt="2025-03-17T19:30:51.672" v="5688" actId="47"/>
        <pc:sldMkLst>
          <pc:docMk/>
          <pc:sldMk cId="766582235" sldId="256"/>
        </pc:sldMkLst>
        <pc:picChg chg="add mod ord">
          <ac:chgData name="Prentys Assis" userId="9e9e1f5991e00f07" providerId="LiveId" clId="{A6BA4C4F-560D-492C-9FDF-4525C510F970}" dt="2025-03-09T19:47:15.650" v="5481" actId="167"/>
          <ac:picMkLst>
            <pc:docMk/>
            <pc:sldMk cId="766582235" sldId="256"/>
            <ac:picMk id="1153" creationId="{7D967BCA-C081-D3ED-8B1E-F68D6D61FE10}"/>
          </ac:picMkLst>
        </pc:picChg>
      </pc:sldChg>
      <pc:sldChg chg="addSp delSp modSp del mod ord setBg">
        <pc:chgData name="Prentys Assis" userId="9e9e1f5991e00f07" providerId="LiveId" clId="{A6BA4C4F-560D-492C-9FDF-4525C510F970}" dt="2025-03-09T17:52:06.454" v="1058" actId="47"/>
        <pc:sldMkLst>
          <pc:docMk/>
          <pc:sldMk cId="91220034" sldId="259"/>
        </pc:sldMkLst>
      </pc:sldChg>
      <pc:sldChg chg="addSp delSp modSp del mod setBg">
        <pc:chgData name="Prentys Assis" userId="9e9e1f5991e00f07" providerId="LiveId" clId="{A6BA4C4F-560D-492C-9FDF-4525C510F970}" dt="2025-03-09T17:05:35.697" v="4" actId="47"/>
        <pc:sldMkLst>
          <pc:docMk/>
          <pc:sldMk cId="1537777640" sldId="261"/>
        </pc:sldMkLst>
      </pc:sldChg>
      <pc:sldChg chg="addSp delSp modSp mod">
        <pc:chgData name="Prentys Assis" userId="9e9e1f5991e00f07" providerId="LiveId" clId="{A6BA4C4F-560D-492C-9FDF-4525C510F970}" dt="2025-03-09T17:05:52.435" v="9" actId="26606"/>
        <pc:sldMkLst>
          <pc:docMk/>
          <pc:sldMk cId="1382557712" sldId="263"/>
        </pc:sldMkLst>
        <pc:spChg chg="mo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32" creationId="{E12AACC1-9641-ADFD-0E48-CCFAC624EE65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46" creationId="{1B15ED52-F352-441B-82BF-E0EA34836D08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48" creationId="{3B2E3793-BFE6-45A2-9B7B-E18844431C99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0" creationId="{BC4C4868-CB8F-4AF9-9CDB-8108F2C19B67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2" creationId="{375E0459-6403-40CD-989D-56A4407CA12E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4" creationId="{53E5B1A8-3AC9-4BD1-9BBC-78CA94F2D1BA}"/>
          </ac:spMkLst>
        </pc:spChg>
      </pc:sldChg>
      <pc:sldChg chg="delSp add del setBg delDesignElem">
        <pc:chgData name="Prentys Assis" userId="9e9e1f5991e00f07" providerId="LiveId" clId="{A6BA4C4F-560D-492C-9FDF-4525C510F970}" dt="2025-03-09T17:05:40.531" v="7" actId="47"/>
        <pc:sldMkLst>
          <pc:docMk/>
          <pc:sldMk cId="1781337950" sldId="264"/>
        </pc:sldMkLst>
      </pc:sldChg>
      <pc:sldChg chg="addSp delSp modSp add mod modAnim">
        <pc:chgData name="Prentys Assis" userId="9e9e1f5991e00f07" providerId="LiveId" clId="{A6BA4C4F-560D-492C-9FDF-4525C510F970}" dt="2025-03-09T18:03:44.250" v="1555" actId="20577"/>
        <pc:sldMkLst>
          <pc:docMk/>
          <pc:sldMk cId="3910075088" sldId="264"/>
        </pc:sldMkLst>
        <pc:spChg chg="mod">
          <ac:chgData name="Prentys Assis" userId="9e9e1f5991e00f07" providerId="LiveId" clId="{A6BA4C4F-560D-492C-9FDF-4525C510F970}" dt="2025-03-09T17:41:25.258" v="432" actId="27636"/>
          <ac:spMkLst>
            <pc:docMk/>
            <pc:sldMk cId="3910075088" sldId="264"/>
            <ac:spMk id="2" creationId="{C9D2FAA1-8AFE-660C-1D55-EAAE7A52311C}"/>
          </ac:spMkLst>
        </pc:spChg>
        <pc:spChg chg="add mod">
          <ac:chgData name="Prentys Assis" userId="9e9e1f5991e00f07" providerId="LiveId" clId="{A6BA4C4F-560D-492C-9FDF-4525C510F970}" dt="2025-03-09T17:42:08.822" v="484"/>
          <ac:spMkLst>
            <pc:docMk/>
            <pc:sldMk cId="3910075088" sldId="264"/>
            <ac:spMk id="7" creationId="{DF64CFD6-0D7A-F8D2-32C9-3754C8657AA2}"/>
          </ac:spMkLst>
        </pc:spChg>
        <pc:spChg chg="add mod">
          <ac:chgData name="Prentys Assis" userId="9e9e1f5991e00f07" providerId="LiveId" clId="{A6BA4C4F-560D-492C-9FDF-4525C510F970}" dt="2025-03-09T18:01:29.309" v="1491" actId="1076"/>
          <ac:spMkLst>
            <pc:docMk/>
            <pc:sldMk cId="3910075088" sldId="264"/>
            <ac:spMk id="9" creationId="{FCC1335B-6407-FC6C-90E8-6B3BC63770D7}"/>
          </ac:spMkLst>
        </pc:spChg>
        <pc:spChg chg="add mod">
          <ac:chgData name="Prentys Assis" userId="9e9e1f5991e00f07" providerId="LiveId" clId="{A6BA4C4F-560D-492C-9FDF-4525C510F970}" dt="2025-03-09T18:03:44.250" v="1555" actId="20577"/>
          <ac:spMkLst>
            <pc:docMk/>
            <pc:sldMk cId="3910075088" sldId="264"/>
            <ac:spMk id="11" creationId="{4FCBFD72-D78B-BB0E-7571-4C33899E4C44}"/>
          </ac:spMkLst>
        </pc:spChg>
        <pc:spChg chg="add mod">
          <ac:chgData name="Prentys Assis" userId="9e9e1f5991e00f07" providerId="LiveId" clId="{A6BA4C4F-560D-492C-9FDF-4525C510F970}" dt="2025-03-09T18:03:36.742" v="1546" actId="20577"/>
          <ac:spMkLst>
            <pc:docMk/>
            <pc:sldMk cId="3910075088" sldId="264"/>
            <ac:spMk id="13" creationId="{A7A4B7C1-0E3C-A57C-EEA7-923DB8563074}"/>
          </ac:spMkLst>
        </pc:spChg>
        <pc:spChg chg="add mod">
          <ac:chgData name="Prentys Assis" userId="9e9e1f5991e00f07" providerId="LiveId" clId="{A6BA4C4F-560D-492C-9FDF-4525C510F970}" dt="2025-03-09T18:01:22.832" v="1490" actId="1076"/>
          <ac:spMkLst>
            <pc:docMk/>
            <pc:sldMk cId="3910075088" sldId="264"/>
            <ac:spMk id="15" creationId="{6DD66BAF-EB6D-8AA0-400D-CF79407ED874}"/>
          </ac:spMkLst>
        </pc:spChg>
        <pc:spChg chg="add mod">
          <ac:chgData name="Prentys Assis" userId="9e9e1f5991e00f07" providerId="LiveId" clId="{A6BA4C4F-560D-492C-9FDF-4525C510F970}" dt="2025-03-09T17:58:50.266" v="1458" actId="20577"/>
          <ac:spMkLst>
            <pc:docMk/>
            <pc:sldMk cId="3910075088" sldId="264"/>
            <ac:spMk id="17" creationId="{8D36EA65-342B-E098-69A3-FE1904747B04}"/>
          </ac:spMkLst>
        </pc:spChg>
        <pc:spChg chg="add mod">
          <ac:chgData name="Prentys Assis" userId="9e9e1f5991e00f07" providerId="LiveId" clId="{A6BA4C4F-560D-492C-9FDF-4525C510F970}" dt="2025-03-09T17:51:47.950" v="1054" actId="20577"/>
          <ac:spMkLst>
            <pc:docMk/>
            <pc:sldMk cId="3910075088" sldId="264"/>
            <ac:spMk id="18" creationId="{BE3B4ECD-4E2D-425B-831B-6CE3D756E047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19" creationId="{05168069-8AC4-50AF-CBDE-4A06555938F5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20" creationId="{FEF7FD71-1482-23E5-6CDA-05F568C671E2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21" creationId="{A5263205-4F8F-22CE-8305-2F1A27F21375}"/>
          </ac:spMkLst>
        </pc:spChg>
        <pc:grpChg chg="add mod">
          <ac:chgData name="Prentys Assis" userId="9e9e1f5991e00f07" providerId="LiveId" clId="{A6BA4C4F-560D-492C-9FDF-4525C510F970}" dt="2025-03-09T18:03:02.496" v="1511" actId="164"/>
          <ac:grpSpMkLst>
            <pc:docMk/>
            <pc:sldMk cId="3910075088" sldId="264"/>
            <ac:grpSpMk id="22" creationId="{53BF0741-2229-2C74-A93A-CA84F345F252}"/>
          </ac:grpSpMkLst>
        </pc:grpChg>
        <pc:picChg chg="add mod modCrop">
          <ac:chgData name="Prentys Assis" userId="9e9e1f5991e00f07" providerId="LiveId" clId="{A6BA4C4F-560D-492C-9FDF-4525C510F970}" dt="2025-03-09T18:02:39.200" v="1508" actId="1076"/>
          <ac:picMkLst>
            <pc:docMk/>
            <pc:sldMk cId="3910075088" sldId="264"/>
            <ac:picMk id="5" creationId="{43235A9B-B18E-B047-14DD-9231F695A8DD}"/>
          </ac:picMkLst>
        </pc:picChg>
      </pc:sldChg>
      <pc:sldChg chg="addSp delSp modSp add mod ord">
        <pc:chgData name="Prentys Assis" userId="9e9e1f5991e00f07" providerId="LiveId" clId="{A6BA4C4F-560D-492C-9FDF-4525C510F970}" dt="2025-03-09T17:12:46.653" v="412" actId="20577"/>
        <pc:sldMkLst>
          <pc:docMk/>
          <pc:sldMk cId="3451149114" sldId="265"/>
        </pc:sldMkLst>
        <pc:spChg chg="add mod">
          <ac:chgData name="Prentys Assis" userId="9e9e1f5991e00f07" providerId="LiveId" clId="{A6BA4C4F-560D-492C-9FDF-4525C510F970}" dt="2025-03-09T17:07:13.561" v="67" actId="20577"/>
          <ac:spMkLst>
            <pc:docMk/>
            <pc:sldMk cId="3451149114" sldId="265"/>
            <ac:spMk id="3" creationId="{6971AFE4-D38F-DB9C-5ACE-B4FEC22EEAE2}"/>
          </ac:spMkLst>
        </pc:spChg>
        <pc:graphicFrameChg chg="add mod">
          <ac:chgData name="Prentys Assis" userId="9e9e1f5991e00f07" providerId="LiveId" clId="{A6BA4C4F-560D-492C-9FDF-4525C510F970}" dt="2025-03-09T17:12:46.653" v="412" actId="20577"/>
          <ac:graphicFrameMkLst>
            <pc:docMk/>
            <pc:sldMk cId="3451149114" sldId="265"/>
            <ac:graphicFrameMk id="56" creationId="{A3409C1A-CCE2-9222-CA22-39D65CBDF6B9}"/>
          </ac:graphicFrameMkLst>
        </pc:graphicFrameChg>
      </pc:sldChg>
      <pc:sldChg chg="modSp add del mod ord">
        <pc:chgData name="Prentys Assis" userId="9e9e1f5991e00f07" providerId="LiveId" clId="{A6BA4C4F-560D-492C-9FDF-4525C510F970}" dt="2025-03-09T18:14:33.652" v="2194" actId="47"/>
        <pc:sldMkLst>
          <pc:docMk/>
          <pc:sldMk cId="693551344" sldId="266"/>
        </pc:sldMkLst>
      </pc:sldChg>
      <pc:sldChg chg="add del">
        <pc:chgData name="Prentys Assis" userId="9e9e1f5991e00f07" providerId="LiveId" clId="{A6BA4C4F-560D-492C-9FDF-4525C510F970}" dt="2025-03-09T17:52:27.578" v="1060" actId="47"/>
        <pc:sldMkLst>
          <pc:docMk/>
          <pc:sldMk cId="1134566635" sldId="266"/>
        </pc:sldMkLst>
      </pc:sldChg>
      <pc:sldChg chg="addSp delSp modSp add mod addAnim delAnim modAnim">
        <pc:chgData name="Prentys Assis" userId="9e9e1f5991e00f07" providerId="LiveId" clId="{A6BA4C4F-560D-492C-9FDF-4525C510F970}" dt="2025-03-09T19:57:19.420" v="5526" actId="478"/>
        <pc:sldMkLst>
          <pc:docMk/>
          <pc:sldMk cId="2698005288" sldId="267"/>
        </pc:sldMkLst>
        <pc:spChg chg="mod">
          <ac:chgData name="Prentys Assis" userId="9e9e1f5991e00f07" providerId="LiveId" clId="{A6BA4C4F-560D-492C-9FDF-4525C510F970}" dt="2025-03-09T18:20:58.633" v="2710" actId="20577"/>
          <ac:spMkLst>
            <pc:docMk/>
            <pc:sldMk cId="2698005288" sldId="267"/>
            <ac:spMk id="2" creationId="{A163EA9E-EE13-D6D0-656D-FA30BB316283}"/>
          </ac:spMkLst>
        </pc:spChg>
        <pc:spChg chg="mod">
          <ac:chgData name="Prentys Assis" userId="9e9e1f5991e00f07" providerId="LiveId" clId="{A6BA4C4F-560D-492C-9FDF-4525C510F970}" dt="2025-03-09T17:57:44.459" v="1447" actId="207"/>
          <ac:spMkLst>
            <pc:docMk/>
            <pc:sldMk cId="2698005288" sldId="267"/>
            <ac:spMk id="7" creationId="{E0FA9359-6956-E0C5-294C-6E797344B97F}"/>
          </ac:spMkLst>
        </pc:spChg>
        <pc:spChg chg="add mod">
          <ac:chgData name="Prentys Assis" userId="9e9e1f5991e00f07" providerId="LiveId" clId="{A6BA4C4F-560D-492C-9FDF-4525C510F970}" dt="2025-03-09T18:45:02.101" v="3733" actId="20577"/>
          <ac:spMkLst>
            <pc:docMk/>
            <pc:sldMk cId="2698005288" sldId="267"/>
            <ac:spMk id="24" creationId="{45028406-699B-3227-CD71-05742717A793}"/>
          </ac:spMkLst>
        </pc:spChg>
        <pc:spChg chg="add del mod">
          <ac:chgData name="Prentys Assis" userId="9e9e1f5991e00f07" providerId="LiveId" clId="{A6BA4C4F-560D-492C-9FDF-4525C510F970}" dt="2025-03-09T19:57:05.698" v="5524" actId="478"/>
          <ac:spMkLst>
            <pc:docMk/>
            <pc:sldMk cId="2698005288" sldId="267"/>
            <ac:spMk id="35" creationId="{7BB58851-4CEC-5F35-40F5-C84E695FBB66}"/>
          </ac:spMkLst>
        </pc:spChg>
        <pc:spChg chg="add del mod">
          <ac:chgData name="Prentys Assis" userId="9e9e1f5991e00f07" providerId="LiveId" clId="{A6BA4C4F-560D-492C-9FDF-4525C510F970}" dt="2025-03-09T19:57:19.420" v="5526" actId="478"/>
          <ac:spMkLst>
            <pc:docMk/>
            <pc:sldMk cId="2698005288" sldId="267"/>
            <ac:spMk id="36" creationId="{53E3ED61-A2BC-1E59-2BAC-89A710B618BC}"/>
          </ac:spMkLst>
        </pc:spChg>
        <pc:grpChg chg="add mod">
          <ac:chgData name="Prentys Assis" userId="9e9e1f5991e00f07" providerId="LiveId" clId="{A6BA4C4F-560D-492C-9FDF-4525C510F970}" dt="2025-03-09T18:10:57.198" v="1901" actId="1076"/>
          <ac:grpSpMkLst>
            <pc:docMk/>
            <pc:sldMk cId="2698005288" sldId="267"/>
            <ac:grpSpMk id="33" creationId="{275544FB-C7B7-F5C4-4AB5-32550A106374}"/>
          </ac:grpSpMkLst>
        </pc:grpChg>
        <pc:picChg chg="add mod">
          <ac:chgData name="Prentys Assis" userId="9e9e1f5991e00f07" providerId="LiveId" clId="{A6BA4C4F-560D-492C-9FDF-4525C510F970}" dt="2025-03-09T18:10:53.187" v="1899" actId="164"/>
          <ac:picMkLst>
            <pc:docMk/>
            <pc:sldMk cId="2698005288" sldId="267"/>
            <ac:picMk id="30" creationId="{A5B3FB43-2F4F-D192-4B48-2C13F6717FC3}"/>
          </ac:picMkLst>
        </pc:picChg>
        <pc:picChg chg="add mod">
          <ac:chgData name="Prentys Assis" userId="9e9e1f5991e00f07" providerId="LiveId" clId="{A6BA4C4F-560D-492C-9FDF-4525C510F970}" dt="2025-03-09T18:10:53.187" v="1899" actId="164"/>
          <ac:picMkLst>
            <pc:docMk/>
            <pc:sldMk cId="2698005288" sldId="267"/>
            <ac:picMk id="32" creationId="{DD78408C-919D-6558-ED6D-0C680C2AD4AB}"/>
          </ac:picMkLst>
        </pc:picChg>
      </pc:sldChg>
      <pc:sldChg chg="addSp delSp modSp add mod">
        <pc:chgData name="Prentys Assis" userId="9e9e1f5991e00f07" providerId="LiveId" clId="{A6BA4C4F-560D-492C-9FDF-4525C510F970}" dt="2025-03-09T18:53:26.408" v="4471" actId="20577"/>
        <pc:sldMkLst>
          <pc:docMk/>
          <pc:sldMk cId="3180138069" sldId="268"/>
        </pc:sldMkLst>
        <pc:spChg chg="mod">
          <ac:chgData name="Prentys Assis" userId="9e9e1f5991e00f07" providerId="LiveId" clId="{A6BA4C4F-560D-492C-9FDF-4525C510F970}" dt="2025-03-09T18:44:17.006" v="3723" actId="313"/>
          <ac:spMkLst>
            <pc:docMk/>
            <pc:sldMk cId="3180138069" sldId="268"/>
            <ac:spMk id="2" creationId="{8356D21B-F684-CD6C-FDD4-DFBCADF9A6B3}"/>
          </ac:spMkLst>
        </pc:spChg>
        <pc:spChg chg="add del mod">
          <ac:chgData name="Prentys Assis" userId="9e9e1f5991e00f07" providerId="LiveId" clId="{A6BA4C4F-560D-492C-9FDF-4525C510F970}" dt="2025-03-09T18:42:29.552" v="3507" actId="478"/>
          <ac:spMkLst>
            <pc:docMk/>
            <pc:sldMk cId="3180138069" sldId="268"/>
            <ac:spMk id="13" creationId="{8854A6E1-43F1-48B6-FC36-6DBDE5949089}"/>
          </ac:spMkLst>
        </pc:spChg>
        <pc:spChg chg="add mod">
          <ac:chgData name="Prentys Assis" userId="9e9e1f5991e00f07" providerId="LiveId" clId="{A6BA4C4F-560D-492C-9FDF-4525C510F970}" dt="2025-03-09T18:53:26.408" v="4471" actId="20577"/>
          <ac:spMkLst>
            <pc:docMk/>
            <pc:sldMk cId="3180138069" sldId="268"/>
            <ac:spMk id="15" creationId="{21C6B5D1-4D31-5BBE-DD37-285B59FB3223}"/>
          </ac:spMkLst>
        </pc:spChg>
        <pc:picChg chg="add del mod">
          <ac:chgData name="Prentys Assis" userId="9e9e1f5991e00f07" providerId="LiveId" clId="{A6BA4C4F-560D-492C-9FDF-4525C510F970}" dt="2025-03-09T18:42:30.780" v="3509" actId="478"/>
          <ac:picMkLst>
            <pc:docMk/>
            <pc:sldMk cId="3180138069" sldId="268"/>
            <ac:picMk id="9" creationId="{EBC1689B-AA1E-8878-ED33-2C7532F32288}"/>
          </ac:picMkLst>
        </pc:picChg>
        <pc:picChg chg="add del mod topLvl modCrop">
          <ac:chgData name="Prentys Assis" userId="9e9e1f5991e00f07" providerId="LiveId" clId="{A6BA4C4F-560D-492C-9FDF-4525C510F970}" dt="2025-03-09T18:42:31.529" v="3510" actId="478"/>
          <ac:picMkLst>
            <pc:docMk/>
            <pc:sldMk cId="3180138069" sldId="268"/>
            <ac:picMk id="30" creationId="{947C736D-0E4D-5A71-1DDC-087AFDF84162}"/>
          </ac:picMkLst>
        </pc:picChg>
      </pc:sldChg>
      <pc:sldChg chg="addSp delSp add del setBg delDesignElem">
        <pc:chgData name="Prentys Assis" userId="9e9e1f5991e00f07" providerId="LiveId" clId="{A6BA4C4F-560D-492C-9FDF-4525C510F970}" dt="2025-03-09T18:14:50.358" v="2197"/>
        <pc:sldMkLst>
          <pc:docMk/>
          <pc:sldMk cId="3533651089" sldId="268"/>
        </pc:sldMkLst>
      </pc:sldChg>
      <pc:sldChg chg="addSp delSp modSp add mod">
        <pc:chgData name="Prentys Assis" userId="9e9e1f5991e00f07" providerId="LiveId" clId="{A6BA4C4F-560D-492C-9FDF-4525C510F970}" dt="2025-03-09T18:34:15.544" v="3449" actId="20577"/>
        <pc:sldMkLst>
          <pc:docMk/>
          <pc:sldMk cId="1112389751" sldId="269"/>
        </pc:sldMkLst>
        <pc:spChg chg="mod">
          <ac:chgData name="Prentys Assis" userId="9e9e1f5991e00f07" providerId="LiveId" clId="{A6BA4C4F-560D-492C-9FDF-4525C510F970}" dt="2025-03-09T18:21:06.160" v="2727" actId="20577"/>
          <ac:spMkLst>
            <pc:docMk/>
            <pc:sldMk cId="1112389751" sldId="269"/>
            <ac:spMk id="2" creationId="{97FD8E3E-3DFA-0C2C-FBD3-63F8FB7513E0}"/>
          </ac:spMkLst>
        </pc:spChg>
        <pc:spChg chg="add mod">
          <ac:chgData name="Prentys Assis" userId="9e9e1f5991e00f07" providerId="LiveId" clId="{A6BA4C4F-560D-492C-9FDF-4525C510F970}" dt="2025-03-09T18:27:54.407" v="3226" actId="164"/>
          <ac:spMkLst>
            <pc:docMk/>
            <pc:sldMk cId="1112389751" sldId="269"/>
            <ac:spMk id="18" creationId="{8A4A74AC-0C99-4936-F0AB-7ADCE06CBDE0}"/>
          </ac:spMkLst>
        </pc:spChg>
        <pc:spChg chg="add mod">
          <ac:chgData name="Prentys Assis" userId="9e9e1f5991e00f07" providerId="LiveId" clId="{A6BA4C4F-560D-492C-9FDF-4525C510F970}" dt="2025-03-09T18:27:51.187" v="3225" actId="164"/>
          <ac:spMkLst>
            <pc:docMk/>
            <pc:sldMk cId="1112389751" sldId="269"/>
            <ac:spMk id="19" creationId="{6602E8C6-4A75-9BDC-A461-53DDA11B8EC5}"/>
          </ac:spMkLst>
        </pc:spChg>
        <pc:spChg chg="mod">
          <ac:chgData name="Prentys Assis" userId="9e9e1f5991e00f07" providerId="LiveId" clId="{A6BA4C4F-560D-492C-9FDF-4525C510F970}" dt="2025-03-09T18:34:15.544" v="3449" actId="20577"/>
          <ac:spMkLst>
            <pc:docMk/>
            <pc:sldMk cId="1112389751" sldId="269"/>
            <ac:spMk id="24" creationId="{D11DDD5E-3B5A-88D0-98BB-A2FF8005E728}"/>
          </ac:spMkLst>
        </pc:spChg>
        <pc:grpChg chg="add mod">
          <ac:chgData name="Prentys Assis" userId="9e9e1f5991e00f07" providerId="LiveId" clId="{A6BA4C4F-560D-492C-9FDF-4525C510F970}" dt="2025-03-09T18:27:51.187" v="3225" actId="164"/>
          <ac:grpSpMkLst>
            <pc:docMk/>
            <pc:sldMk cId="1112389751" sldId="269"/>
            <ac:grpSpMk id="20" creationId="{2D919471-2534-F522-6869-1B2DD6FFE691}"/>
          </ac:grpSpMkLst>
        </pc:grpChg>
        <pc:grpChg chg="add mod">
          <ac:chgData name="Prentys Assis" userId="9e9e1f5991e00f07" providerId="LiveId" clId="{A6BA4C4F-560D-492C-9FDF-4525C510F970}" dt="2025-03-09T18:27:54.407" v="3226" actId="164"/>
          <ac:grpSpMkLst>
            <pc:docMk/>
            <pc:sldMk cId="1112389751" sldId="269"/>
            <ac:grpSpMk id="21" creationId="{7627280B-7C58-FFD8-F497-F0DCC408470A}"/>
          </ac:grpSpMkLst>
        </pc:grpChg>
        <pc:picChg chg="add mod ord">
          <ac:chgData name="Prentys Assis" userId="9e9e1f5991e00f07" providerId="LiveId" clId="{A6BA4C4F-560D-492C-9FDF-4525C510F970}" dt="2025-03-09T18:27:44.755" v="3224" actId="1076"/>
          <ac:picMkLst>
            <pc:docMk/>
            <pc:sldMk cId="1112389751" sldId="269"/>
            <ac:picMk id="4" creationId="{B2563F0B-7AC2-DA2F-C126-AC116E495322}"/>
          </ac:picMkLst>
        </pc:picChg>
        <pc:picChg chg="add mod ord modCrop">
          <ac:chgData name="Prentys Assis" userId="9e9e1f5991e00f07" providerId="LiveId" clId="{A6BA4C4F-560D-492C-9FDF-4525C510F970}" dt="2025-03-09T18:27:54.407" v="3226" actId="164"/>
          <ac:picMkLst>
            <pc:docMk/>
            <pc:sldMk cId="1112389751" sldId="269"/>
            <ac:picMk id="6" creationId="{DE3437C7-9450-F573-216B-8433E8DE4404}"/>
          </ac:picMkLst>
        </pc:picChg>
        <pc:picChg chg="add mod modCrop">
          <ac:chgData name="Prentys Assis" userId="9e9e1f5991e00f07" providerId="LiveId" clId="{A6BA4C4F-560D-492C-9FDF-4525C510F970}" dt="2025-03-09T18:27:51.187" v="3225" actId="164"/>
          <ac:picMkLst>
            <pc:docMk/>
            <pc:sldMk cId="1112389751" sldId="269"/>
            <ac:picMk id="11" creationId="{FA9AC064-63E8-420E-7ACE-4327DBEC42B9}"/>
          </ac:picMkLst>
        </pc:picChg>
      </pc:sldChg>
      <pc:sldChg chg="addSp delSp modSp add mod modAnim">
        <pc:chgData name="Prentys Assis" userId="9e9e1f5991e00f07" providerId="LiveId" clId="{A6BA4C4F-560D-492C-9FDF-4525C510F970}" dt="2025-03-09T20:20:54.219" v="5621" actId="20577"/>
        <pc:sldMkLst>
          <pc:docMk/>
          <pc:sldMk cId="1715929479" sldId="270"/>
        </pc:sldMkLst>
        <pc:spChg chg="mod">
          <ac:chgData name="Prentys Assis" userId="9e9e1f5991e00f07" providerId="LiveId" clId="{A6BA4C4F-560D-492C-9FDF-4525C510F970}" dt="2025-03-09T18:45:33.331" v="3797" actId="20577"/>
          <ac:spMkLst>
            <pc:docMk/>
            <pc:sldMk cId="1715929479" sldId="270"/>
            <ac:spMk id="2" creationId="{2E1A66F1-4602-1D2E-C909-98FB715C0C7E}"/>
          </ac:spMkLst>
        </pc:spChg>
        <pc:spChg chg="add mod">
          <ac:chgData name="Prentys Assis" userId="9e9e1f5991e00f07" providerId="LiveId" clId="{A6BA4C4F-560D-492C-9FDF-4525C510F970}" dt="2025-03-09T20:20:54.219" v="5621" actId="20577"/>
          <ac:spMkLst>
            <pc:docMk/>
            <pc:sldMk cId="1715929479" sldId="270"/>
            <ac:spMk id="3" creationId="{4FD691BD-3CB6-E19A-511A-5406F9D9787E}"/>
          </ac:spMkLst>
        </pc:spChg>
        <pc:spChg chg="add mod">
          <ac:chgData name="Prentys Assis" userId="9e9e1f5991e00f07" providerId="LiveId" clId="{A6BA4C4F-560D-492C-9FDF-4525C510F970}" dt="2025-03-09T18:54:27.562" v="4473" actId="14100"/>
          <ac:spMkLst>
            <pc:docMk/>
            <pc:sldMk cId="1715929479" sldId="270"/>
            <ac:spMk id="4" creationId="{6564527F-3BE7-C325-FF89-87E0BD3EC323}"/>
          </ac:spMkLst>
        </pc:spChg>
        <pc:spChg chg="add mod">
          <ac:chgData name="Prentys Assis" userId="9e9e1f5991e00f07" providerId="LiveId" clId="{A6BA4C4F-560D-492C-9FDF-4525C510F970}" dt="2025-03-09T19:02:19.399" v="5281" actId="404"/>
          <ac:spMkLst>
            <pc:docMk/>
            <pc:sldMk cId="1715929479" sldId="270"/>
            <ac:spMk id="6" creationId="{890F4698-E198-7863-E69E-3975A9B94962}"/>
          </ac:spMkLst>
        </pc:spChg>
        <pc:spChg chg="add mod">
          <ac:chgData name="Prentys Assis" userId="9e9e1f5991e00f07" providerId="LiveId" clId="{A6BA4C4F-560D-492C-9FDF-4525C510F970}" dt="2025-03-09T19:02:45.978" v="5326" actId="1035"/>
          <ac:spMkLst>
            <pc:docMk/>
            <pc:sldMk cId="1715929479" sldId="270"/>
            <ac:spMk id="11" creationId="{394701E8-3631-2508-1466-8325D2FCCAC8}"/>
          </ac:spMkLst>
        </pc:spChg>
        <pc:spChg chg="add mod">
          <ac:chgData name="Prentys Assis" userId="9e9e1f5991e00f07" providerId="LiveId" clId="{A6BA4C4F-560D-492C-9FDF-4525C510F970}" dt="2025-03-09T19:02:37.214" v="5319" actId="1035"/>
          <ac:spMkLst>
            <pc:docMk/>
            <pc:sldMk cId="1715929479" sldId="270"/>
            <ac:spMk id="15" creationId="{4CCFA246-2A4B-F08A-99CE-E64EFEB878FB}"/>
          </ac:spMkLst>
        </pc:spChg>
        <pc:spChg chg="add mod">
          <ac:chgData name="Prentys Assis" userId="9e9e1f5991e00f07" providerId="LiveId" clId="{A6BA4C4F-560D-492C-9FDF-4525C510F970}" dt="2025-03-09T19:02:50.643" v="5344" actId="1036"/>
          <ac:spMkLst>
            <pc:docMk/>
            <pc:sldMk cId="1715929479" sldId="270"/>
            <ac:spMk id="17" creationId="{78492E04-EAA3-1E41-3942-F653E9DA1742}"/>
          </ac:spMkLst>
        </pc:spChg>
        <pc:spChg chg="add mod">
          <ac:chgData name="Prentys Assis" userId="9e9e1f5991e00f07" providerId="LiveId" clId="{A6BA4C4F-560D-492C-9FDF-4525C510F970}" dt="2025-03-09T19:42:54.024" v="5468" actId="20577"/>
          <ac:spMkLst>
            <pc:docMk/>
            <pc:sldMk cId="1715929479" sldId="270"/>
            <ac:spMk id="18" creationId="{7EE8FE79-E0BD-312B-BBAA-C93DC08E34E8}"/>
          </ac:spMkLst>
        </pc:spChg>
        <pc:spChg chg="add mod">
          <ac:chgData name="Prentys Assis" userId="9e9e1f5991e00f07" providerId="LiveId" clId="{A6BA4C4F-560D-492C-9FDF-4525C510F970}" dt="2025-03-09T20:12:23.363" v="5593" actId="20577"/>
          <ac:spMkLst>
            <pc:docMk/>
            <pc:sldMk cId="1715929479" sldId="270"/>
            <ac:spMk id="19" creationId="{FBA58E45-8EA1-2B5E-966E-4F6D17F198F4}"/>
          </ac:spMkLst>
        </pc:spChg>
      </pc:sldChg>
      <pc:sldChg chg="addSp delSp modSp add del mod">
        <pc:chgData name="Prentys Assis" userId="9e9e1f5991e00f07" providerId="LiveId" clId="{A6BA4C4F-560D-492C-9FDF-4525C510F970}" dt="2025-03-09T19:48:17.914" v="5501" actId="47"/>
        <pc:sldMkLst>
          <pc:docMk/>
          <pc:sldMk cId="2563651111" sldId="271"/>
        </pc:sldMkLst>
      </pc:sldChg>
      <pc:sldChg chg="new del">
        <pc:chgData name="Prentys Assis" userId="9e9e1f5991e00f07" providerId="LiveId" clId="{A6BA4C4F-560D-492C-9FDF-4525C510F970}" dt="2025-03-09T18:55:08.455" v="4517" actId="2696"/>
        <pc:sldMkLst>
          <pc:docMk/>
          <pc:sldMk cId="3504388085" sldId="271"/>
        </pc:sldMkLst>
      </pc:sldChg>
      <pc:sldChg chg="addSp delSp modSp add mod ord delAnim">
        <pc:chgData name="Prentys Assis" userId="9e9e1f5991e00f07" providerId="LiveId" clId="{A6BA4C4F-560D-492C-9FDF-4525C510F970}" dt="2025-03-09T19:47:57.416" v="5500" actId="207"/>
        <pc:sldMkLst>
          <pc:docMk/>
          <pc:sldMk cId="3734821234" sldId="272"/>
        </pc:sldMkLst>
        <pc:spChg chg="add mod">
          <ac:chgData name="Prentys Assis" userId="9e9e1f5991e00f07" providerId="LiveId" clId="{A6BA4C4F-560D-492C-9FDF-4525C510F970}" dt="2025-03-09T19:47:57.416" v="5500" actId="207"/>
          <ac:spMkLst>
            <pc:docMk/>
            <pc:sldMk cId="3734821234" sldId="272"/>
            <ac:spMk id="6" creationId="{EA1846BC-0974-6D41-E8F0-E49CA003BF0C}"/>
          </ac:spMkLst>
        </pc:spChg>
      </pc:sldChg>
      <pc:sldChg chg="addSp delSp modSp add mod delAnim">
        <pc:chgData name="Prentys Assis" userId="9e9e1f5991e00f07" providerId="LiveId" clId="{A6BA4C4F-560D-492C-9FDF-4525C510F970}" dt="2025-03-09T20:05:06.380" v="5571" actId="20577"/>
        <pc:sldMkLst>
          <pc:docMk/>
          <pc:sldMk cId="3824982788" sldId="273"/>
        </pc:sldMkLst>
        <pc:spChg chg="mod">
          <ac:chgData name="Prentys Assis" userId="9e9e1f5991e00f07" providerId="LiveId" clId="{A6BA4C4F-560D-492C-9FDF-4525C510F970}" dt="2025-03-09T20:05:06.380" v="5571" actId="20577"/>
          <ac:spMkLst>
            <pc:docMk/>
            <pc:sldMk cId="3824982788" sldId="273"/>
            <ac:spMk id="2" creationId="{507CBDA3-CF97-848D-5718-3AC116D045E5}"/>
          </ac:spMkLst>
        </pc:spChg>
        <pc:picChg chg="add mod">
          <ac:chgData name="Prentys Assis" userId="9e9e1f5991e00f07" providerId="LiveId" clId="{A6BA4C4F-560D-492C-9FDF-4525C510F970}" dt="2025-03-09T20:04:50.327" v="5531" actId="14100"/>
          <ac:picMkLst>
            <pc:docMk/>
            <pc:sldMk cId="3824982788" sldId="273"/>
            <ac:picMk id="7" creationId="{B7996CE8-5082-40B2-5F29-C434E9BA74C3}"/>
          </ac:picMkLst>
        </pc:picChg>
      </pc:sldChg>
      <pc:sldChg chg="addSp delSp modSp add mod addAnim delAnim modAnim">
        <pc:chgData name="Prentys Assis" userId="9e9e1f5991e00f07" providerId="LiveId" clId="{A6BA4C4F-560D-492C-9FDF-4525C510F970}" dt="2025-03-17T19:58:10.515" v="5944"/>
        <pc:sldMkLst>
          <pc:docMk/>
          <pc:sldMk cId="2095677399" sldId="274"/>
        </pc:sldMkLst>
        <pc:spChg chg="add mod">
          <ac:chgData name="Prentys Assis" userId="9e9e1f5991e00f07" providerId="LiveId" clId="{A6BA4C4F-560D-492C-9FDF-4525C510F970}" dt="2025-03-17T19:34:44.010" v="5715" actId="207"/>
          <ac:spMkLst>
            <pc:docMk/>
            <pc:sldMk cId="2095677399" sldId="274"/>
            <ac:spMk id="2" creationId="{DE9818F0-9877-DA1E-3331-DD596CA585C8}"/>
          </ac:spMkLst>
        </pc:spChg>
        <pc:spChg chg="add del mod ord">
          <ac:chgData name="Prentys Assis" userId="9e9e1f5991e00f07" providerId="LiveId" clId="{A6BA4C4F-560D-492C-9FDF-4525C510F970}" dt="2025-03-17T19:33:54.400" v="5706"/>
          <ac:spMkLst>
            <pc:docMk/>
            <pc:sldMk cId="2095677399" sldId="274"/>
            <ac:spMk id="4" creationId="{CA834D36-9483-7689-782E-69624F0D7ACE}"/>
          </ac:spMkLst>
        </pc:spChg>
        <pc:spChg chg="add mod">
          <ac:chgData name="Prentys Assis" userId="9e9e1f5991e00f07" providerId="LiveId" clId="{A6BA4C4F-560D-492C-9FDF-4525C510F970}" dt="2025-03-17T19:34:55.733" v="5716" actId="207"/>
          <ac:spMkLst>
            <pc:docMk/>
            <pc:sldMk cId="2095677399" sldId="274"/>
            <ac:spMk id="5" creationId="{53BFA136-9464-7C56-42E0-DCC0B32C0DDF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45" creationId="{2852D352-F59B-678B-B850-E03B7F9DAEC2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61" creationId="{69C56AEE-1B4F-17FB-7111-A8DFF4831B1A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62" creationId="{DB3FBCB0-56AA-4F75-9763-CAD1FCB67924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25" creationId="{ACA997D5-F5E9-67DD-D948-5767E0915F7B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29" creationId="{286075D1-188F-B789-117F-953E7A0802D5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31" creationId="{3BCE8327-FD02-024C-54DD-963531B146AF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80" creationId="{0DF3827F-9F73-48DD-2EC6-A1D0EF6D5B12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87" creationId="{BD532C9E-0B06-F1E7-BF12-384D0CC67E64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90" creationId="{260FAEC2-2B9D-7743-81EB-3FD83B4CEBAA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111" creationId="{3069143F-7B6F-6151-2ECE-5B674DDE9BDB}"/>
          </ac:spMkLst>
        </pc:spChg>
      </pc:sldChg>
      <pc:sldChg chg="delSp add del mod modAnim">
        <pc:chgData name="Prentys Assis" userId="9e9e1f5991e00f07" providerId="LiveId" clId="{A6BA4C4F-560D-492C-9FDF-4525C510F970}" dt="2025-03-17T19:37:35.649" v="5728" actId="47"/>
        <pc:sldMkLst>
          <pc:docMk/>
          <pc:sldMk cId="2678002715" sldId="275"/>
        </pc:sldMkLst>
      </pc:sldChg>
      <pc:sldChg chg="addSp delSp modSp add mod addAnim delAnim modAnim">
        <pc:chgData name="Prentys Assis" userId="9e9e1f5991e00f07" providerId="LiveId" clId="{A6BA4C4F-560D-492C-9FDF-4525C510F970}" dt="2025-03-17T20:13:29.928" v="6049"/>
        <pc:sldMkLst>
          <pc:docMk/>
          <pc:sldMk cId="4138432550" sldId="275"/>
        </pc:sldMkLst>
        <pc:spChg chg="add del mod">
          <ac:chgData name="Prentys Assis" userId="9e9e1f5991e00f07" providerId="LiveId" clId="{A6BA4C4F-560D-492C-9FDF-4525C510F970}" dt="2025-03-17T19:57:41.499" v="5943" actId="478"/>
          <ac:spMkLst>
            <pc:docMk/>
            <pc:sldMk cId="4138432550" sldId="275"/>
            <ac:spMk id="4" creationId="{76B12AC5-57BF-1985-C79D-979B0A310D96}"/>
          </ac:spMkLst>
        </pc:spChg>
        <pc:spChg chg="add mod ord">
          <ac:chgData name="Prentys Assis" userId="9e9e1f5991e00f07" providerId="LiveId" clId="{A6BA4C4F-560D-492C-9FDF-4525C510F970}" dt="2025-03-17T19:52:50.950" v="5854" actId="166"/>
          <ac:spMkLst>
            <pc:docMk/>
            <pc:sldMk cId="4138432550" sldId="275"/>
            <ac:spMk id="24" creationId="{2638B85F-550B-7FDC-E68E-263352C6E22D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1" creationId="{E7743D84-89EB-C32C-1D9B-195CE306A793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2" creationId="{A818AC9C-9E4F-2717-2F2C-5624963D18AD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3" creationId="{556D73BE-2D7F-AF57-BEF1-D2E96DB17102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4" creationId="{16146A39-BC58-E1CF-9B50-8AFD11050C1B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5" creationId="{560570FA-2ED0-1E0A-279B-1D9F4D8B9B73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6" creationId="{4DF81409-F080-1779-F3AD-7D00CEACE5BB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7" creationId="{218D7E6C-47C2-3734-90CB-C50ECCFC5DDB}"/>
          </ac:spMkLst>
        </pc:spChg>
        <pc:spChg chg="add mod">
          <ac:chgData name="Prentys Assis" userId="9e9e1f5991e00f07" providerId="LiveId" clId="{A6BA4C4F-560D-492C-9FDF-4525C510F970}" dt="2025-03-17T20:07:29.153" v="5969" actId="1076"/>
          <ac:spMkLst>
            <pc:docMk/>
            <pc:sldMk cId="4138432550" sldId="275"/>
            <ac:spMk id="43" creationId="{DDA46AAB-75BB-377E-F8F6-B6F93F3296E8}"/>
          </ac:spMkLst>
        </pc:spChg>
        <pc:spChg chg="add mod ord">
          <ac:chgData name="Prentys Assis" userId="9e9e1f5991e00f07" providerId="LiveId" clId="{A6BA4C4F-560D-492C-9FDF-4525C510F970}" dt="2025-03-17T20:07:24.503" v="5968" actId="170"/>
          <ac:spMkLst>
            <pc:docMk/>
            <pc:sldMk cId="4138432550" sldId="275"/>
            <ac:spMk id="44" creationId="{3D7493E9-1C39-2949-C856-3760C45913DA}"/>
          </ac:spMkLst>
        </pc:spChg>
        <pc:spChg chg="add mod">
          <ac:chgData name="Prentys Assis" userId="9e9e1f5991e00f07" providerId="LiveId" clId="{A6BA4C4F-560D-492C-9FDF-4525C510F970}" dt="2025-03-17T20:11:58.567" v="6046"/>
          <ac:spMkLst>
            <pc:docMk/>
            <pc:sldMk cId="4138432550" sldId="275"/>
            <ac:spMk id="46" creationId="{258461B4-6578-9DCE-29E9-B6E7941C9786}"/>
          </ac:spMkLst>
        </pc:spChg>
        <pc:grpChg chg="add mod">
          <ac:chgData name="Prentys Assis" userId="9e9e1f5991e00f07" providerId="LiveId" clId="{A6BA4C4F-560D-492C-9FDF-4525C510F970}" dt="2025-03-17T20:08:43.609" v="5973" actId="1076"/>
          <ac:grpSpMkLst>
            <pc:docMk/>
            <pc:sldMk cId="4138432550" sldId="275"/>
            <ac:grpSpMk id="25" creationId="{DF8EA697-504E-B3DC-A3EE-FC8F4601A8AB}"/>
          </ac:grpSpMkLst>
        </pc:grpChg>
        <pc:cxnChg chg="add mod">
          <ac:chgData name="Prentys Assis" userId="9e9e1f5991e00f07" providerId="LiveId" clId="{A6BA4C4F-560D-492C-9FDF-4525C510F970}" dt="2025-03-17T19:53:14.415" v="5859" actId="14100"/>
          <ac:cxnSpMkLst>
            <pc:docMk/>
            <pc:sldMk cId="4138432550" sldId="275"/>
            <ac:cxnSpMk id="39" creationId="{5AD03C9B-0DB1-4E7B-2F9F-6430076CE8B5}"/>
          </ac:cxnSpMkLst>
        </pc:cxnChg>
      </pc:sldChg>
      <pc:sldChg chg="new del">
        <pc:chgData name="Prentys Assis" userId="9e9e1f5991e00f07" providerId="LiveId" clId="{A6BA4C4F-560D-492C-9FDF-4525C510F970}" dt="2025-03-17T19:46:17.155" v="5825" actId="680"/>
        <pc:sldMkLst>
          <pc:docMk/>
          <pc:sldMk cId="1714649456" sldId="276"/>
        </pc:sldMkLst>
      </pc:sldChg>
      <pc:sldChg chg="addSp delSp modSp add mod delAnim modAnim">
        <pc:chgData name="Prentys Assis" userId="9e9e1f5991e00f07" providerId="LiveId" clId="{A6BA4C4F-560D-492C-9FDF-4525C510F970}" dt="2025-03-17T20:19:07.167" v="6109"/>
        <pc:sldMkLst>
          <pc:docMk/>
          <pc:sldMk cId="3777985887" sldId="276"/>
        </pc:sldMkLst>
        <pc:spChg chg="add mod">
          <ac:chgData name="Prentys Assis" userId="9e9e1f5991e00f07" providerId="LiveId" clId="{A6BA4C4F-560D-492C-9FDF-4525C510F970}" dt="2025-03-17T20:18:30.571" v="6106" actId="13822"/>
          <ac:spMkLst>
            <pc:docMk/>
            <pc:sldMk cId="3777985887" sldId="276"/>
            <ac:spMk id="2" creationId="{F7721D09-A366-2BFB-2FE8-B9AC3B3ECAD2}"/>
          </ac:spMkLst>
        </pc:spChg>
        <pc:spChg chg="mod">
          <ac:chgData name="Prentys Assis" userId="9e9e1f5991e00f07" providerId="LiveId" clId="{A6BA4C4F-560D-492C-9FDF-4525C510F970}" dt="2025-03-17T20:10:06.908" v="5988" actId="20577"/>
          <ac:spMkLst>
            <pc:docMk/>
            <pc:sldMk cId="3777985887" sldId="276"/>
            <ac:spMk id="4" creationId="{9411D9BD-AFD9-2180-BB9E-C9A409849E6E}"/>
          </ac:spMkLst>
        </pc:spChg>
        <pc:spChg chg="mod">
          <ac:chgData name="Prentys Assis" userId="9e9e1f5991e00f07" providerId="LiveId" clId="{A6BA4C4F-560D-492C-9FDF-4525C510F970}" dt="2025-03-17T20:15:48.034" v="6089" actId="21"/>
          <ac:spMkLst>
            <pc:docMk/>
            <pc:sldMk cId="3777985887" sldId="276"/>
            <ac:spMk id="60" creationId="{EC8408FD-2F09-76C3-697C-F547AB1CADA7}"/>
          </ac:spMkLst>
        </pc:spChg>
      </pc:sldChg>
      <pc:sldChg chg="delSp mod">
        <pc:chgData name="Prentys Assis" userId="9e9e1f5991e00f07" providerId="LiveId" clId="{A6BA4C4F-560D-492C-9FDF-4525C510F970}" dt="2025-03-23T16:06:13.503" v="6112" actId="478"/>
        <pc:sldMkLst>
          <pc:docMk/>
          <pc:sldMk cId="3303696912" sldId="280"/>
        </pc:sldMkLst>
        <pc:spChg chg="del">
          <ac:chgData name="Prentys Assis" userId="9e9e1f5991e00f07" providerId="LiveId" clId="{A6BA4C4F-560D-492C-9FDF-4525C510F970}" dt="2025-03-23T16:06:12.404" v="6111" actId="478"/>
          <ac:spMkLst>
            <pc:docMk/>
            <pc:sldMk cId="3303696912" sldId="280"/>
            <ac:spMk id="3" creationId="{A221D241-C4AC-B0E2-358F-CCC99C8DFC81}"/>
          </ac:spMkLst>
        </pc:spChg>
        <pc:spChg chg="del">
          <ac:chgData name="Prentys Assis" userId="9e9e1f5991e00f07" providerId="LiveId" clId="{A6BA4C4F-560D-492C-9FDF-4525C510F970}" dt="2025-03-23T16:06:13.503" v="6112" actId="478"/>
          <ac:spMkLst>
            <pc:docMk/>
            <pc:sldMk cId="3303696912" sldId="280"/>
            <ac:spMk id="4" creationId="{66975715-E496-8140-3001-E1E4BF6051F1}"/>
          </ac:spMkLst>
        </pc:spChg>
        <pc:spChg chg="del">
          <ac:chgData name="Prentys Assis" userId="9e9e1f5991e00f07" providerId="LiveId" clId="{A6BA4C4F-560D-492C-9FDF-4525C510F970}" dt="2025-03-23T16:06:11.293" v="6110" actId="478"/>
          <ac:spMkLst>
            <pc:docMk/>
            <pc:sldMk cId="3303696912" sldId="280"/>
            <ac:spMk id="7" creationId="{46399735-22A3-27EC-24B0-787A1A716BD7}"/>
          </ac:spMkLst>
        </pc:spChg>
      </pc:sldChg>
      <pc:sldChg chg="modSp mod">
        <pc:chgData name="Prentys Assis" userId="9e9e1f5991e00f07" providerId="LiveId" clId="{A6BA4C4F-560D-492C-9FDF-4525C510F970}" dt="2025-03-23T16:06:26.172" v="6113" actId="404"/>
        <pc:sldMkLst>
          <pc:docMk/>
          <pc:sldMk cId="403638006" sldId="283"/>
        </pc:sldMkLst>
        <pc:spChg chg="mod">
          <ac:chgData name="Prentys Assis" userId="9e9e1f5991e00f07" providerId="LiveId" clId="{A6BA4C4F-560D-492C-9FDF-4525C510F970}" dt="2025-03-23T16:06:26.172" v="6113" actId="404"/>
          <ac:spMkLst>
            <pc:docMk/>
            <pc:sldMk cId="403638006" sldId="283"/>
            <ac:spMk id="3" creationId="{6E076C7F-DA26-3B20-2DCA-4D3400A3653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BD8B3A-03A2-45B6-9DB6-94B92B96EB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327550-9F91-4384-9825-494C53F376A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0"/>
            <a:t>A CPU é a responsável pelo processamento e execução de programas.</a:t>
          </a:r>
          <a:r>
            <a:rPr lang="pt-BR"/>
            <a:t> Ela é conhecida como o Cérebro do Computador.</a:t>
          </a:r>
          <a:endParaRPr lang="en-US"/>
        </a:p>
      </dgm:t>
    </dgm:pt>
    <dgm:pt modelId="{6CC51CD8-7FA6-4CD4-AA47-5E015A8D8EE2}" type="parTrans" cxnId="{349F1BE8-2DCE-4522-B222-1650271FE6A2}">
      <dgm:prSet/>
      <dgm:spPr/>
      <dgm:t>
        <a:bodyPr/>
        <a:lstStyle/>
        <a:p>
          <a:endParaRPr lang="en-US"/>
        </a:p>
      </dgm:t>
    </dgm:pt>
    <dgm:pt modelId="{C0BE18EE-84D3-4CD4-B736-B7D0AEA28CD6}" type="sibTrans" cxnId="{349F1BE8-2DCE-4522-B222-1650271FE6A2}">
      <dgm:prSet/>
      <dgm:spPr/>
      <dgm:t>
        <a:bodyPr/>
        <a:lstStyle/>
        <a:p>
          <a:endParaRPr lang="en-US"/>
        </a:p>
      </dgm:t>
    </dgm:pt>
    <dgm:pt modelId="{CAE397D2-4CC1-4063-A3C7-E7433A9D03A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Sua função é executar programas armazenados na memória, buscando suas instruções, examinando-as e então executando uma após a outra.</a:t>
          </a:r>
          <a:endParaRPr lang="en-US" dirty="0"/>
        </a:p>
      </dgm:t>
    </dgm:pt>
    <dgm:pt modelId="{C91099E6-9419-4CF3-8BA9-8DCB73E4D5FD}" type="parTrans" cxnId="{CCBA97F1-6C71-4BA3-9C24-E798B6DB06A0}">
      <dgm:prSet/>
      <dgm:spPr/>
      <dgm:t>
        <a:bodyPr/>
        <a:lstStyle/>
        <a:p>
          <a:endParaRPr lang="en-US"/>
        </a:p>
      </dgm:t>
    </dgm:pt>
    <dgm:pt modelId="{527488C1-C236-443B-8332-22B04F0B021E}" type="sibTrans" cxnId="{CCBA97F1-6C71-4BA3-9C24-E798B6DB06A0}">
      <dgm:prSet/>
      <dgm:spPr/>
      <dgm:t>
        <a:bodyPr/>
        <a:lstStyle/>
        <a:p>
          <a:endParaRPr lang="en-US"/>
        </a:p>
      </dgm:t>
    </dgm:pt>
    <dgm:pt modelId="{BF05A427-0A67-477F-815D-49A32C2EF7DF}" type="pres">
      <dgm:prSet presAssocID="{F5BD8B3A-03A2-45B6-9DB6-94B92B96EB8C}" presName="root" presStyleCnt="0">
        <dgm:presLayoutVars>
          <dgm:dir/>
          <dgm:resizeHandles val="exact"/>
        </dgm:presLayoutVars>
      </dgm:prSet>
      <dgm:spPr/>
    </dgm:pt>
    <dgm:pt modelId="{AE7850B2-5123-4243-AB8F-1AEFA6DDE4EA}" type="pres">
      <dgm:prSet presAssocID="{29327550-9F91-4384-9825-494C53F376A3}" presName="compNode" presStyleCnt="0"/>
      <dgm:spPr/>
    </dgm:pt>
    <dgm:pt modelId="{000B94C0-6D39-491F-9CE3-8BCA91649852}" type="pres">
      <dgm:prSet presAssocID="{29327550-9F91-4384-9825-494C53F376A3}" presName="bgRect" presStyleLbl="bgShp" presStyleIdx="0" presStyleCnt="2"/>
      <dgm:spPr/>
    </dgm:pt>
    <dgm:pt modelId="{06396FE4-6354-4550-B45F-E66066114047}" type="pres">
      <dgm:prSet presAssocID="{29327550-9F91-4384-9825-494C53F376A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érebro"/>
        </a:ext>
      </dgm:extLst>
    </dgm:pt>
    <dgm:pt modelId="{F01D8D23-0ABB-4690-92D0-00349A91AA17}" type="pres">
      <dgm:prSet presAssocID="{29327550-9F91-4384-9825-494C53F376A3}" presName="spaceRect" presStyleCnt="0"/>
      <dgm:spPr/>
    </dgm:pt>
    <dgm:pt modelId="{6687361A-D749-45D2-B55D-FE5831C0A348}" type="pres">
      <dgm:prSet presAssocID="{29327550-9F91-4384-9825-494C53F376A3}" presName="parTx" presStyleLbl="revTx" presStyleIdx="0" presStyleCnt="2">
        <dgm:presLayoutVars>
          <dgm:chMax val="0"/>
          <dgm:chPref val="0"/>
        </dgm:presLayoutVars>
      </dgm:prSet>
      <dgm:spPr/>
    </dgm:pt>
    <dgm:pt modelId="{78D02312-7287-404E-AF48-128E0836264E}" type="pres">
      <dgm:prSet presAssocID="{C0BE18EE-84D3-4CD4-B736-B7D0AEA28CD6}" presName="sibTrans" presStyleCnt="0"/>
      <dgm:spPr/>
    </dgm:pt>
    <dgm:pt modelId="{B5E4D5CF-356B-45C5-814C-0D7E0E708D61}" type="pres">
      <dgm:prSet presAssocID="{CAE397D2-4CC1-4063-A3C7-E7433A9D03AB}" presName="compNode" presStyleCnt="0"/>
      <dgm:spPr/>
    </dgm:pt>
    <dgm:pt modelId="{15273E5C-4F59-4F8C-95A8-B4DF207CEC6E}" type="pres">
      <dgm:prSet presAssocID="{CAE397D2-4CC1-4063-A3C7-E7433A9D03AB}" presName="bgRect" presStyleLbl="bgShp" presStyleIdx="1" presStyleCnt="2"/>
      <dgm:spPr/>
    </dgm:pt>
    <dgm:pt modelId="{44F0C075-0CDC-4109-BE40-DCA49F04E689}" type="pres">
      <dgm:prSet presAssocID="{CAE397D2-4CC1-4063-A3C7-E7433A9D03A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25EE6FDF-A49E-4004-8CBB-C7710FC48BEF}" type="pres">
      <dgm:prSet presAssocID="{CAE397D2-4CC1-4063-A3C7-E7433A9D03AB}" presName="spaceRect" presStyleCnt="0"/>
      <dgm:spPr/>
    </dgm:pt>
    <dgm:pt modelId="{6AC4A7BA-292D-41CA-A4E1-17F829C2779F}" type="pres">
      <dgm:prSet presAssocID="{CAE397D2-4CC1-4063-A3C7-E7433A9D03A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3D63936-AC14-48DF-85FB-8B883FE6220D}" type="presOf" srcId="{CAE397D2-4CC1-4063-A3C7-E7433A9D03AB}" destId="{6AC4A7BA-292D-41CA-A4E1-17F829C2779F}" srcOrd="0" destOrd="0" presId="urn:microsoft.com/office/officeart/2018/2/layout/IconVerticalSolidList"/>
    <dgm:cxn modelId="{8879556E-D9EE-4F24-B077-56BB56327304}" type="presOf" srcId="{F5BD8B3A-03A2-45B6-9DB6-94B92B96EB8C}" destId="{BF05A427-0A67-477F-815D-49A32C2EF7DF}" srcOrd="0" destOrd="0" presId="urn:microsoft.com/office/officeart/2018/2/layout/IconVerticalSolidList"/>
    <dgm:cxn modelId="{349F1BE8-2DCE-4522-B222-1650271FE6A2}" srcId="{F5BD8B3A-03A2-45B6-9DB6-94B92B96EB8C}" destId="{29327550-9F91-4384-9825-494C53F376A3}" srcOrd="0" destOrd="0" parTransId="{6CC51CD8-7FA6-4CD4-AA47-5E015A8D8EE2}" sibTransId="{C0BE18EE-84D3-4CD4-B736-B7D0AEA28CD6}"/>
    <dgm:cxn modelId="{CCBA97F1-6C71-4BA3-9C24-E798B6DB06A0}" srcId="{F5BD8B3A-03A2-45B6-9DB6-94B92B96EB8C}" destId="{CAE397D2-4CC1-4063-A3C7-E7433A9D03AB}" srcOrd="1" destOrd="0" parTransId="{C91099E6-9419-4CF3-8BA9-8DCB73E4D5FD}" sibTransId="{527488C1-C236-443B-8332-22B04F0B021E}"/>
    <dgm:cxn modelId="{32407BF8-E189-43DB-8E74-2625FEBF8527}" type="presOf" srcId="{29327550-9F91-4384-9825-494C53F376A3}" destId="{6687361A-D749-45D2-B55D-FE5831C0A348}" srcOrd="0" destOrd="0" presId="urn:microsoft.com/office/officeart/2018/2/layout/IconVerticalSolidList"/>
    <dgm:cxn modelId="{A34780AC-797C-40B8-8AAE-35A408A2ED3A}" type="presParOf" srcId="{BF05A427-0A67-477F-815D-49A32C2EF7DF}" destId="{AE7850B2-5123-4243-AB8F-1AEFA6DDE4EA}" srcOrd="0" destOrd="0" presId="urn:microsoft.com/office/officeart/2018/2/layout/IconVerticalSolidList"/>
    <dgm:cxn modelId="{54F94FB9-83F5-40E9-B813-C4F297821C18}" type="presParOf" srcId="{AE7850B2-5123-4243-AB8F-1AEFA6DDE4EA}" destId="{000B94C0-6D39-491F-9CE3-8BCA91649852}" srcOrd="0" destOrd="0" presId="urn:microsoft.com/office/officeart/2018/2/layout/IconVerticalSolidList"/>
    <dgm:cxn modelId="{B0EE8149-6328-42E3-8897-D8104253D91C}" type="presParOf" srcId="{AE7850B2-5123-4243-AB8F-1AEFA6DDE4EA}" destId="{06396FE4-6354-4550-B45F-E66066114047}" srcOrd="1" destOrd="0" presId="urn:microsoft.com/office/officeart/2018/2/layout/IconVerticalSolidList"/>
    <dgm:cxn modelId="{B61E6187-B38D-4B3D-8CF1-BCCD001F6BEB}" type="presParOf" srcId="{AE7850B2-5123-4243-AB8F-1AEFA6DDE4EA}" destId="{F01D8D23-0ABB-4690-92D0-00349A91AA17}" srcOrd="2" destOrd="0" presId="urn:microsoft.com/office/officeart/2018/2/layout/IconVerticalSolidList"/>
    <dgm:cxn modelId="{F811C1B5-2A71-449B-9733-C6B366E46BC6}" type="presParOf" srcId="{AE7850B2-5123-4243-AB8F-1AEFA6DDE4EA}" destId="{6687361A-D749-45D2-B55D-FE5831C0A348}" srcOrd="3" destOrd="0" presId="urn:microsoft.com/office/officeart/2018/2/layout/IconVerticalSolidList"/>
    <dgm:cxn modelId="{80906145-61EA-4D0B-8B67-CBE6E6ED4507}" type="presParOf" srcId="{BF05A427-0A67-477F-815D-49A32C2EF7DF}" destId="{78D02312-7287-404E-AF48-128E0836264E}" srcOrd="1" destOrd="0" presId="urn:microsoft.com/office/officeart/2018/2/layout/IconVerticalSolidList"/>
    <dgm:cxn modelId="{DAF4B4DB-82AA-4C95-933C-D92CF103783E}" type="presParOf" srcId="{BF05A427-0A67-477F-815D-49A32C2EF7DF}" destId="{B5E4D5CF-356B-45C5-814C-0D7E0E708D61}" srcOrd="2" destOrd="0" presId="urn:microsoft.com/office/officeart/2018/2/layout/IconVerticalSolidList"/>
    <dgm:cxn modelId="{38295989-BB0A-4777-A9D5-B30ED27BEEB5}" type="presParOf" srcId="{B5E4D5CF-356B-45C5-814C-0D7E0E708D61}" destId="{15273E5C-4F59-4F8C-95A8-B4DF207CEC6E}" srcOrd="0" destOrd="0" presId="urn:microsoft.com/office/officeart/2018/2/layout/IconVerticalSolidList"/>
    <dgm:cxn modelId="{78D8F584-0778-4D41-80AC-BEBBF07679C1}" type="presParOf" srcId="{B5E4D5CF-356B-45C5-814C-0D7E0E708D61}" destId="{44F0C075-0CDC-4109-BE40-DCA49F04E689}" srcOrd="1" destOrd="0" presId="urn:microsoft.com/office/officeart/2018/2/layout/IconVerticalSolidList"/>
    <dgm:cxn modelId="{AAE90F97-C772-48F0-B304-A95F88ACD386}" type="presParOf" srcId="{B5E4D5CF-356B-45C5-814C-0D7E0E708D61}" destId="{25EE6FDF-A49E-4004-8CBB-C7710FC48BEF}" srcOrd="2" destOrd="0" presId="urn:microsoft.com/office/officeart/2018/2/layout/IconVerticalSolidList"/>
    <dgm:cxn modelId="{141AAFE8-D758-4D20-85F0-66646227AFA5}" type="presParOf" srcId="{B5E4D5CF-356B-45C5-814C-0D7E0E708D61}" destId="{6AC4A7BA-292D-41CA-A4E1-17F829C277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B94C0-6D39-491F-9CE3-8BCA91649852}">
      <dsp:nvSpPr>
        <dsp:cNvPr id="0" name=""/>
        <dsp:cNvSpPr/>
      </dsp:nvSpPr>
      <dsp:spPr>
        <a:xfrm>
          <a:off x="0" y="526768"/>
          <a:ext cx="9724031" cy="9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96FE4-6354-4550-B45F-E66066114047}">
      <dsp:nvSpPr>
        <dsp:cNvPr id="0" name=""/>
        <dsp:cNvSpPr/>
      </dsp:nvSpPr>
      <dsp:spPr>
        <a:xfrm>
          <a:off x="294180" y="745580"/>
          <a:ext cx="534873" cy="5348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7361A-D749-45D2-B55D-FE5831C0A348}">
      <dsp:nvSpPr>
        <dsp:cNvPr id="0" name=""/>
        <dsp:cNvSpPr/>
      </dsp:nvSpPr>
      <dsp:spPr>
        <a:xfrm>
          <a:off x="1123233" y="526768"/>
          <a:ext cx="8600797" cy="9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23" tIns="102923" rIns="102923" bIns="10292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i="0" kern="1200"/>
            <a:t>A CPU é a responsável pelo processamento e execução de programas.</a:t>
          </a:r>
          <a:r>
            <a:rPr lang="pt-BR" sz="2100" kern="1200"/>
            <a:t> Ela é conhecida como o Cérebro do Computador.</a:t>
          </a:r>
          <a:endParaRPr lang="en-US" sz="2100" kern="1200"/>
        </a:p>
      </dsp:txBody>
      <dsp:txXfrm>
        <a:off x="1123233" y="526768"/>
        <a:ext cx="8600797" cy="972496"/>
      </dsp:txXfrm>
    </dsp:sp>
    <dsp:sp modelId="{15273E5C-4F59-4F8C-95A8-B4DF207CEC6E}">
      <dsp:nvSpPr>
        <dsp:cNvPr id="0" name=""/>
        <dsp:cNvSpPr/>
      </dsp:nvSpPr>
      <dsp:spPr>
        <a:xfrm>
          <a:off x="0" y="1742389"/>
          <a:ext cx="9724031" cy="9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0C075-0CDC-4109-BE40-DCA49F04E689}">
      <dsp:nvSpPr>
        <dsp:cNvPr id="0" name=""/>
        <dsp:cNvSpPr/>
      </dsp:nvSpPr>
      <dsp:spPr>
        <a:xfrm>
          <a:off x="294180" y="1961201"/>
          <a:ext cx="534873" cy="5348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4A7BA-292D-41CA-A4E1-17F829C2779F}">
      <dsp:nvSpPr>
        <dsp:cNvPr id="0" name=""/>
        <dsp:cNvSpPr/>
      </dsp:nvSpPr>
      <dsp:spPr>
        <a:xfrm>
          <a:off x="1123233" y="1742389"/>
          <a:ext cx="8600797" cy="9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23" tIns="102923" rIns="102923" bIns="10292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Sua função é executar programas armazenados na memória, buscando suas instruções, examinando-as e então executando uma após a outra.</a:t>
          </a:r>
          <a:endParaRPr lang="en-US" sz="2100" kern="1200" dirty="0"/>
        </a:p>
      </dsp:txBody>
      <dsp:txXfrm>
        <a:off x="1123233" y="1742389"/>
        <a:ext cx="8600797" cy="972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24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93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73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83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46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23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77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14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52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35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43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D0BA0-4684-481B-AC18-A64FC6D1DA3A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76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ickr.com/photos/uwehermann/3100832389/" TargetMode="External"/><Relationship Id="rId5" Type="http://schemas.openxmlformats.org/officeDocument/2006/relationships/image" Target="../media/image12.jpg"/><Relationship Id="rId4" Type="http://schemas.openxmlformats.org/officeDocument/2006/relationships/hyperlink" Target="https://pixabay.com/en/cpu-processor-macro-pen-pin-564772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pralves.net/post/2018/10/25/4-bit-ttl-alu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hodsmIm3L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9686E-33F0-96AE-2CE2-FE4D2B20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5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Espaço Reservado para Conteúdo 10" descr="Placa de circuito">
            <a:extLst>
              <a:ext uri="{FF2B5EF4-FFF2-40B4-BE49-F238E27FC236}">
                <a16:creationId xmlns:a16="http://schemas.microsoft.com/office/drawing/2014/main" id="{86AC5D74-23EF-C8A5-F3C3-07DB25F16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6" t="9091" r="1000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6" name="Rectangle 6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5B9562-2E9A-FA5D-ADAC-CEFF759F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</a:rPr>
              <a:t>Fundamentos de Hardware e Software</a:t>
            </a:r>
            <a:br>
              <a:rPr lang="en-US" sz="3700" dirty="0">
                <a:solidFill>
                  <a:schemeClr val="bg1"/>
                </a:solidFill>
              </a:rPr>
            </a:br>
            <a:r>
              <a:rPr lang="en-US" sz="3700" dirty="0">
                <a:solidFill>
                  <a:schemeClr val="bg1"/>
                </a:solidFill>
              </a:rPr>
              <a:t>Hardware</a:t>
            </a:r>
            <a:br>
              <a:rPr lang="en-US" sz="3700" dirty="0">
                <a:solidFill>
                  <a:schemeClr val="bg1"/>
                </a:solidFill>
              </a:rPr>
            </a:br>
            <a:br>
              <a:rPr lang="en-US" sz="3700" dirty="0">
                <a:solidFill>
                  <a:schemeClr val="bg1"/>
                </a:solidFill>
              </a:rPr>
            </a:br>
            <a:r>
              <a:rPr lang="en-US" sz="3700" dirty="0" err="1">
                <a:solidFill>
                  <a:schemeClr val="bg1"/>
                </a:solidFill>
              </a:rPr>
              <a:t>Processadores</a:t>
            </a:r>
            <a:endParaRPr lang="en-US" sz="3700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C9E71A-1635-9F09-AD98-0B99DA7B163C}"/>
              </a:ext>
            </a:extLst>
          </p:cNvPr>
          <p:cNvSpPr txBox="1"/>
          <p:nvPr/>
        </p:nvSpPr>
        <p:spPr>
          <a:xfrm>
            <a:off x="477980" y="4872922"/>
            <a:ext cx="402335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</a:rPr>
              <a:t>Professor: Prentys Assis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52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2EE05-3854-71A2-52E8-3F02079B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8D21E5-EE5E-D0F9-342E-D0B1C8275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3400" dirty="0">
                <a:solidFill>
                  <a:srgbClr val="FFFFFF"/>
                </a:solidFill>
              </a:rPr>
              <a:t>Fundamentos de Hardware e Software</a:t>
            </a:r>
            <a:br>
              <a:rPr lang="pt-BR" sz="3400" dirty="0">
                <a:solidFill>
                  <a:srgbClr val="FFFFFF"/>
                </a:solidFill>
              </a:rPr>
            </a:br>
            <a:r>
              <a:rPr lang="pt-BR" sz="3400" dirty="0">
                <a:solidFill>
                  <a:srgbClr val="FFFFFF"/>
                </a:solidFill>
              </a:rPr>
              <a:t>Hardware - Processadores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E12AACC1-9641-ADFD-0E48-CCFAC624E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b="0" i="0">
                <a:effectLst/>
                <a:latin typeface="Roboto" panose="02000000000000000000" pitchFamily="2" charset="0"/>
              </a:rPr>
              <a:t>O que aprendemos até aqui?</a:t>
            </a:r>
          </a:p>
          <a:p>
            <a:r>
              <a:rPr lang="pt-BR" sz="2000">
                <a:latin typeface="Roboto" panose="02000000000000000000" pitchFamily="2" charset="0"/>
              </a:rPr>
              <a:t>O conceito de Hardware e Software e a diferença entre eles;</a:t>
            </a:r>
          </a:p>
          <a:p>
            <a:r>
              <a:rPr lang="pt-BR" sz="2000" b="0" i="0">
                <a:effectLst/>
                <a:latin typeface="Roboto" panose="02000000000000000000" pitchFamily="2" charset="0"/>
              </a:rPr>
              <a:t>Arquitetura Básica de Hardware e Seus Componentes;</a:t>
            </a:r>
          </a:p>
          <a:p>
            <a:r>
              <a:rPr lang="pt-BR" sz="2000">
                <a:latin typeface="Roboto" panose="02000000000000000000" pitchFamily="2" charset="0"/>
              </a:rPr>
              <a:t>Os diferentes tipos de Computadores;</a:t>
            </a:r>
          </a:p>
          <a:p>
            <a:endParaRPr lang="pt-BR" sz="200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pt-BR" sz="2000">
                <a:latin typeface="Roboto" panose="02000000000000000000" pitchFamily="2" charset="0"/>
              </a:rPr>
              <a:t>E na última aula assistimos ao filme </a:t>
            </a:r>
            <a:r>
              <a:rPr lang="pt-BR" sz="2000" b="1" i="1" u="sng">
                <a:latin typeface="Palatino Linotype" panose="02040502050505030304" pitchFamily="18" charset="0"/>
              </a:rPr>
              <a:t>O Jogo da Imitação</a:t>
            </a:r>
            <a:r>
              <a:rPr lang="pt-BR" sz="2000">
                <a:latin typeface="Roboto" panose="02000000000000000000" pitchFamily="2" charset="0"/>
              </a:rPr>
              <a:t>, para servir de introdução a este conteúdo, então vamos lá?</a:t>
            </a:r>
          </a:p>
          <a:p>
            <a:pPr marL="0" indent="0">
              <a:buNone/>
            </a:pPr>
            <a:endParaRPr lang="pt-BR" sz="2000" b="0" i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55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F15661-E520-1E63-4182-973D6A84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pt-BR" sz="3700" dirty="0"/>
              <a:t>Fundamentos de Hardware e Software</a:t>
            </a:r>
            <a:br>
              <a:rPr lang="pt-BR" sz="3700" dirty="0"/>
            </a:br>
            <a:r>
              <a:rPr lang="pt-BR" sz="3700" dirty="0"/>
              <a:t>Hardware - Processadores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ço Reservado para Conteúdo 4" descr="Placa Mãe">
            <a:extLst>
              <a:ext uri="{FF2B5EF4-FFF2-40B4-BE49-F238E27FC236}">
                <a16:creationId xmlns:a16="http://schemas.microsoft.com/office/drawing/2014/main" id="{3C9611F7-9333-0412-2DB3-036E5FCC0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2" r="2" b="2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DB69C219-9C28-B2E9-6EA4-9D3AD1996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Objetivos de hoje:</a:t>
            </a:r>
          </a:p>
          <a:p>
            <a:pPr algn="just"/>
            <a:endParaRPr lang="pt-BR" sz="16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algn="just"/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Compreender o funcionamento do processador, seus componentes internos e como afetam o desempenho do computador</a:t>
            </a:r>
          </a:p>
          <a:p>
            <a:pPr algn="just"/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Explicar como o software instrui o hardware a executar tarefas específicas. Entender o funcionamento básico da execução de instruções.</a:t>
            </a:r>
          </a:p>
        </p:txBody>
      </p:sp>
    </p:spTree>
    <p:extLst>
      <p:ext uri="{BB962C8B-B14F-4D97-AF65-F5344CB8AC3E}">
        <p14:creationId xmlns:p14="http://schemas.microsoft.com/office/powerpoint/2010/main" val="40250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4907E-6B3E-9AD7-5079-908AA618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7747EE9-9D26-A217-20E1-89D107444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ED13E9-3055-AAE4-A2D1-FE27075DB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6D0E81-F69E-49E4-2309-14F40FC82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B19947-BE11-06B0-01BB-64232F6B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659A26-AC3C-CAA6-8053-7F1EF6DED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72D783-32FC-4038-8266-2718D88D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3400" dirty="0">
                <a:solidFill>
                  <a:srgbClr val="FFFFFF"/>
                </a:solidFill>
              </a:rPr>
              <a:t>Fundamentos de Hardware e Software</a:t>
            </a:r>
            <a:br>
              <a:rPr lang="pt-BR" sz="3400" dirty="0">
                <a:solidFill>
                  <a:srgbClr val="FFFFFF"/>
                </a:solidFill>
              </a:rPr>
            </a:br>
            <a:r>
              <a:rPr lang="pt-BR" sz="3400" dirty="0">
                <a:solidFill>
                  <a:srgbClr val="FFFFFF"/>
                </a:solidFill>
              </a:rPr>
              <a:t>Hardware - Processadores</a:t>
            </a:r>
          </a:p>
        </p:txBody>
      </p:sp>
      <p:graphicFrame>
        <p:nvGraphicFramePr>
          <p:cNvPr id="56" name="Content Placeholder 31">
            <a:extLst>
              <a:ext uri="{FF2B5EF4-FFF2-40B4-BE49-F238E27FC236}">
                <a16:creationId xmlns:a16="http://schemas.microsoft.com/office/drawing/2014/main" id="{A3409C1A-CCE2-9222-CA22-39D65CBDF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937503"/>
              </p:ext>
            </p:extLst>
          </p:nvPr>
        </p:nvGraphicFramePr>
        <p:xfrm>
          <a:off x="1371599" y="2759899"/>
          <a:ext cx="9724031" cy="324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31">
            <a:extLst>
              <a:ext uri="{FF2B5EF4-FFF2-40B4-BE49-F238E27FC236}">
                <a16:creationId xmlns:a16="http://schemas.microsoft.com/office/drawing/2014/main" id="{6971AFE4-D38F-DB9C-5ACE-B4FEC22EEAE2}"/>
              </a:ext>
            </a:extLst>
          </p:cNvPr>
          <p:cNvSpPr txBox="1">
            <a:spLocks/>
          </p:cNvSpPr>
          <p:nvPr/>
        </p:nvSpPr>
        <p:spPr>
          <a:xfrm>
            <a:off x="1371599" y="1892912"/>
            <a:ext cx="972403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latin typeface="Roboto" panose="02000000000000000000" pitchFamily="2" charset="0"/>
              </a:rPr>
              <a:t>O que é a CPU (Processador)?</a:t>
            </a:r>
          </a:p>
        </p:txBody>
      </p:sp>
    </p:spTree>
    <p:extLst>
      <p:ext uri="{BB962C8B-B14F-4D97-AF65-F5344CB8AC3E}">
        <p14:creationId xmlns:p14="http://schemas.microsoft.com/office/powerpoint/2010/main" val="345114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7A892-47A6-0C16-D70D-51367E94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840AA4-A90E-06E5-D181-137A69CA0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E361D9-754E-AD28-07FD-4124637FD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70A15-3D50-EBA5-1D5D-DA72AE4B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1A64FB-7920-3E18-8AF0-78518A5FC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E4DD2B-9298-887A-BBFD-EC2279014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D2FAA1-8AFE-660C-1D55-EAAE7A52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Processadores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FA53C8-E1E3-D1FC-9C72-89041052E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pt-BR" sz="20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235A9B-B18E-B047-14DD-9231F695A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590741"/>
            <a:ext cx="12192000" cy="5267260"/>
          </a:xfrm>
          <a:prstGeom prst="rect">
            <a:avLst/>
          </a:prstGeom>
        </p:spPr>
      </p:pic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DF64CFD6-0D7A-F8D2-32C9-3754C8657AA2}"/>
              </a:ext>
            </a:extLst>
          </p:cNvPr>
          <p:cNvSpPr txBox="1">
            <a:spLocks/>
          </p:cNvSpPr>
          <p:nvPr/>
        </p:nvSpPr>
        <p:spPr>
          <a:xfrm>
            <a:off x="1371599" y="1892912"/>
            <a:ext cx="972403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latin typeface="Roboto" panose="02000000000000000000" pitchFamily="2" charset="0"/>
              </a:rPr>
              <a:t>Principais Componentes de um Processador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C1335B-6407-FC6C-90E8-6B3BC63770D7}"/>
              </a:ext>
            </a:extLst>
          </p:cNvPr>
          <p:cNvSpPr txBox="1"/>
          <p:nvPr/>
        </p:nvSpPr>
        <p:spPr>
          <a:xfrm>
            <a:off x="7771364" y="6165503"/>
            <a:ext cx="271248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Soquete (Socket)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CBFD72-D78B-BB0E-7571-4C33899E4C44}"/>
              </a:ext>
            </a:extLst>
          </p:cNvPr>
          <p:cNvSpPr txBox="1"/>
          <p:nvPr/>
        </p:nvSpPr>
        <p:spPr>
          <a:xfrm>
            <a:off x="7441165" y="2581690"/>
            <a:ext cx="4293714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Barramento Interno da CPU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7A4B7C1-0E3C-A57C-EEA7-923DB8563074}"/>
              </a:ext>
            </a:extLst>
          </p:cNvPr>
          <p:cNvSpPr txBox="1"/>
          <p:nvPr/>
        </p:nvSpPr>
        <p:spPr>
          <a:xfrm>
            <a:off x="1236070" y="3990192"/>
            <a:ext cx="271248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Núcleo (Core)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D66BAF-EB6D-8AA0-400D-CF79407ED874}"/>
              </a:ext>
            </a:extLst>
          </p:cNvPr>
          <p:cNvSpPr txBox="1"/>
          <p:nvPr/>
        </p:nvSpPr>
        <p:spPr>
          <a:xfrm>
            <a:off x="7771364" y="4700643"/>
            <a:ext cx="3963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pela Alimentação elétrica do Processador.</a:t>
            </a:r>
          </a:p>
          <a:p>
            <a:r>
              <a:rPr lang="pt-BR" dirty="0"/>
              <a:t>O socket outra característica do Socket é definir a COMPATIBILIDADE com a Placa Mãe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36EA65-342B-E098-69A3-FE1904747B04}"/>
              </a:ext>
            </a:extLst>
          </p:cNvPr>
          <p:cNvSpPr txBox="1"/>
          <p:nvPr/>
        </p:nvSpPr>
        <p:spPr>
          <a:xfrm>
            <a:off x="7771364" y="3105834"/>
            <a:ext cx="3963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pela comunicação entre os componentes internos do núcleo, e entre núcleos.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E3B4ECD-4E2D-425B-831B-6CE3D756E047}"/>
              </a:ext>
            </a:extLst>
          </p:cNvPr>
          <p:cNvSpPr txBox="1"/>
          <p:nvPr/>
        </p:nvSpPr>
        <p:spPr>
          <a:xfrm>
            <a:off x="1236070" y="4451857"/>
            <a:ext cx="2712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por processar as informações que entram pelo Barramento Externo.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3BF0741-2229-2C74-A93A-CA84F345F252}"/>
              </a:ext>
            </a:extLst>
          </p:cNvPr>
          <p:cNvGrpSpPr/>
          <p:nvPr/>
        </p:nvGrpSpPr>
        <p:grpSpPr>
          <a:xfrm>
            <a:off x="1480701" y="3146594"/>
            <a:ext cx="2191851" cy="741332"/>
            <a:chOff x="1480701" y="3146594"/>
            <a:chExt cx="2191851" cy="741332"/>
          </a:xfrm>
        </p:grpSpPr>
        <p:sp>
          <p:nvSpPr>
            <p:cNvPr id="19" name="Seta: para a Direita 18">
              <a:extLst>
                <a:ext uri="{FF2B5EF4-FFF2-40B4-BE49-F238E27FC236}">
                  <a16:creationId xmlns:a16="http://schemas.microsoft.com/office/drawing/2014/main" id="{05168069-8AC4-50AF-CBDE-4A06555938F5}"/>
                </a:ext>
              </a:extLst>
            </p:cNvPr>
            <p:cNvSpPr/>
            <p:nvPr/>
          </p:nvSpPr>
          <p:spPr>
            <a:xfrm rot="5400000">
              <a:off x="1450582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Seta: para a Direita 19">
              <a:extLst>
                <a:ext uri="{FF2B5EF4-FFF2-40B4-BE49-F238E27FC236}">
                  <a16:creationId xmlns:a16="http://schemas.microsoft.com/office/drawing/2014/main" id="{FEF7FD71-1482-23E5-6CDA-05F568C671E2}"/>
                </a:ext>
              </a:extLst>
            </p:cNvPr>
            <p:cNvSpPr/>
            <p:nvPr/>
          </p:nvSpPr>
          <p:spPr>
            <a:xfrm rot="5400000">
              <a:off x="2205961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A5263205-4F8F-22CE-8305-2F1A27F21375}"/>
                </a:ext>
              </a:extLst>
            </p:cNvPr>
            <p:cNvSpPr/>
            <p:nvPr/>
          </p:nvSpPr>
          <p:spPr>
            <a:xfrm rot="5400000">
              <a:off x="2961339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91007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B0B34-FE50-4FC4-C524-509E47CC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4FA257-A320-188C-F713-99778F3B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5AFF4-BAEB-8E31-6C86-7FF6FA102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0BA7E-502C-FDC1-9319-BCECD7A63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A7F8D-684B-20F5-4B61-77E335972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9C8D7C-F57D-91D7-AA00-2E236F603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63EA9E-EE13-D6D0-656D-FA30BB31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Núcleo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E0FA9359-6956-E0C5-294C-6E797344B97F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5028406-699B-3227-CD71-05742717A793}"/>
              </a:ext>
            </a:extLst>
          </p:cNvPr>
          <p:cNvSpPr txBox="1"/>
          <p:nvPr/>
        </p:nvSpPr>
        <p:spPr>
          <a:xfrm>
            <a:off x="1090392" y="2255524"/>
            <a:ext cx="6527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 A parte interna da CPU que recebe o nome de Núcleo (Core) utiliza o esquema desenvolvido por John Von Neumann, sendo esta composta de: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Registradores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Lógica Aritmética (ULA ou ALU)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de Controle (UC)</a:t>
            </a:r>
          </a:p>
          <a:p>
            <a:pPr algn="just"/>
            <a:endParaRPr lang="pt-BR" dirty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75544FB-C7B7-F5C4-4AB5-32550A106374}"/>
              </a:ext>
            </a:extLst>
          </p:cNvPr>
          <p:cNvGrpSpPr/>
          <p:nvPr/>
        </p:nvGrpSpPr>
        <p:grpSpPr>
          <a:xfrm>
            <a:off x="8039754" y="2136342"/>
            <a:ext cx="3471883" cy="3787505"/>
            <a:chOff x="698500" y="2110942"/>
            <a:chExt cx="3471883" cy="3787505"/>
          </a:xfrm>
        </p:grpSpPr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A5B3FB43-2F4F-D192-4B48-2C13F6717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500" y="2110942"/>
              <a:ext cx="3471883" cy="3644900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DD78408C-919D-6558-ED6D-0C680C2AD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509" y="5613236"/>
              <a:ext cx="2076692" cy="285211"/>
            </a:xfrm>
            <a:prstGeom prst="rect">
              <a:avLst/>
            </a:prstGeom>
          </p:spPr>
        </p:pic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BB58851-4CEC-5F35-40F5-C84E695FBB66}"/>
              </a:ext>
            </a:extLst>
          </p:cNvPr>
          <p:cNvSpPr txBox="1"/>
          <p:nvPr/>
        </p:nvSpPr>
        <p:spPr>
          <a:xfrm>
            <a:off x="1104247" y="444651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Utilizando estes componentes podemos dizer que a CPU possui duas unidades básicas: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i="1" dirty="0"/>
              <a:t>Unidade Funcional de Processamento (ULA + Registradores)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Funcional de Controle (UC + Registradores)</a:t>
            </a:r>
          </a:p>
        </p:txBody>
      </p:sp>
      <p:sp>
        <p:nvSpPr>
          <p:cNvPr id="36" name="Explosão: 8 Pontos 35">
            <a:extLst>
              <a:ext uri="{FF2B5EF4-FFF2-40B4-BE49-F238E27FC236}">
                <a16:creationId xmlns:a16="http://schemas.microsoft.com/office/drawing/2014/main" id="{53E3ED61-A2BC-1E59-2BAC-89A710B618BC}"/>
              </a:ext>
            </a:extLst>
          </p:cNvPr>
          <p:cNvSpPr/>
          <p:nvPr/>
        </p:nvSpPr>
        <p:spPr>
          <a:xfrm>
            <a:off x="1968500" y="4073441"/>
            <a:ext cx="4102755" cy="2603500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Mas vamos deixar essa ideia de lado por enquanto!!!</a:t>
            </a:r>
          </a:p>
        </p:txBody>
      </p:sp>
    </p:spTree>
    <p:extLst>
      <p:ext uri="{BB962C8B-B14F-4D97-AF65-F5344CB8AC3E}">
        <p14:creationId xmlns:p14="http://schemas.microsoft.com/office/powerpoint/2010/main" val="269800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35" grpId="0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CEFE8-6457-EFB3-FE4F-CA879F09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78C9EB-906C-95EC-1770-8CDC67346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B19FE-3291-DC62-FFF8-2928A83B4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BB5040-7368-914E-0BA2-34A3975A8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593B8-AF72-AAE1-F5A9-B960427D0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DEF614-6797-65F2-B762-B1713651B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FD8E3E-3DFA-0C2C-FBD3-63F8FB75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- Registradores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F117411A-B6F0-8FED-D06C-17A8C866250C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11DDD5E-3B5A-88D0-98BB-A2FF8005E728}"/>
              </a:ext>
            </a:extLst>
          </p:cNvPr>
          <p:cNvSpPr txBox="1"/>
          <p:nvPr/>
        </p:nvSpPr>
        <p:spPr>
          <a:xfrm>
            <a:off x="620163" y="1945827"/>
            <a:ext cx="652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Registradores: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São tipos de memórias bem pequenas, mas extremamente velozes.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Tem a com principal função de </a:t>
            </a:r>
            <a:r>
              <a:rPr lang="pt-BR" b="1" dirty="0">
                <a:highlight>
                  <a:srgbClr val="00FFFF"/>
                </a:highlight>
              </a:rPr>
              <a:t>ARMAZENAR</a:t>
            </a:r>
            <a:r>
              <a:rPr lang="pt-BR" dirty="0"/>
              <a:t> dados ou instruções temporariamente, enquanto os demais componentes trabalham com ela.</a:t>
            </a:r>
          </a:p>
          <a:p>
            <a:pPr algn="just"/>
            <a:endParaRPr lang="pt-BR" dirty="0"/>
          </a:p>
          <a:p>
            <a:pPr algn="just"/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563F0B-7AC2-DA2F-C126-AC116E495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298" y="1588287"/>
            <a:ext cx="2814012" cy="2600705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7627280B-7C58-FFD8-F497-F0DCC408470A}"/>
              </a:ext>
            </a:extLst>
          </p:cNvPr>
          <p:cNvGrpSpPr/>
          <p:nvPr/>
        </p:nvGrpSpPr>
        <p:grpSpPr>
          <a:xfrm>
            <a:off x="2837945" y="4588305"/>
            <a:ext cx="2627142" cy="2055003"/>
            <a:chOff x="2837945" y="4588305"/>
            <a:chExt cx="2627142" cy="2055003"/>
          </a:xfrm>
        </p:grpSpPr>
        <p:pic>
          <p:nvPicPr>
            <p:cNvPr id="6" name="Imagem 5" descr="Circuito eletrônico com fios&#10;&#10;O conteúdo gerado por IA pode estar incorreto.">
              <a:extLst>
                <a:ext uri="{FF2B5EF4-FFF2-40B4-BE49-F238E27FC236}">
                  <a16:creationId xmlns:a16="http://schemas.microsoft.com/office/drawing/2014/main" id="{DE3437C7-9450-F573-216B-8433E8DE4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44" t="5052" r="37254" b="21435"/>
            <a:stretch/>
          </p:blipFill>
          <p:spPr>
            <a:xfrm>
              <a:off x="2837945" y="4588305"/>
              <a:ext cx="2627142" cy="2055003"/>
            </a:xfrm>
            <a:prstGeom prst="rect">
              <a:avLst/>
            </a:prstGeom>
          </p:spPr>
        </p:pic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8A4A74AC-0C99-4936-F0AB-7ADCE06CBDE0}"/>
                </a:ext>
              </a:extLst>
            </p:cNvPr>
            <p:cNvSpPr/>
            <p:nvPr/>
          </p:nvSpPr>
          <p:spPr>
            <a:xfrm>
              <a:off x="3225800" y="5266557"/>
              <a:ext cx="1117594" cy="698500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2D919471-2534-F522-6869-1B2DD6FFE691}"/>
              </a:ext>
            </a:extLst>
          </p:cNvPr>
          <p:cNvGrpSpPr/>
          <p:nvPr/>
        </p:nvGrpSpPr>
        <p:grpSpPr>
          <a:xfrm>
            <a:off x="6715696" y="4618378"/>
            <a:ext cx="3174672" cy="1847714"/>
            <a:chOff x="6715696" y="4618378"/>
            <a:chExt cx="3174672" cy="1847714"/>
          </a:xfrm>
        </p:grpSpPr>
        <p:pic>
          <p:nvPicPr>
            <p:cNvPr id="11" name="Imagem 10" descr="Circuito eletrônico com fios&#10;&#10;O conteúdo gerado por IA pode estar incorreto.">
              <a:extLst>
                <a:ext uri="{FF2B5EF4-FFF2-40B4-BE49-F238E27FC236}">
                  <a16:creationId xmlns:a16="http://schemas.microsoft.com/office/drawing/2014/main" id="{FA9AC064-63E8-420E-7ACE-4327DBEC4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10996" t="17294" r="7375" b="19359"/>
            <a:stretch/>
          </p:blipFill>
          <p:spPr>
            <a:xfrm rot="20824124">
              <a:off x="6715696" y="4618378"/>
              <a:ext cx="3174672" cy="1847714"/>
            </a:xfrm>
            <a:prstGeom prst="rect">
              <a:avLst/>
            </a:prstGeom>
          </p:spPr>
        </p:pic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6602E8C6-4A75-9BDC-A461-53DDA11B8EC5}"/>
                </a:ext>
              </a:extLst>
            </p:cNvPr>
            <p:cNvSpPr/>
            <p:nvPr/>
          </p:nvSpPr>
          <p:spPr>
            <a:xfrm rot="20408475">
              <a:off x="7773942" y="5035337"/>
              <a:ext cx="1496519" cy="916198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1238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AC961-8605-C7E8-4E5F-DC4B4481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EFF0D1-B6CA-3927-430E-D65F3DD6A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9FB0AE-4EA9-2722-9FB0-41765D8B2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A43052-1027-2A41-2CB1-9D6B7FC98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F5A862-4309-E05C-114C-F95D250B5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5843FC-5B58-D1F2-97C2-07D97BA8A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6D21B-F684-CD6C-FDD4-DFBCADF9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ULA (Unidade Lógica e Aritmética)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A461CB1D-248B-3372-B576-FCA85D50CBAB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947C736D-0E4D-5A71-1DDC-087AFDF8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1" t="43212" r="38748" b="6390"/>
          <a:stretch/>
        </p:blipFill>
        <p:spPr>
          <a:xfrm>
            <a:off x="8996787" y="1621091"/>
            <a:ext cx="2663685" cy="2441255"/>
          </a:xfrm>
          <a:prstGeom prst="rect">
            <a:avLst/>
          </a:prstGeom>
        </p:spPr>
      </p:pic>
      <p:pic>
        <p:nvPicPr>
          <p:cNvPr id="9" name="Imagem 8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EBC1689B-AA1E-8878-ED33-2C7532F32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365087" y="4213800"/>
            <a:ext cx="2046217" cy="2046217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8854A6E1-43F1-48B6-FC36-6DBDE5949089}"/>
              </a:ext>
            </a:extLst>
          </p:cNvPr>
          <p:cNvSpPr/>
          <p:nvPr/>
        </p:nvSpPr>
        <p:spPr>
          <a:xfrm>
            <a:off x="10020300" y="2384519"/>
            <a:ext cx="755005" cy="393700"/>
          </a:xfrm>
          <a:prstGeom prst="ellips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C6B5D1-4D31-5BBE-DD37-285B59FB3223}"/>
              </a:ext>
            </a:extLst>
          </p:cNvPr>
          <p:cNvSpPr txBox="1"/>
          <p:nvPr/>
        </p:nvSpPr>
        <p:spPr>
          <a:xfrm>
            <a:off x="620163" y="1945827"/>
            <a:ext cx="652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ULA – Unidade Lógica e Aritmética: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A ULA ou ALU, é responsável por processar os dado, e fazer operações, sejam elas Lógicas ou Aritméticas, ou seja: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Somar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Subtrair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Multiplicar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Duvidir</a:t>
            </a: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XOR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Etc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8013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C51D1-5909-C879-2201-C4081D0D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44D568-DBC6-B8F2-C839-AF0367A89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4BEEBA-572E-819C-C620-023B3DF9F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ABFA7-ACEF-C730-CB41-1EB2469E1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64C3A7-11A7-207B-2DC7-B96BEFF47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5D18A8-49AD-F0C1-3E40-B0E677F7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1A66F1-4602-1D2E-C909-98FB715C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UC (Unidade de Controle)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D691BD-3CB6-E19A-511A-5406F9D9787E}"/>
              </a:ext>
            </a:extLst>
          </p:cNvPr>
          <p:cNvSpPr txBox="1"/>
          <p:nvPr/>
        </p:nvSpPr>
        <p:spPr>
          <a:xfrm>
            <a:off x="620163" y="1945827"/>
            <a:ext cx="652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UC – Unidade de Controle: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A Unidade de Controle é quem comando e controla o processo das instruções, ou seja, é ela quem INTERPRETA todos os comandos provenientes dos outros componentes do computador e os envia para ULA.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Ela controla a entrada a saída de dados para as memórias Primárias e Secundárias.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UC também controla e sequencia as operação a fim de sincronizar o tempo de execução, controlando assim o fluxo de dados entre os </a:t>
            </a:r>
            <a:r>
              <a:rPr lang="pt-BR" b="1" dirty="0"/>
              <a:t>REGISTRADORES</a:t>
            </a:r>
            <a:r>
              <a:rPr lang="pt-BR" dirty="0"/>
              <a:t> e a </a:t>
            </a:r>
            <a:r>
              <a:rPr lang="pt-BR" b="1" dirty="0"/>
              <a:t>ULA</a:t>
            </a:r>
            <a:r>
              <a:rPr lang="pt-BR" dirty="0"/>
              <a:t>.</a:t>
            </a:r>
            <a:endParaRPr lang="pt-BR" b="1" dirty="0"/>
          </a:p>
        </p:txBody>
      </p:sp>
      <p:sp>
        <p:nvSpPr>
          <p:cNvPr id="4" name="Chave Direita 3">
            <a:extLst>
              <a:ext uri="{FF2B5EF4-FFF2-40B4-BE49-F238E27FC236}">
                <a16:creationId xmlns:a16="http://schemas.microsoft.com/office/drawing/2014/main" id="{6564527F-3BE7-C325-FF89-87E0BD3EC323}"/>
              </a:ext>
            </a:extLst>
          </p:cNvPr>
          <p:cNvSpPr/>
          <p:nvPr/>
        </p:nvSpPr>
        <p:spPr>
          <a:xfrm>
            <a:off x="6985000" y="1945827"/>
            <a:ext cx="609600" cy="4277173"/>
          </a:xfrm>
          <a:prstGeom prst="rightBrace">
            <a:avLst>
              <a:gd name="adj1" fmla="val 8333"/>
              <a:gd name="adj2" fmla="val 4970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0F4698-E198-7863-E69E-3975A9B94962}"/>
              </a:ext>
            </a:extLst>
          </p:cNvPr>
          <p:cNvSpPr txBox="1"/>
          <p:nvPr/>
        </p:nvSpPr>
        <p:spPr>
          <a:xfrm>
            <a:off x="7648051" y="1555079"/>
            <a:ext cx="42645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Contador de Instruções (CI)</a:t>
            </a:r>
          </a:p>
          <a:p>
            <a:pPr algn="just"/>
            <a:r>
              <a:rPr lang="pt-BR" sz="1400" i="1" dirty="0"/>
              <a:t>Realiza a contagem das </a:t>
            </a:r>
            <a:r>
              <a:rPr lang="pt-BR" sz="1400" i="1" dirty="0">
                <a:highlight>
                  <a:srgbClr val="00FFFF"/>
                </a:highlight>
              </a:rPr>
              <a:t>Instruções</a:t>
            </a:r>
            <a:r>
              <a:rPr lang="pt-BR" sz="1400" i="1" dirty="0"/>
              <a:t>, e aponta qual a próxima etapa a ser buscada na memória pra ser executada.</a:t>
            </a:r>
          </a:p>
          <a:p>
            <a:pPr algn="just"/>
            <a:endParaRPr lang="pt-BR" sz="1400" b="1" i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94701E8-3631-2508-1466-8325D2FCCAC8}"/>
              </a:ext>
            </a:extLst>
          </p:cNvPr>
          <p:cNvSpPr txBox="1"/>
          <p:nvPr/>
        </p:nvSpPr>
        <p:spPr>
          <a:xfrm>
            <a:off x="7648051" y="2510843"/>
            <a:ext cx="426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Registrador de Instruções (RI)</a:t>
            </a:r>
          </a:p>
          <a:p>
            <a:pPr algn="just"/>
            <a:r>
              <a:rPr lang="pt-BR" sz="1400" i="1" dirty="0"/>
              <a:t>Recebe a instrução que será executada naquele momento pela ULA.</a:t>
            </a:r>
          </a:p>
          <a:p>
            <a:pPr algn="just"/>
            <a:endParaRPr lang="pt-BR" sz="1400" b="1" i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CCFA246-2A4B-F08A-99CE-E64EFEB878FB}"/>
              </a:ext>
            </a:extLst>
          </p:cNvPr>
          <p:cNvSpPr txBox="1"/>
          <p:nvPr/>
        </p:nvSpPr>
        <p:spPr>
          <a:xfrm>
            <a:off x="7648051" y="3277621"/>
            <a:ext cx="42645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Decodificador de Instruções</a:t>
            </a:r>
          </a:p>
          <a:p>
            <a:pPr algn="just"/>
            <a:r>
              <a:rPr lang="pt-BR" sz="1400" i="1" dirty="0"/>
              <a:t>Recebe a instrução que vem do RI (em código Binário, ou seja 0 e 1, e o decodifica para ser encaminhado a ULA.</a:t>
            </a:r>
          </a:p>
          <a:p>
            <a:pPr algn="just"/>
            <a:endParaRPr lang="pt-BR" sz="1400" i="1" dirty="0"/>
          </a:p>
          <a:p>
            <a:pPr algn="just"/>
            <a:endParaRPr lang="pt-BR" sz="1400" dirty="0"/>
          </a:p>
          <a:p>
            <a:pPr algn="just"/>
            <a:endParaRPr lang="pt-BR" sz="1400" b="1" i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492E04-EAA3-1E41-3942-F653E9DA1742}"/>
              </a:ext>
            </a:extLst>
          </p:cNvPr>
          <p:cNvSpPr txBox="1"/>
          <p:nvPr/>
        </p:nvSpPr>
        <p:spPr>
          <a:xfrm>
            <a:off x="7648051" y="4500397"/>
            <a:ext cx="42645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RDM – Registrador de Dados de Memória</a:t>
            </a:r>
          </a:p>
          <a:p>
            <a:pPr algn="just"/>
            <a:r>
              <a:rPr lang="pt-BR" sz="1600" i="1" dirty="0"/>
              <a:t>Armazena temporariamente os dados que chegam das memórias</a:t>
            </a:r>
            <a:r>
              <a:rPr lang="pt-BR" sz="1600" b="1" i="1" dirty="0"/>
              <a:t> </a:t>
            </a:r>
            <a:r>
              <a:rPr lang="pt-BR" sz="1600" i="1" dirty="0"/>
              <a:t>internas do processador, como a CACHE e os demais registradores.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EE8FE79-E0BD-312B-BBAA-C93DC08E34E8}"/>
              </a:ext>
            </a:extLst>
          </p:cNvPr>
          <p:cNvSpPr txBox="1"/>
          <p:nvPr/>
        </p:nvSpPr>
        <p:spPr>
          <a:xfrm>
            <a:off x="7594600" y="5901742"/>
            <a:ext cx="4264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RDM – Registrado de Endereços de memória</a:t>
            </a:r>
          </a:p>
          <a:p>
            <a:pPr algn="just"/>
            <a:r>
              <a:rPr lang="pt-BR" sz="1600" i="1" dirty="0"/>
              <a:t>Armazena temporariamente o endereço da informação em determinada memória.</a:t>
            </a:r>
          </a:p>
        </p:txBody>
      </p:sp>
      <p:sp>
        <p:nvSpPr>
          <p:cNvPr id="19" name="Meio-quadro 18">
            <a:extLst>
              <a:ext uri="{FF2B5EF4-FFF2-40B4-BE49-F238E27FC236}">
                <a16:creationId xmlns:a16="http://schemas.microsoft.com/office/drawing/2014/main" id="{FBA58E45-8EA1-2B5E-966E-4F6D17F198F4}"/>
              </a:ext>
            </a:extLst>
          </p:cNvPr>
          <p:cNvSpPr/>
          <p:nvPr/>
        </p:nvSpPr>
        <p:spPr>
          <a:xfrm>
            <a:off x="9156700" y="177800"/>
            <a:ext cx="2110850" cy="914400"/>
          </a:xfrm>
          <a:prstGeom prst="halfFrame">
            <a:avLst>
              <a:gd name="adj1" fmla="val 15277"/>
              <a:gd name="adj2" fmla="val 16666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rgbClr val="FFC000"/>
                </a:solidFill>
                <a:highlight>
                  <a:srgbClr val="FF0000"/>
                </a:highlight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71592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1" grpId="0"/>
      <p:bldP spid="15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080D3-3C83-5581-F5EE-C84EDA42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803ACA-9EFF-9947-1212-AACC7F67D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8C890-E7DC-2DB4-074E-2D71DCAD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6FCF87-864D-1081-6BAD-5B6D26DD1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81200B-94FE-F096-0305-30088AB48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59BB0-C8E4-F096-88F0-2DC23F76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7CBDA3-CF97-848D-5718-3AC116D04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Buscar, Decodificar e Executar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996CE8-5082-40B2-5F29-C434E9BA7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745"/>
            <a:ext cx="12192000" cy="52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8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7D967BCA-C081-D3ED-8B1E-F68D6D61F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2791731-3F63-B2BF-72D9-9AACEFDD817A}"/>
              </a:ext>
            </a:extLst>
          </p:cNvPr>
          <p:cNvGrpSpPr/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1E79FBE4-5409-89F7-A023-02624FCF11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AE5F415-F0CF-4EF5-3DE4-9493E56472FA}"/>
                </a:ext>
              </a:extLst>
            </p:cNvPr>
            <p:cNvSpPr txBox="1"/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F65517F-E2BB-D571-20A9-C2A81EA4A531}"/>
              </a:ext>
            </a:extLst>
          </p:cNvPr>
          <p:cNvSpPr/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1E87DA3-8990-AFE8-71D8-B518527BE351}"/>
              </a:ext>
            </a:extLst>
          </p:cNvPr>
          <p:cNvSpPr/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3DE2787-D4B1-FB9D-0781-DCE062377883}"/>
              </a:ext>
            </a:extLst>
          </p:cNvPr>
          <p:cNvSpPr/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815AEBF2-2C52-0576-BEF2-6E0ECAAC4C84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0415FAD-F0E3-D336-758D-B0C773A97848}"/>
              </a:ext>
            </a:extLst>
          </p:cNvPr>
          <p:cNvGrpSpPr/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A587BD10-A996-01A7-DABF-2C24509BE4C7}"/>
                </a:ext>
              </a:extLst>
            </p:cNvPr>
            <p:cNvSpPr/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F1D5B3C-C26F-FC16-A326-BB8A50789281}"/>
                </a:ext>
              </a:extLst>
            </p:cNvPr>
            <p:cNvSpPr txBox="1"/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8FC26F10-3AEE-DF52-A222-37CC08E302A1}"/>
              </a:ext>
            </a:extLst>
          </p:cNvPr>
          <p:cNvGrpSpPr/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83475FD1-A86C-D49D-4B4A-BF6FB8F5803C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480887F-C65E-5807-74B8-A3B6CFC56EBE}"/>
                </a:ext>
              </a:extLst>
            </p:cNvPr>
            <p:cNvGrpSpPr/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532D1C06-4061-8EBF-ED51-55B0D60620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4880D090-F646-AD14-2156-B1D47942A7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64F04319-124A-08C7-8745-9852461209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6E5281FD-6A7B-460A-1567-66ED163E8D3A}"/>
                </a:ext>
              </a:extLst>
            </p:cNvPr>
            <p:cNvGrpSpPr/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FF14B70E-9773-74EB-D73C-C3B7BE51F3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53DDF755-E403-708D-5D7B-EAED46E4F9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93F560D3-BFC5-DD6F-DD84-8C022C0919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22021E9-971C-5360-9B0B-DA47819570DE}"/>
              </a:ext>
            </a:extLst>
          </p:cNvPr>
          <p:cNvSpPr/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DF3FA1FD-A4CE-626C-D95B-9A106ECB2081}"/>
              </a:ext>
            </a:extLst>
          </p:cNvPr>
          <p:cNvSpPr/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E66AC2AD-40A1-1DB5-FC31-A0EA3D2FD3D5}"/>
              </a:ext>
            </a:extLst>
          </p:cNvPr>
          <p:cNvSpPr/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BF3E19E-4F21-0417-D0E4-25AC46ED7140}"/>
              </a:ext>
            </a:extLst>
          </p:cNvPr>
          <p:cNvSpPr/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D8B83251-4CBE-E22E-C4C5-BDBB986B8760}"/>
              </a:ext>
            </a:extLst>
          </p:cNvPr>
          <p:cNvSpPr/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F2A3631C-E6AC-1F9D-1420-D1FC0795E8E2}"/>
              </a:ext>
            </a:extLst>
          </p:cNvPr>
          <p:cNvSpPr/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C3FE191B-BB73-1D76-D9B5-0EF631516E55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4323B01-CDC5-A586-102A-830E35971EC4}"/>
              </a:ext>
            </a:extLst>
          </p:cNvPr>
          <p:cNvSpPr/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AEAA7951-1C11-D5BC-8D26-7F67F100E6CD}"/>
              </a:ext>
            </a:extLst>
          </p:cNvPr>
          <p:cNvSpPr/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1928291C-C834-9A94-0E7C-B605686D9BC7}"/>
              </a:ext>
            </a:extLst>
          </p:cNvPr>
          <p:cNvSpPr/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6B332031-15B9-A233-C428-40C47EAC56D3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0C9C41F3-C5A2-0D95-144F-684F52CB5F0C}"/>
              </a:ext>
            </a:extLst>
          </p:cNvPr>
          <p:cNvSpPr/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043137CE-0991-0BCC-8A9A-F056E28CB099}"/>
              </a:ext>
            </a:extLst>
          </p:cNvPr>
          <p:cNvSpPr/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C5B6A50F-338B-D010-DCEA-4C308BDCE623}"/>
              </a:ext>
            </a:extLst>
          </p:cNvPr>
          <p:cNvSpPr/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C63617AD-748A-98CB-F602-CBE7626D87C2}"/>
              </a:ext>
            </a:extLst>
          </p:cNvPr>
          <p:cNvSpPr/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5CCEBF45-E376-E35A-1469-2ABCA37BB640}"/>
              </a:ext>
            </a:extLst>
          </p:cNvPr>
          <p:cNvSpPr/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A1629E5C-A971-353E-45A1-272A3FFEF563}"/>
              </a:ext>
            </a:extLst>
          </p:cNvPr>
          <p:cNvSpPr/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078A9AE5-F0A9-5CFE-3956-D8D6AFC8C4BB}"/>
              </a:ext>
            </a:extLst>
          </p:cNvPr>
          <p:cNvSpPr/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213E3708-169E-E34A-3C2D-B2F7AB39ED1A}"/>
              </a:ext>
            </a:extLst>
          </p:cNvPr>
          <p:cNvSpPr/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D8F96687-0320-A91F-D5C2-7543B9608186}"/>
              </a:ext>
            </a:extLst>
          </p:cNvPr>
          <p:cNvSpPr/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A03CF99F-41F8-E695-B822-70961C9B0F0B}"/>
              </a:ext>
            </a:extLst>
          </p:cNvPr>
          <p:cNvSpPr/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779A4192-C9D6-DDE9-FDE4-9F9274A1A11B}"/>
              </a:ext>
            </a:extLst>
          </p:cNvPr>
          <p:cNvSpPr/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0A09C91E-C94C-8BA2-C5F3-1DB7B6B79C0E}"/>
              </a:ext>
            </a:extLst>
          </p:cNvPr>
          <p:cNvSpPr/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F594E75D-2AA5-D1AB-308C-16E146F4FE63}"/>
              </a:ext>
            </a:extLst>
          </p:cNvPr>
          <p:cNvSpPr/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09360C7A-89D7-0BE4-B7C4-9FCF16833C34}"/>
              </a:ext>
            </a:extLst>
          </p:cNvPr>
          <p:cNvSpPr/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73DFEE6-3540-9DD9-BA0B-093EC99993DB}"/>
              </a:ext>
            </a:extLst>
          </p:cNvPr>
          <p:cNvSpPr/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006FD33C-4B84-072B-6AFD-107A069E0D87}"/>
              </a:ext>
            </a:extLst>
          </p:cNvPr>
          <p:cNvSpPr/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988A3ED8-D758-4683-A17D-531489962D72}"/>
              </a:ext>
            </a:extLst>
          </p:cNvPr>
          <p:cNvSpPr/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4BA5A374-0B31-29A3-EB1D-6D089DE34238}"/>
              </a:ext>
            </a:extLst>
          </p:cNvPr>
          <p:cNvSpPr/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EA72CAE7-7D01-C807-F987-F3AA21527594}"/>
              </a:ext>
            </a:extLst>
          </p:cNvPr>
          <p:cNvSpPr/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0A9922D0-C662-7F69-BCB4-257A6737B14E}"/>
              </a:ext>
            </a:extLst>
          </p:cNvPr>
          <p:cNvSpPr/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5E3A809F-1330-01AF-B410-9B9B61E4A870}"/>
              </a:ext>
            </a:extLst>
          </p:cNvPr>
          <p:cNvSpPr/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2C1AE4E-4A02-9CD4-0F0A-DC5CC1F21DFB}"/>
              </a:ext>
            </a:extLst>
          </p:cNvPr>
          <p:cNvSpPr/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C9987BFF-DB1F-B924-95A2-84CF28EC10FB}"/>
              </a:ext>
            </a:extLst>
          </p:cNvPr>
          <p:cNvSpPr/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005140C8-D3AB-DF2F-0541-A39DE2B7DB8A}"/>
              </a:ext>
            </a:extLst>
          </p:cNvPr>
          <p:cNvGrpSpPr/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0633B56A-8873-70F6-53A4-83AE0926B2B8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51B68982-32F2-E506-0065-33BF2A91E9DF}"/>
                </a:ext>
              </a:extLst>
            </p:cNvPr>
            <p:cNvGrpSpPr/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8E3A9F4-CB16-F984-EC7E-E3DEE64B22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EEE9F333-BAFE-6861-A2BA-011C0CD9A7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D1955898-DE81-6D3F-8A4F-62DF0C811D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3E84E47E-3F24-B577-4493-7104E683E4FD}"/>
                </a:ext>
              </a:extLst>
            </p:cNvPr>
            <p:cNvGrpSpPr/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2F3E77F8-CF3F-CFFA-2893-17F909DC14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866DCF9E-7CFC-4DFE-4B96-CBBE650969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1315A80D-EF28-8026-95E5-B18AB5F002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73FB8EF-5042-4CB6-5F15-C6D2D0EA136C}"/>
              </a:ext>
            </a:extLst>
          </p:cNvPr>
          <p:cNvSpPr/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34D9569-677D-EA14-A649-BA3A03873824}"/>
              </a:ext>
            </a:extLst>
          </p:cNvPr>
          <p:cNvSpPr/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F3D96655-285C-8625-0300-DE0089340371}"/>
              </a:ext>
            </a:extLst>
          </p:cNvPr>
          <p:cNvSpPr/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24D98ED0-EB81-7676-F9DE-F15FF17F419C}"/>
              </a:ext>
            </a:extLst>
          </p:cNvPr>
          <p:cNvSpPr txBox="1"/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61455473-585C-68AF-CC4F-ACDF3AB44598}"/>
              </a:ext>
            </a:extLst>
          </p:cNvPr>
          <p:cNvSpPr txBox="1"/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0B7CE831-8F1F-190B-12A9-30A6E3E24E97}"/>
              </a:ext>
            </a:extLst>
          </p:cNvPr>
          <p:cNvSpPr/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C2606D9D-0D36-3009-DEA5-9CFA70399B99}"/>
              </a:ext>
            </a:extLst>
          </p:cNvPr>
          <p:cNvSpPr/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FAF9D944-6BE0-F7AB-EFAB-6949FE936313}"/>
              </a:ext>
            </a:extLst>
          </p:cNvPr>
          <p:cNvSpPr/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C3361D3E-E286-9744-12E5-77E78F50ACFF}"/>
              </a:ext>
            </a:extLst>
          </p:cNvPr>
          <p:cNvSpPr txBox="1"/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E2A3AD09-4122-3113-0AA4-D5A518ABB301}"/>
              </a:ext>
            </a:extLst>
          </p:cNvPr>
          <p:cNvSpPr/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572F56CD-CA04-FC28-B21F-798C63DCE4BE}"/>
              </a:ext>
            </a:extLst>
          </p:cNvPr>
          <p:cNvSpPr/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3B65C7D7-98A7-765C-DE12-FCD62513B893}"/>
              </a:ext>
            </a:extLst>
          </p:cNvPr>
          <p:cNvSpPr/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0AD25E6A-7886-78A9-EE58-E04CA5072807}"/>
              </a:ext>
            </a:extLst>
          </p:cNvPr>
          <p:cNvSpPr/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F72DE42A-3BEC-9FA4-283C-6E1C23959BA9}"/>
              </a:ext>
            </a:extLst>
          </p:cNvPr>
          <p:cNvSpPr/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E7DF3881-5929-5EDF-F648-CE6161B7B65B}"/>
              </a:ext>
            </a:extLst>
          </p:cNvPr>
          <p:cNvSpPr txBox="1"/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137FD31A-6D7E-B61F-4FBD-356153DA6CD3}"/>
              </a:ext>
            </a:extLst>
          </p:cNvPr>
          <p:cNvSpPr txBox="1"/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F10BFCBD-A2D5-874A-A215-AEB3EC487272}"/>
              </a:ext>
            </a:extLst>
          </p:cNvPr>
          <p:cNvSpPr/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88DF721-0026-FE40-0CCB-62D63819D74B}"/>
              </a:ext>
            </a:extLst>
          </p:cNvPr>
          <p:cNvSpPr/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D1DC4B7-1D4B-F28F-59A1-6C83F3C02CDF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911BFA9B-540B-60D5-F5C0-33DB4A77179A}"/>
              </a:ext>
            </a:extLst>
          </p:cNvPr>
          <p:cNvCxnSpPr>
            <a:cxnSpLocks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582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D858-A224-D91C-CFF2-86298D2B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286FF088-67F7-24B5-3D9D-1EDD4528F7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2655E0F-FC18-16A2-0691-98BD8EAAB72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07A0DD60-4B2C-826D-E658-4E8A6730A2A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CC173DE-AECE-D5B9-28EF-57186DF0D32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0F79472-418B-D3FB-9854-99E052417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A4DF878-3709-C820-63BA-8CBDDAA870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F8F76A1-446B-3A60-9A99-AAB7DA5FC9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00C9410A-FE0A-74CC-D3F0-C4B4394ABFA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7CD52E85-D22E-6F12-C888-43011EE121F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3583B503-E488-F9DD-D0D2-E1A48BA7C4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9BA4B3DE-2422-D904-6F24-037F2F86AD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5EC2D674-8848-41CA-D18D-D1D44109AB6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55E1F281-596A-7704-4261-D14E0626A97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CA1EECA5-A709-B6B1-2A8E-A59B3BE12C3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4EB6F007-CDC5-317B-C66C-987092421A3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EF27993C-960D-9AD1-A64A-D889C58D355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5CDC6256-7216-A457-B117-CCCB50396BB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A78D0FC7-7CCD-52FD-C216-4BBD7BDAD98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AA516AA6-81A2-D203-EE4E-8C39BBB4EAB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0316AA2F-E1EF-C1BD-0DAC-0A9DBB1B28D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FBE3872B-A6A8-7CEB-ABEF-09E5530530D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2852D352-F59B-678B-B850-E03B7F9DAE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ACA997D5-F5E9-67DD-D948-5767E0915F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A103482A-8A3B-BA9F-D09B-DF087A848F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BA36FE4B-0B2F-BEE9-9F29-B0E8CCC066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286075D1-188F-B789-117F-953E7A0802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151D8DD9-D8A7-B540-40C0-381F32A897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B6E6B2A5-C92E-02C3-F27F-E8BC5F01E02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67CD0C9E-32A3-43D2-5142-EE969FF14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1743E513-B854-0F08-C3AA-67E3A506C7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ADC4674E-87B6-939B-D6B0-1E6965598E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3E297C4F-9D25-9BBC-3422-D9C4AAAA445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337F45D7-19A4-D156-EDDA-3C36BC758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602347E4-5656-B6DB-630C-F0FDEA11C7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0DF3827F-9F73-48DD-2EC6-A1D0EF6D5B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5C7720C6-5351-9B95-BF45-9199947A04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D92E272B-5754-1A51-2FCF-AC224DDC74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44F3E34D-2D30-DE38-A2AF-A4C30987F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0AB8E252-6B11-3C15-33A1-C7087EAFE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9D2D1124-07FD-8144-756F-F2AFD25B81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BB1A8C1D-AE5C-D526-E793-869D687C5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AE428647-F7E4-3A6B-7C91-8BC176C3D3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B775914C-7584-8F1F-811C-6614EC7B1B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CF274E88-CBEC-14E1-EE66-16CD2A83EE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260FAEC2-2B9D-7743-81EB-3FD83B4CEB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7B9255A5-FAB0-4693-43C5-4F9C20AEF4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D532C9E-0B06-F1E7-BF12-384D0CC67E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8DD86225-6355-585C-2A6D-FA707A4F26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061C88DB-FBDF-F82A-C769-82F8AAD1C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1E1A0EEC-6067-1291-8665-9941F1DD0D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C75B3C7A-9FB8-8112-3D22-A02591E6D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14CB5C17-D57F-935A-3724-CFFC7C366A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9F563E2D-95D9-2CC3-8E6F-0BDA3F8F7E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B895B89-2D68-1F0C-81DC-71B3EE7577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69C56AEE-1B4F-17FB-7111-A8DFF4831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720C9375-3ED1-51F1-1D92-1ECFE6EB16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EBE9612E-11C8-116D-714A-53D95364E2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BD6D45AF-3BCE-6B11-E5DA-8CE239AA22D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0C93258D-DB8E-1C9F-C505-3688D5FCDBE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C9B6D818-9A93-4A29-3424-E83F79CFB52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4A2117BC-1E75-5C15-318E-7C007B352A6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B399E55C-2094-6396-3DAE-A42467B679E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A7EBA566-FE94-B433-F93F-E953975D94B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8B97B3D9-890F-4CCF-D109-C421DACE6BD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DB9B0FF4-19B6-9D06-5DBD-1AFF8ABD6D4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B3FBCB0-56AA-4F75-9763-CAD1FCB679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BBC23B3-7B7A-A398-0B34-16A818439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74989C66-06AA-1046-80C3-DCF6F38B0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46E57F64-766F-440C-906B-911F570E6A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0E322E0A-7026-492F-C1E4-1251CD4A2D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A3C90649-F10B-98DA-9328-CC14B60BEB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0208AA82-4030-1F8E-0984-F44A600F79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3BCE8327-FD02-024C-54DD-963531B1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EFE8809A-36AE-2D57-2F6F-3A5AC8E16F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96F0E24F-CD0B-D892-2828-97B728E171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DEE4C262-2AA7-5C13-DB23-17F7C40978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5914B3DD-CDA2-5DB6-344D-38A2304EA6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4CD4CC25-084F-A827-FF24-D31FB5EB1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3069143F-7B6F-6151-2ECE-5B674DDE9B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BEBC8B2F-FD2B-FFD9-D2B1-2F76D93E8C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7C0D27DE-1858-EA26-6601-CADA3D510C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BFA7A23C-8B7A-EA94-E740-C6F5671350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5B9E606-5EE0-09B3-D976-B717087A3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593A6F4-5506-2419-D81C-A345820104D5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FB539D8B-4F35-B5F7-DFA6-EABC38919EF0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CA834D36-9483-7689-782E-69624F0D7ACE}"/>
              </a:ext>
            </a:extLst>
          </p:cNvPr>
          <p:cNvSpPr/>
          <p:nvPr/>
        </p:nvSpPr>
        <p:spPr>
          <a:xfrm>
            <a:off x="8753029" y="5363750"/>
            <a:ext cx="1383005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pt-BR" sz="1000" b="1" i="0" dirty="0">
                <a:solidFill>
                  <a:schemeClr val="tx1"/>
                </a:solidFill>
                <a:effectLst/>
                <a:latin typeface="Google Sans"/>
              </a:rPr>
              <a:t>01000001</a:t>
            </a:r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E9818F0-9877-DA1E-3331-DD596CA585C8}"/>
              </a:ext>
            </a:extLst>
          </p:cNvPr>
          <p:cNvSpPr/>
          <p:nvPr/>
        </p:nvSpPr>
        <p:spPr>
          <a:xfrm>
            <a:off x="8774942" y="5363204"/>
            <a:ext cx="407019" cy="20160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3BFA136-9464-7C56-42E0-DCC0B32C0DDF}"/>
              </a:ext>
            </a:extLst>
          </p:cNvPr>
          <p:cNvSpPr/>
          <p:nvPr/>
        </p:nvSpPr>
        <p:spPr>
          <a:xfrm>
            <a:off x="8768009" y="5612947"/>
            <a:ext cx="407019" cy="20160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9567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185 L -0.0987 0.00046 C -0.09896 -0.09097 -0.09922 -0.18241 -0.09948 -0.27384 L -0.65573 -0.27384 L -0.64857 -0.50162 " pathEditMode="relative" ptsTypes="AAAAA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463 L 0.00039 0.00463 C -0.01419 0.00532 -0.07761 0.00856 -0.08268 0.00463 C -0.08347 0.00393 -0.08164 -0.04352 -0.08125 -0.05347 C -0.08151 -0.06528 -0.08138 -0.07685 -0.0819 -0.08843 C -0.08203 -0.09121 -0.0832 -0.09352 -0.08347 -0.0963 C -0.08386 -0.10139 -0.08386 -0.10672 -0.08412 -0.11181 C -0.08451 -0.12778 -0.08503 -0.15949 -0.08555 -0.17662 C -0.08581 -0.18172 -0.08607 -0.18681 -0.08633 -0.19213 C -0.08659 -0.19861 -0.08685 -0.20509 -0.08711 -0.21158 C -0.08659 -0.22384 -0.08659 -0.23334 -0.08555 -0.24514 C -0.08529 -0.24908 -0.08464 -0.25301 -0.08412 -0.25672 C -0.0888 -0.28959 -0.08373 -0.26111 -0.13294 -0.26459 C -0.13555 -0.26482 -0.13828 -0.26551 -0.14089 -0.26597 L -0.16133 -0.26459 L -0.22539 -0.26204 C -0.2306 -0.26181 -0.23477 -0.25949 -0.23998 -0.2581 C -0.24206 -0.25741 -0.24427 -0.25718 -0.24649 -0.25672 C -0.24818 -0.25648 -0.24987 -0.25602 -0.25156 -0.25556 L -0.3207 -0.25672 C -0.33125 -0.25718 -0.32969 -0.2588 -0.34037 -0.26065 C -0.34453 -0.26134 -0.3487 -0.26158 -0.35274 -0.26204 C -0.37097 -0.26158 -0.38919 -0.26181 -0.40742 -0.26065 C -0.41042 -0.26042 -0.41315 -0.25857 -0.41615 -0.2581 C -0.42266 -0.25695 -0.4293 -0.25672 -0.43581 -0.25556 C -0.44701 -0.25347 -0.44063 -0.2544 -0.45469 -0.25301 C -0.48229 -0.25347 -0.51016 -0.25324 -0.53776 -0.25556 C -0.54115 -0.25579 -0.54453 -0.25648 -0.54792 -0.25672 C -0.56927 -0.26528 -0.54089 -0.2544 -0.56029 -0.26065 C -0.56107 -0.26088 -0.56172 -0.26181 -0.5625 -0.26204 C -0.56641 -0.26297 -0.57031 -0.26297 -0.57409 -0.26459 C -0.57513 -0.26505 -0.57604 -0.26551 -0.57708 -0.26597 C -0.58034 -0.2669 -0.58555 -0.26783 -0.58867 -0.26852 C -0.59063 -0.26922 -0.59258 -0.27084 -0.59453 -0.27107 C -0.59974 -0.27153 -0.60534 -0.26968 -0.61055 -0.26852 C -0.61836 -0.26898 -0.62643 -0.26551 -0.63386 -0.26968 C -0.6362 -0.27107 -0.63529 -0.28264 -0.63529 -0.28264 C -0.63555 -0.29005 -0.63607 -0.29746 -0.63607 -0.30463 C -0.63607 -0.30903 -0.6375 -0.31597 -0.63529 -0.31759 C -0.63034 -0.32153 -0.62461 -0.31759 -0.61927 -0.31759 " pathEditMode="relative" ptsTypes="AAAAAAAAAAAAAAAAAAAAAAAAAAAAAAAAAAAAAAAA">
                                      <p:cBhvr>
                                        <p:cTn id="2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  <p:bldP spid="5" grpId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9D1C-C63B-EEB7-1397-09ACCA1E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5D2C2CFE-7B0A-FE8C-9778-7A740E045C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C963EE16-F573-D98C-DDB5-3E452DBCC8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A8B4E981-5CE0-F5B7-2DCF-85096F20680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71AB680-DE1C-6FDD-495B-98CFAE4E70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41C18F6-2DDD-7EB7-BD8F-51929C6690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3EF8656-4BF3-950E-8B8A-76DE624FA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E660140-C0C1-A527-00DF-49AF2B6D93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B527B4B6-B19B-F929-7731-807D6F168F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54326EA1-38AB-BB86-D4E2-550958643A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246179FE-69AC-84E3-C3FB-EC354F3FFE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B7BD00DC-9147-389C-0113-62503632B7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D4DCBF47-304B-6677-23A9-6FCE5557154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46773397-2CDC-CCD4-040A-32D4D761A9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B7EA6340-ECAF-C5F2-24D9-B4ADB24BEC8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D16E2FE-705A-02CB-D1D1-314547F9A23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ADB7AA61-AEA9-F41E-A38A-1E81E5D196B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0052973B-0FB0-A460-86E4-3374A3BE99B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28E17543-5954-D85D-A87D-200F44E6777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D44C4509-146E-8BDC-E12E-26E6882B62E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DBDE2067-32A9-E051-EEB7-8E7B79B6DAA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3DBF0256-1B89-F927-3BD8-4ADCBBF818A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13AE62AF-26DE-D26E-1A06-10B72D113E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772735EE-1FF7-D626-6BD7-528D31BFEE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864C740-6008-E93C-AB9C-E2BCCEE32E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82F8366B-32A5-8483-72D6-BD02CF49F6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FFD85A2D-F55E-A45C-74CC-4F2B27F995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73DDC80B-045F-C1A6-9C39-3E451A3DB8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B4545FE1-7AC1-6130-BAD3-9763C9B9D4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6C6CDA6-BC3F-DB29-0B61-593EB5C9F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1D731A93-0A08-AB40-1BDE-C8F1695885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FAD7FB98-F8E8-51BD-83D2-58658F6030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18521F19-2635-7200-7CF4-8825223CFE4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CE476F3E-19E0-7CDB-03F1-F9A75ADC3E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7619F964-5D65-294D-63BE-9D84D2F88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0D390333-35DD-1F98-C20A-CF44EDD3DE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557FC951-48DE-BDF7-CD5F-F43DEC1B6C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63A8433-7B4C-F305-9E6D-C89563CA0E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B18AF72C-4A66-098F-803E-EDEC462F60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5323B93E-18F8-99FC-33EC-DD70D6F15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0EDE42E6-0FF7-C8BB-73EF-0A1CC54429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18830914-8A28-3611-3440-FDF1FD7890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FDF1F9CD-BB08-37AC-BD48-3A76136D1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57144C58-379B-D179-D1D4-70011D88A9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C8859DCD-910C-A2CC-6438-73FBCCA985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233BE6EC-0108-B937-BAD4-46C747AC3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0F4749ED-9CAD-9BE8-21C0-391EACF0C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97BD9CB-CCCB-31F9-FC96-7307D71D6A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4A08113C-C2E2-80FB-B271-6AD5833F5A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AB983ABC-3E7C-D4A0-0AA8-CD9FF0DC2E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F006C606-28E1-E6A8-405A-F6BE4D9F14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0099BDB2-4597-FAA0-FECE-99E9321D6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5DD90630-DB0B-D1AD-6C6D-567AA5E7D8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8E1253E1-E8EA-C6CD-6771-7A3EEF87BC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655E57D1-D119-B320-7682-27959A5B51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08E899C-BAE4-3461-13B7-A30781593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9A6680A4-CBAC-033D-5C1B-8268824DF41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759198DA-FCFC-C976-AB7A-9931FB02D32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007A6E25-D79A-3BB7-A71B-C09B0CE3057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AE8D707F-2D3C-3297-8078-1E771FC29BF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CD820205-82A9-EF64-F7C7-372D60153E7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7CC97705-398D-9A0F-168E-E070837D856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B718BDFC-369F-03FA-98D5-34249E37B75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0811C3F8-95E1-C717-3D7D-1EBC01CF5B1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13068385-C281-FE32-FDD1-0AAB3B7876C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9A325CC9-87F1-8428-8DA4-80E66ACD4B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D51AFCA-8397-BB36-9BAF-4D8DDC96A5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2DF73FD-AA34-464C-7D02-F8AFC85736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C16B6D88-2B28-4D56-23DE-18037A59E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49F32242-2341-4EC4-D909-27DFF1A414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79EDD6C0-D36D-627C-E92E-264CA3E35B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B822FE6D-57EB-5D46-4915-94E9ADF6C0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8C994197-EA1E-D030-957B-328D983CE0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EA5D3086-4785-2606-D61A-0B336CDA49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8E31EC29-A940-33CF-F6DB-2CA01E3747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BC648660-206F-1159-5D16-F24CA94770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4B70B80B-F1FA-D74F-84CC-6871F396B5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CE73EC58-9F24-FC52-0AD7-8A549547A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32B3B1C0-9D86-1544-D03E-5A5E451783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15AA0760-528C-ABB0-2C4F-413A08340A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369164E5-85CB-A921-CB72-5CA3FE1022E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E561DE7F-00E7-C91C-571C-543EE05668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A4DAD840-8C09-9544-BADF-8C0ACF2C8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FBAF481-32D7-1286-01C8-67241471BA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83BEA90E-E6F6-5F3D-2F00-BAE2F0BCC3B0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636585C0-F436-1B0A-CEFF-32AABB3C5517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76B12AC5-57BF-1985-C79D-979B0A310D96}"/>
              </a:ext>
            </a:extLst>
          </p:cNvPr>
          <p:cNvSpPr/>
          <p:nvPr/>
        </p:nvSpPr>
        <p:spPr>
          <a:xfrm>
            <a:off x="8717861" y="5363750"/>
            <a:ext cx="1383005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ABELHA</a:t>
            </a:r>
          </a:p>
          <a:p>
            <a:pPr algn="ctr"/>
            <a:r>
              <a:rPr lang="pt-BR" sz="1050" b="1" dirty="0">
                <a:solidFill>
                  <a:schemeClr val="tx1"/>
                </a:solidFill>
              </a:rPr>
              <a:t>6 bytes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DF8EA697-504E-B3DC-A3EE-FC8F4601A8AB}"/>
              </a:ext>
            </a:extLst>
          </p:cNvPr>
          <p:cNvGrpSpPr/>
          <p:nvPr/>
        </p:nvGrpSpPr>
        <p:grpSpPr>
          <a:xfrm>
            <a:off x="961292" y="5022610"/>
            <a:ext cx="7183032" cy="1451916"/>
            <a:chOff x="2905244" y="4927315"/>
            <a:chExt cx="7183032" cy="1451916"/>
          </a:xfrm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E7743D84-89EB-C32C-1D9B-195CE306A793}"/>
                </a:ext>
              </a:extLst>
            </p:cNvPr>
            <p:cNvSpPr/>
            <p:nvPr/>
          </p:nvSpPr>
          <p:spPr>
            <a:xfrm>
              <a:off x="2905244" y="4927315"/>
              <a:ext cx="7183032" cy="145191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01100001 01100010 01100101 01101100 01101000 01100001 </a:t>
              </a:r>
            </a:p>
          </p:txBody>
        </p:sp>
        <p:sp>
          <p:nvSpPr>
            <p:cNvPr id="32" name="Chave Esquerda 31">
              <a:extLst>
                <a:ext uri="{FF2B5EF4-FFF2-40B4-BE49-F238E27FC236}">
                  <a16:creationId xmlns:a16="http://schemas.microsoft.com/office/drawing/2014/main" id="{A818AC9C-9E4F-2717-2F2C-5624963D18AD}"/>
                </a:ext>
              </a:extLst>
            </p:cNvPr>
            <p:cNvSpPr/>
            <p:nvPr/>
          </p:nvSpPr>
          <p:spPr>
            <a:xfrm rot="5400000">
              <a:off x="3792715" y="4940474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have Esquerda 32">
              <a:extLst>
                <a:ext uri="{FF2B5EF4-FFF2-40B4-BE49-F238E27FC236}">
                  <a16:creationId xmlns:a16="http://schemas.microsoft.com/office/drawing/2014/main" id="{556D73BE-2D7F-AF57-BEF1-D2E96DB17102}"/>
                </a:ext>
              </a:extLst>
            </p:cNvPr>
            <p:cNvSpPr/>
            <p:nvPr/>
          </p:nvSpPr>
          <p:spPr>
            <a:xfrm rot="5400000">
              <a:off x="4842796" y="4940475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Chave Esquerda 33">
              <a:extLst>
                <a:ext uri="{FF2B5EF4-FFF2-40B4-BE49-F238E27FC236}">
                  <a16:creationId xmlns:a16="http://schemas.microsoft.com/office/drawing/2014/main" id="{16146A39-BC58-E1CF-9B50-8AFD11050C1B}"/>
                </a:ext>
              </a:extLst>
            </p:cNvPr>
            <p:cNvSpPr/>
            <p:nvPr/>
          </p:nvSpPr>
          <p:spPr>
            <a:xfrm rot="5400000">
              <a:off x="5861907" y="4943737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Chave Esquerda 34">
              <a:extLst>
                <a:ext uri="{FF2B5EF4-FFF2-40B4-BE49-F238E27FC236}">
                  <a16:creationId xmlns:a16="http://schemas.microsoft.com/office/drawing/2014/main" id="{560570FA-2ED0-1E0A-279B-1D9F4D8B9B73}"/>
                </a:ext>
              </a:extLst>
            </p:cNvPr>
            <p:cNvSpPr/>
            <p:nvPr/>
          </p:nvSpPr>
          <p:spPr>
            <a:xfrm rot="5400000">
              <a:off x="6911988" y="4943738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have Esquerda 35">
              <a:extLst>
                <a:ext uri="{FF2B5EF4-FFF2-40B4-BE49-F238E27FC236}">
                  <a16:creationId xmlns:a16="http://schemas.microsoft.com/office/drawing/2014/main" id="{4DF81409-F080-1779-F3AD-7D00CEACE5BB}"/>
                </a:ext>
              </a:extLst>
            </p:cNvPr>
            <p:cNvSpPr/>
            <p:nvPr/>
          </p:nvSpPr>
          <p:spPr>
            <a:xfrm rot="5400000">
              <a:off x="7911370" y="4946427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have Esquerda 36">
              <a:extLst>
                <a:ext uri="{FF2B5EF4-FFF2-40B4-BE49-F238E27FC236}">
                  <a16:creationId xmlns:a16="http://schemas.microsoft.com/office/drawing/2014/main" id="{218D7E6C-47C2-3734-90CB-C50ECCFC5DDB}"/>
                </a:ext>
              </a:extLst>
            </p:cNvPr>
            <p:cNvSpPr/>
            <p:nvPr/>
          </p:nvSpPr>
          <p:spPr>
            <a:xfrm rot="5400000">
              <a:off x="8961451" y="4946428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638B85F-550B-7FDC-E68E-263352C6E22D}"/>
              </a:ext>
            </a:extLst>
          </p:cNvPr>
          <p:cNvSpPr txBox="1"/>
          <p:nvPr/>
        </p:nvSpPr>
        <p:spPr>
          <a:xfrm>
            <a:off x="6464678" y="5849564"/>
            <a:ext cx="155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 Bits = 1 Byte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AD03C9B-0DB1-4E7B-2F9F-6430076CE8B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8023631" y="5744891"/>
            <a:ext cx="574359" cy="28933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DDA46AAB-75BB-377E-F8F6-B6F93F3296E8}"/>
              </a:ext>
            </a:extLst>
          </p:cNvPr>
          <p:cNvSpPr/>
          <p:nvPr/>
        </p:nvSpPr>
        <p:spPr>
          <a:xfrm>
            <a:off x="8737610" y="5340372"/>
            <a:ext cx="874836" cy="50919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6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bytes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D7493E9-1C39-2949-C856-3760C45913DA}"/>
              </a:ext>
            </a:extLst>
          </p:cNvPr>
          <p:cNvSpPr/>
          <p:nvPr/>
        </p:nvSpPr>
        <p:spPr>
          <a:xfrm>
            <a:off x="9124998" y="5547836"/>
            <a:ext cx="140684" cy="1189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58461B4-6578-9DCE-29E9-B6E7941C9786}"/>
              </a:ext>
            </a:extLst>
          </p:cNvPr>
          <p:cNvSpPr txBox="1"/>
          <p:nvPr/>
        </p:nvSpPr>
        <p:spPr>
          <a:xfrm>
            <a:off x="8486164" y="289610"/>
            <a:ext cx="253152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pt-BR" b="0" i="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Curiosidade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</a:rPr>
              <a:t>A Bíblia pesa cerca de </a:t>
            </a:r>
          </a:p>
          <a:p>
            <a:pPr algn="ctr"/>
            <a:r>
              <a:rPr lang="pt-BR" b="0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3,116,480 </a:t>
            </a:r>
            <a:r>
              <a:rPr lang="pt-BR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bytes</a:t>
            </a:r>
            <a:endParaRPr lang="pt-BR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3843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1 0.00417 L -0.10235 -0.01898 L -0.10013 -0.27778 L -0.65534 -0.28055 L -0.65469 -0.33171 L -0.63959 -0.33287 " pathEditMode="relative" ptsTypes="AAAAAA">
                                      <p:cBhvr>
                                        <p:cTn id="5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7037E-7 L -0.11849 0.01875 L -0.11849 -0.24653 L -0.675 -0.24537 L -0.66563 -0.46343 " pathEditMode="relative" rAng="0" ptsTypes="AAAAA">
                                      <p:cBhvr>
                                        <p:cTn id="6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50" y="-2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4" grpId="0"/>
      <p:bldP spid="24" grpId="1"/>
      <p:bldP spid="43" grpId="0" animBg="1"/>
      <p:bldP spid="43" grpId="1" animBg="1"/>
      <p:bldP spid="44" grpId="0" animBg="1"/>
      <p:bldP spid="44" grpId="1" animBg="1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E387-DAE7-E587-9090-3A280B0C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EC9EEA35-E084-2BA6-EC9B-2C030CF73C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B9313AAD-8059-74C2-79AB-9C7D08BCCA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22A36BBE-0501-BB7D-76A7-9AF2C8D578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F2EAA64-E7F3-E3D2-7A4D-7F58B0B3231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8F342A8-A884-6A50-4720-7F8977018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09F515D-73D8-26F3-9ABC-1E17ECD096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7714CE7-4DC5-7230-C775-7B0C33A92E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86A1EFD7-5335-5E8B-D01F-B52D53BBD1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972BD70-4F1F-6181-F60A-5C57584B178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C0CF9B51-E11F-5DAE-E6CE-B69AACCD7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83244C96-1949-DD1A-1197-4631AF9E29D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41E39E6-987F-5509-850B-7EB012FA56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CDFC16A7-F7DA-0184-2AD5-2C1336CE7E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29ABB268-782F-AF20-D35F-6FA784BBAE6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D84AD325-3497-9890-3990-9ABCDEA8D49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B77759D0-E515-A383-E511-D46D51B2334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5BC09CFB-ED34-EA62-B7B8-D4432AC6AC5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51809EF1-1A2F-E6DB-D127-7EB0721D40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85F7D8AC-4B07-089F-9D99-8209287E07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E0CB4E86-725A-68DB-DB2C-6D84C67F754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A8D93FD5-6ADC-11F8-2F32-94CE111B227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28D4EC0D-3CD0-8E4D-84FF-027DBD89C8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EBA211DA-AF6C-4466-30E5-5872A8C1E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3E14B6B-213A-DAEF-A9F8-8F0E50301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5C8455E6-4A87-C4DF-FCE6-3C9115DBB7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91E7BFF4-B23A-3AB6-F334-62E582B2E6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AF94EA0-6B66-AFF0-85E2-6D82C7FFD1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EF5F179D-4A2C-7B35-B82B-8C460561D7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C998B3C1-26A7-B054-128E-0898D6C0BF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DF8EA128-BA44-15CE-0DCA-7F900852CE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D99268EE-37DB-0883-F453-963B5934B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D490083A-1C1D-AFF4-FFEF-851AB1C9A82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D01F0A36-FF98-34F4-A20E-0D51DF9747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FE37C7FF-3499-B9D1-A825-F2F670179B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85A5DAAA-191B-9F36-6A28-80B4BFD5C1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4E7ADA07-67EB-46DD-341A-4F02398CC5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C11C518A-0088-BF8F-D7E8-7A244505D4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6E5DE13C-52FA-5826-3642-854B481AE3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A7C1316C-1F15-18C9-E782-2370EA576D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9F837732-7035-F4D3-F327-F0CC332FF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930CFE93-2496-85BC-2003-A70EBB864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902C69F1-7EC5-09FB-AD1F-B1DD4CFB18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BB9CFF41-6C28-D950-6C56-48523BD21B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ECD7BEFF-E2A0-A887-ECCA-600A938F72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6ADD2981-09D2-6509-4EF4-EA2418099A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F576E143-3DDF-2262-C415-F935452D12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8F60DA06-193B-16E1-0708-07860A8481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498108EB-7BAF-B16D-E796-0EC9815CCD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5CC97805-21FC-26B3-230E-7E01C5B51A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6C66EE9-6C13-B5A5-BC13-86D7D8083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DCC08005-32ED-D2BD-4759-6A38C8D29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DA5598B6-219E-E19D-C93C-4B1F10C0AE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7F28C11F-F5D9-14EA-EEA2-C10F6D24E9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EC8408FD-2F09-76C3-697C-F547AB1CAD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482A0989-AA02-C433-A1C5-3D6BEAC2D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CC5B43F-1C86-2EB9-B0C0-4216689DCD3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362899F5-08CC-E49A-13DD-38A54D9379D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E4E7210E-6284-79F9-FCBB-17462F066F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5564BB52-E03D-B675-8654-A66D82F0DE9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152000AD-BF58-B2D9-4170-8790E9341F2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B9A633D1-CE75-F535-7103-79DE94DBD4F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73615315-635E-ACB1-3D2B-54C8FEE858A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7A7A2DF1-D8E1-E5F7-E0FA-AE965A9E36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1CD0364-155C-1216-61A9-F70BF6F3A09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5EB8A6BE-B22D-7426-1A64-530F76D0906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347784C8-4A26-CA2E-1A78-91AABCE1CC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E4305D42-28C6-B133-8E31-4D20FA471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7D94E252-9F82-5149-B1D8-5528DF22C6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D0E6CE6B-9ECB-5C4E-BC14-BCA509D11B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E86E281C-F984-8310-2B06-1F25859206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92F07013-999C-6B9A-2FB3-45561FA1D0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816245D0-A699-7BA6-2E13-BF4F99801B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0392E7C6-2002-3C2A-BE75-E4A43C0527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9CB0B0EF-8360-78F0-3EF4-096F309D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02E6DF5A-0D93-0A3C-16C2-079B805F96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EA52D717-0671-A9AF-B216-E6DE56685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A509CD9A-3B03-FE5D-880D-E478A637BD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D55770EA-BDAF-0BEB-16C0-E9293715D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645A5D28-030F-F7D7-BB79-2C88DC65A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6228E1B8-3068-594A-C400-B1256B3EA3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B921AA49-DC9D-FD21-DE1E-4825C0AB06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A0FF100D-6C45-3CD2-F24F-EB0567D63C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9114A69-5845-FDBF-52A2-D1E2EBB76E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270C5FF-EE60-75C2-C6C9-F2CB675665E5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EFD4A5A0-E3DA-E256-8113-F4F08DB04642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9411D9BD-AFD9-2180-BB9E-C9A409849E6E}"/>
              </a:ext>
            </a:extLst>
          </p:cNvPr>
          <p:cNvSpPr/>
          <p:nvPr/>
        </p:nvSpPr>
        <p:spPr>
          <a:xfrm>
            <a:off x="7681825" y="5363750"/>
            <a:ext cx="3960718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chemeClr val="tx1"/>
                </a:solidFill>
              </a:rPr>
              <a:t>Alg</a:t>
            </a:r>
            <a:r>
              <a:rPr lang="pt-BR" sz="1600" b="1" dirty="0">
                <a:solidFill>
                  <a:schemeClr val="tx1"/>
                </a:solidFill>
              </a:rPr>
              <a:t> "Verifica Entrada“</a:t>
            </a:r>
          </a:p>
          <a:p>
            <a:pPr algn="ctr"/>
            <a:r>
              <a:rPr lang="pt-BR" sz="1600" b="1" dirty="0">
                <a:solidFill>
                  <a:schemeClr val="tx1"/>
                </a:solidFill>
              </a:rPr>
              <a:t>var    A: caractere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721D09-A366-2BFB-2FE8-B9AC3B3ECAD2}"/>
              </a:ext>
            </a:extLst>
          </p:cNvPr>
          <p:cNvSpPr/>
          <p:nvPr/>
        </p:nvSpPr>
        <p:spPr>
          <a:xfrm>
            <a:off x="8764555" y="5414608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</p:spTree>
    <p:extLst>
      <p:ext uri="{BB962C8B-B14F-4D97-AF65-F5344CB8AC3E}">
        <p14:creationId xmlns:p14="http://schemas.microsoft.com/office/powerpoint/2010/main" val="3777985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93 L -0.10859 0.00093 C -0.10833 -0.08773 -0.10807 -0.17616 -0.10781 -0.26458 L -0.66237 -0.26713 L -0.6638 -0.47477 " pathEditMode="relative" ptsTypes="AAAAA">
                                      <p:cBhvr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909F-E737-5E5F-F23A-425F18A5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F26CB67B-EB6A-BEFE-27ED-D5F5702FC9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4D3F9294-97C1-07F3-3AEE-8435B00228E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3B602565-032A-2D7C-472A-444C8758FC3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B1A8F9B-7BB0-DD63-AC6D-37E1AA797F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9568ECB-5BF9-8BA5-6FAA-2A76946A11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8FAD246-93C7-5672-085A-AEFB3CFE4E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E3246C6-D09D-29B4-0ED4-9B20DDD735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4532F123-096C-88E3-95C0-79EB936F2A6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72B7AFC-A157-DE40-1AAA-F4054F1250C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A9EA3448-B4EE-38E6-B024-68BC1CA9A2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2833879E-CF83-9CEE-82B2-40C6BFBDB7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013330CE-C823-1C4E-63A5-36D1B5B3AB7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6E009117-C788-27F7-0D59-C9B96182247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B9A665A-55EF-762E-3CC1-B8895A61681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61E1BB64-AE94-9092-10E5-88AD822ED8E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6B5924ED-9F48-1628-6626-6643BAD2FD6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24BE252B-FA0E-3919-D956-5BA26E99C6B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468278FE-8C58-6146-385B-9E949E746FE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A53D4DFA-2EAD-3291-17A6-4F2AEF7995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267A41FD-8727-154D-8CF5-9CC7A0B59D2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F14470E2-A2AB-865C-F979-7E5C91E9C73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E4EA32A8-B895-30CA-F01B-1154BE7D46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39FB5BF4-CD77-75E4-7C09-F49A6D01DB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26D437DA-FBE5-2AB2-31B0-BE0C33579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19DCA8D-DB17-E583-E25F-B39A52F8B4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0121A6E2-774B-A243-9626-9A76CA52AE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31F7DDC4-5614-607A-7D49-CCF10A3089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2F720EC4-03DB-E8B4-82CA-60C6ED9031F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12115ECC-72EE-420C-4283-D497CFA4C8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A46B78AF-711F-9830-0C8C-6AF63DFDE2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CEAA5738-C103-2FA0-6D78-F7EB2E22BA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C94014FD-6856-4F2E-9E54-E166083D769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C2633892-7840-9759-2FBE-378B58CE5A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808011CD-F858-9E3F-36A2-5891047342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D16826C6-F113-FEDC-7910-AB4FA6D513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0B6CED66-8ADC-4DCA-3FE6-A74BBD5DA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0DC82B52-B964-8C3F-3242-497CA0F088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910A49C9-B6EC-885B-E63B-6A61D6C607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8E2B34F5-F79D-0521-606C-30713B6AC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06574CD2-872F-BA0E-6BBA-DFDE4DA768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69A78D8-AA9B-4B4D-A81A-C9D9EC6CAA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9AC78847-F20F-FC67-F3E0-BBFEBDF40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35592B44-608E-5131-1CCA-9D1CCB8C40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A7C804D5-E7DF-AA77-2DDA-8FFBAEF060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BADB0895-D34C-064B-EEC2-DA50092E2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F0CD352B-8E09-887B-C11D-17540B484B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E587EFBE-BEC8-20DA-6E18-A340AD308C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11B7FCE9-A3AA-73F1-4A5F-117575A2C1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4B9FDA7-49A4-5F2B-1286-4C0C91C06B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AFA1288D-703D-747D-229C-BAC199FC2F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D269CD39-F704-8474-689D-3B225F1BE6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D2315E3D-4901-862F-9B10-337BEB05D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3CC46A68-2567-CF0B-83FA-6FFB249484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42D92E5-7DA3-B4A2-91E9-25CCFEF1E8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66BBD46-FA28-2277-0DFC-3302D2C60D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45C6F78-BF66-A98F-7419-386BBD29531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2502820D-1761-7C88-2DE1-5E26BA22BB1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DFA8ED93-0788-9B48-E474-1D0D7E66170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392DA957-4925-898A-F220-52E369856CE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B0D4DF90-F66E-DDE6-3648-078B842ECF1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1DEAF528-40F0-1B31-B7E9-75D0067C545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86541AC9-3BEC-A97C-4B30-79BFC2A9398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814AA88E-5283-F17C-0D81-2DB8B0FE236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41C1DFBC-F12B-10C8-D53A-158D034AF2F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09FB34B0-C1E6-F806-D6C6-80B484CD81C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14C4F96-40BC-09E5-3732-F2BF5CC7A3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F1729B3-065D-67DA-39A9-143AAE78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5EDF67AF-6324-78F0-695D-2A082261AD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12A5C9FC-A3C3-A28A-4BFE-CA45E9B95B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6087B942-FFB4-538E-A671-5EEFD7B5D6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82278B30-12BB-8B4A-3668-FA5003C0EE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072547C1-55D7-9E55-DAAC-0CD483B955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422EE7DC-8193-760F-67AD-34EF936E75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679D3C98-F3C0-E069-F0CF-4DFC418CDD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79A7D0E8-5BF5-FDD2-D98C-3545867099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46D64DCC-DFAE-297F-A39B-4067C1356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D81748F0-125E-5BA2-62FB-A484C2D3DB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59CB243E-CE26-5822-8114-C3F6821D93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BE2EC2A5-C71A-3976-9D38-CF2109D14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FBBCA7C5-8CE8-F5F7-B49B-33E44DA18D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6CCA20FB-74E7-780F-7C38-B28AECFDAA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E03B6860-2FB4-6C58-3FCB-D162D13546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C2B780F-2AFE-6119-5C7E-9D94102C79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A6DB65DD-A7C6-AA4B-0F05-B3549C71301B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238D5D96-1CA9-63A8-EED9-1E045EF3F57D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3E53AD00-B9F5-BF02-1593-EA740E9B5551}"/>
              </a:ext>
            </a:extLst>
          </p:cNvPr>
          <p:cNvSpPr/>
          <p:nvPr/>
        </p:nvSpPr>
        <p:spPr>
          <a:xfrm>
            <a:off x="675534" y="2281410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D2AFA41-B86A-5189-55AF-0DE3CADEB055}"/>
              </a:ext>
            </a:extLst>
          </p:cNvPr>
          <p:cNvSpPr/>
          <p:nvPr/>
        </p:nvSpPr>
        <p:spPr>
          <a:xfrm>
            <a:off x="7681825" y="5363750"/>
            <a:ext cx="3960718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Digite um valor para a variável A: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649278-795C-A342-A9D4-5FFB4F01C0D7}"/>
              </a:ext>
            </a:extLst>
          </p:cNvPr>
          <p:cNvSpPr/>
          <p:nvPr/>
        </p:nvSpPr>
        <p:spPr>
          <a:xfrm>
            <a:off x="8765385" y="5422409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</p:spTree>
    <p:extLst>
      <p:ext uri="{BB962C8B-B14F-4D97-AF65-F5344CB8AC3E}">
        <p14:creationId xmlns:p14="http://schemas.microsoft.com/office/powerpoint/2010/main" val="3231709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64 0.00625 L -0.10794 0.00231 C -0.10768 -0.0875 -0.10755 -0.17732 -0.10729 -0.2669 L -0.55729 -0.2669 C -0.55755 -0.32986 -0.55781 -0.39259 -0.55794 -0.45533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C353-F293-0795-72B2-D693B396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AC7E6557-641D-AE0F-CC8E-8246FDFBC7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6EC078E2-D23A-069C-02AC-EB2DE900AA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DB76DA7C-456A-AA49-CF1A-8DB3CB0F1D4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FA60978-13DC-2D43-C4F6-17854E837C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3E21AA2-F1D0-27D5-D7E5-BF658C77EE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E7D048D-A6B0-11D1-7E7A-C31798184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F010EE7-DBEB-CB81-D304-6F0A6FB837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3AA5EBDA-5076-736F-A806-A618771D6AD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FCF4C2D-230A-6FE4-3F17-E7C87A818D7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19032C41-92B2-8232-7E6E-CF27149348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E82FD7D-2494-BC82-41BF-9DCA1FBB34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70531C4-BC57-09EC-95D7-138EA19C7F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483C945B-478F-0761-5593-3729745CD70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0CA5BB5-B1B2-4778-86D7-975E3B80BF2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45A9F509-1796-2226-DE08-646C86E9859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EDCDADA8-1F9D-8376-C170-A327FA4D30D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F3877779-DCEB-0EF0-A480-9E9FF8A53C2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EFDFADD1-4DFB-4F3C-D9E7-D3ADDE2DB0A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C3E6A847-73E1-45CE-7DEE-AB4029F13C9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7E882044-8BFC-22CD-1335-9E88905AE4F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53805830-34FD-E830-4DF2-9817A2432E7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5EA9D01F-F648-E538-7129-B8AB03FCE4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B85758EF-CF13-3F4A-95E8-B3F29C5F7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6467753C-0D48-03E8-FC10-B9CE1355B8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7C131F7E-9E4E-02C3-EE3D-65DFC77DFC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664A74F5-285B-9E8A-A893-738D3A01C7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7CFA98D8-4D98-CD68-DBA2-CAEF084A5F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3CDAE791-9F60-F3DA-17A4-37FED047255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0DDE2F4-7C19-98E3-1065-625A893A0B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F8E49083-D1EA-485F-6E6B-2168569D38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06923E70-1684-6D37-99CD-2F26DDBCBE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6B077321-FFBB-AE69-DA4B-D4ECCF96764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4B0F7636-A1F9-6E77-BB67-29AA909A3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9FB0F94B-2BBB-BA3E-CD34-3D315F1B6D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C41E455E-AEE1-64D5-038E-3FDBB5DC3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1C4782D3-CA66-6135-A415-BB01378ECF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8145D41-5CA9-D675-19CA-53B10E923E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F2D88740-8127-874A-A6AD-8A6F90ABEE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71B57A0E-7AAA-549D-01D8-C8E5089286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AC4CC0FE-DC46-42C5-0EA5-9BC7DE83E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00AC66A-D91D-C519-7B9F-97235D6752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D16967FC-7E81-D50B-5C9E-8CD5EB25A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8B448451-DA5D-16E5-F735-E047885FB6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BE59C3B-72D4-BDB0-8863-6AD7101102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E076514C-ABFB-0CE0-672B-FC3CA98965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8881895F-C00B-70C7-84A6-44D221848F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94FA9EA3-C213-26B6-1C3C-C7FF029F0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72DA0206-3EC8-9094-3548-E0DAC2CE59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15369D4-32F9-B0A6-CF93-2E42715730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2948601-CFB1-85CF-C9ED-5231FCF061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B1AB51E9-003E-EB38-8123-300B5859CC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EDB09804-D5B8-C749-5C02-A1612BEE0D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1B92798B-9867-98C1-5EB0-3297C76A74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64AEDBA-1D6D-D43D-501E-2CF4220453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sz="1000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CB7BD1D-BD8C-F05E-B369-9C94AAD7A1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5E2C2ABB-225E-FA51-2DE3-484513F779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A2D21B8E-1EBB-29E8-7D49-E030278773C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F2602FDD-5EEB-B901-3892-3A0C7945710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3D066D8-DC4B-ECAC-F1FD-330DF5D5408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54CB8CA1-88B1-FA25-50FB-A01B66D24BE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632C6B06-D00F-F43D-83C3-4FBEBBF7CCB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DB7A38BB-BEBF-599D-8F80-E85F9C195CB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51076C66-D24B-8D7B-E08D-82F5F4EA3A9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0063CB3E-A283-C3A0-D97A-12ADB2256C1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925BFDD6-C386-6294-666D-0942A853492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E8A01BE-2EC9-0327-EF8B-277F682F00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A02381E-C3A8-7011-B082-8A8A82F2A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F237B0C8-C225-E06D-2EC4-5EC8C1DDD6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FCE48A05-CE4D-D6D0-EFB9-670FC4C7A6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912B4F7A-764E-1864-407C-66647465F9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0D73AAC6-0FDD-F16E-02AE-90400BF92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CF68F10E-29F7-7AEF-AE92-016B8A8518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9456579E-0F9A-CEF6-73D9-30D4496B1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4EC746FD-EF3D-AF9E-5D89-8861FAD20D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815907A3-F601-501E-1518-BE56480A2E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EF0C21C2-14C9-777A-E6CB-CB087BF8A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3DAD40BB-9769-2282-F863-B341CD18AC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E4CC9E3A-482B-1D2D-EFD2-26E3BD9B6E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E1F64490-CF87-C8E7-C362-7986564599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BD39E3C9-CD3C-5F50-4F85-D7FB5E9679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B19EF893-E774-C1D5-C229-1CFC3735F3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5515D610-4964-292D-9E73-D820781E0F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A097B0-3A49-AB14-A6C5-D3FD681216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E8A18EFF-5C5B-B26C-28B1-13D21F206F34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07206657-2B3A-DC5D-67D7-E5EB8CB5CD2B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B1B165EA-C439-C01E-41A3-0B3B5C330D23}"/>
              </a:ext>
            </a:extLst>
          </p:cNvPr>
          <p:cNvSpPr/>
          <p:nvPr/>
        </p:nvSpPr>
        <p:spPr>
          <a:xfrm>
            <a:off x="667041" y="2371550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A2FAAB6-8A30-B269-9B21-1F515F262B16}"/>
              </a:ext>
            </a:extLst>
          </p:cNvPr>
          <p:cNvSpPr/>
          <p:nvPr/>
        </p:nvSpPr>
        <p:spPr>
          <a:xfrm>
            <a:off x="1993366" y="2371549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EA94C5A-7074-CDBF-CC0A-DA65AF242950}"/>
              </a:ext>
            </a:extLst>
          </p:cNvPr>
          <p:cNvSpPr/>
          <p:nvPr/>
        </p:nvSpPr>
        <p:spPr>
          <a:xfrm>
            <a:off x="8774941" y="5363750"/>
            <a:ext cx="1659607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DE519C2-003E-50B0-53DA-B49411BE037E}"/>
              </a:ext>
            </a:extLst>
          </p:cNvPr>
          <p:cNvSpPr/>
          <p:nvPr/>
        </p:nvSpPr>
        <p:spPr>
          <a:xfrm>
            <a:off x="8792567" y="5401273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</p:spTree>
    <p:extLst>
      <p:ext uri="{BB962C8B-B14F-4D97-AF65-F5344CB8AC3E}">
        <p14:creationId xmlns:p14="http://schemas.microsoft.com/office/powerpoint/2010/main" val="10990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00301 L -0.10833 -0.00231 C -0.10859 -0.09027 -0.10885 -0.17824 -0.10911 -0.2662 L -0.44791 -0.26875 L -0.44934 -0.44051 " pathEditMode="relative" ptsTypes="AAAAA"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4" grpId="0" animBg="1"/>
      <p:bldP spid="1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B9DF-0E9C-F4DD-BD60-0FE4A82D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DFCD23A1-FB01-96F2-DB1B-A567550F6E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83AC7DCD-4036-F27F-D116-261B51DF90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1F70CF5E-C267-E5A0-9B33-FE06E77EBA4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466CDBC-6D39-07E9-7EA5-5C2D091B7EC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6B3CC7F-7330-6500-FE90-F1BB3BF35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803BA01-529B-045E-A23B-5276A10C3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09C1C7A-DB1E-4A45-EB10-3882E47550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7E18A90F-8D11-2A7B-DBA1-4D4240617B8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A3B55F5-3933-2E59-047D-A3D9EEB22B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75935739-1204-7DC5-AB24-6157793766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28823E7-36C8-212F-5B35-3B7F686933E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F188923-ACA8-32CE-5239-321418A65A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16BA5FEA-D31B-5B79-3CAB-1E53D64995E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0607AFB-0228-93B0-6767-20004994B55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05CB745-F230-F545-2667-30D868FF1F5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2D0A7643-F32B-0B19-EE13-52C9E8D683C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12EBFCDC-9974-1B44-CD0D-B9B8E5AE17E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5ABCD8AC-C5DE-BF5C-AE74-E7C68EF082F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37755903-44F9-5ED8-7CDC-C8744C9F791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17DF3FE1-1D64-82AE-BFBD-222B6AFD2DB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93117AA4-7A3B-AC5A-1B7D-81DBF39FDEF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66C540C-054A-2AB9-6CFE-63218C907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95BC6055-1FCF-5C2A-5342-8A81A81B2D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F3DB5EA4-1EF6-562F-4A3B-701C263DAE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AE8B01C-A37D-8350-1225-3B06C9A21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88BBA412-1326-3A03-BB34-7E0ED8FC90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D64FC57-66D8-6F4F-7E1D-C4CD62C26C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ABD8688C-6860-7216-1A36-5F1FE9C2665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C6B76C13-1755-7924-605B-EF280CBEE7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5054E498-D8C7-1304-066B-DD40710DF6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E23C7639-AF85-F124-B951-B2DDC472A5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E99F09A7-D897-A9E3-BE1C-434CA3345D5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A3C92326-2AA9-5CD5-F559-186AAFBC3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258F520B-0F90-EE02-AA7F-E6E7A274E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9B7AD2BD-0442-360F-D2F1-29CFA30F70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6B512FB7-9A26-B870-7E7E-9E07BE4BF8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EF7A234C-B567-E3C8-B220-4660E0834A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E59A800A-570D-6304-7B4E-D1F2E12B45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64D8AF54-5DAE-A3D7-48CC-BCE9673DD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39C5D9E6-5193-56DE-5C4D-54DCC3013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EB61E483-C006-F06B-C74F-905EE4064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201CABDD-B605-23F3-B788-5B4B2B882D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92B6538F-D942-D662-1BF7-B829C418FF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BC34CEF7-FD78-F119-7079-2EF1AC2BD1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960DBCB3-CE86-1D3B-740E-F4E4234512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912FF87E-64FE-22C7-3A6B-AC2C1FF470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39A612D9-8DE1-2A64-0D81-9A2A30E18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CC53057E-2953-C364-A70D-39BD96614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83254EE-EAF0-9582-F7F0-97EB6F833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96DF99B2-49E9-85B8-84A8-8C36D33F22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834657AC-090F-9EFB-1EB8-54BBABB1ED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A7CAAA6C-E5C6-3879-D524-1188CCB238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9767582C-64E1-434E-99C3-58DC13959D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B5AB1067-EF1B-D3AB-5860-367F74347E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59CCAA9-0430-F4A2-8146-11F07704EA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75E2D95-CEB7-5BD1-2EA1-C7C6317D45D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F1B6E7F3-B3DF-3C35-D5DF-1C463134969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3CD369BA-1A2F-162C-B887-B9A69F3767A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F52E3200-F77B-DEED-077D-9E4AFA4C8F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7E4418D0-66B4-0884-2BE0-3B5F246E15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13409277-A6DC-01C3-E33E-76D5C1D2F89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CFF2B6FA-FEB2-2AC1-BD06-8EBCD2DFE64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D81B5A6C-4E6A-BD7E-7980-45DED6B7A96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BD3E0775-D2A2-D912-C770-56ACD50C76E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24039171-6786-87B3-FED1-C1FD88AA470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0D5B7B03-6019-84B7-D04F-118A7E2C6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885C8F8-0630-D05E-D681-6AEC87680A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B12F43CC-4BAD-5C24-1AA1-E9DA10A1F7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6BBFF7A8-C545-6985-B38D-D150F9CF01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5F9A34A6-B5F2-E30E-90B9-D82921CB04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6914F0EB-6F83-CD69-C886-8A67CA994D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71A534C8-40D0-851B-8A68-1DFCCF5F98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22EE07D9-97BF-937F-57EE-CD5BB59DCA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FCBEAF6D-3B98-08ED-96F8-D2AFE21078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6D405C24-EBDB-362C-4995-6021A2FF6B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AE174B40-603A-7EC2-866D-8A7B28DF3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5BE0F0D9-6838-C847-011D-4C6130A52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24A43D3D-BE9C-CA2B-C077-3EB32ACE55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B59B264C-4980-AFBE-E810-EFA05F3A4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1C2AF8BD-F64C-ACAE-7D12-21C8212E05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A8291716-D623-E320-0FF1-2348B0B6EF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B0D185B9-FD6D-15B4-CBF2-F4C2E58136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9616B0A-C776-C6F0-C803-A54BBA4892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6304354-2F93-0105-78BF-BFE28923B16C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350E2E57-E319-1BBE-47D0-F5070E5DE473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54A7B89D-EA8C-3DAA-A307-D9F652F88B4D}"/>
              </a:ext>
            </a:extLst>
          </p:cNvPr>
          <p:cNvSpPr/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91703A-FF0A-14DC-9CFA-5390B7D651F0}"/>
              </a:ext>
            </a:extLst>
          </p:cNvPr>
          <p:cNvSpPr/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583E21-2FF6-BDA5-8BC9-B80778A56F78}"/>
              </a:ext>
            </a:extLst>
          </p:cNvPr>
          <p:cNvSpPr/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</p:spTree>
    <p:extLst>
      <p:ext uri="{BB962C8B-B14F-4D97-AF65-F5344CB8AC3E}">
        <p14:creationId xmlns:p14="http://schemas.microsoft.com/office/powerpoint/2010/main" val="3303696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4B97-CDC0-9BB5-AD67-0B43EFD2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FE0191DE-E915-A185-BA18-3F7A04F554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B879F57B-3994-AA62-DF5B-C8E63A302BD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F0F17E95-2A99-57FC-14B0-9BA670E424D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238DABC0-A8E5-5E29-71C2-5572C363C0C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231D0A3-E8F9-D3FD-089B-8781E987E6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973E48DA-CB6B-A58B-7DB3-0CFB694A96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FCF8606-5F8B-90D0-620F-D0ED9FA6B5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16828EC1-E451-8332-0E3C-174496966F9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5546CA9-F577-7B50-B574-A94A626B5B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4018F046-603A-56AE-089C-C57FA03347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CD73AFC-8858-2843-0C47-C15BF1F769F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A8096DFC-AEA5-AE42-1D09-CD6D45C78D4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76459F97-00C7-7A73-9F51-9CD6DF34482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F39FBD16-382F-F675-354C-DD3BAB81ACE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3D4FA0E-C5BC-ABD6-0601-EF25E93828D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5FB1EDA5-4D25-3A0B-A49D-31F249E4E4E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ED73DCDC-A2D5-D92B-1DB2-DFBC2F54D07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77520677-F35D-4C4E-1513-EAFE5D66009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9CD4D9EA-AA2E-B1F2-E8E1-C45DF6B64F7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9AB2A80D-0EEF-E0B9-5AF9-CAA936EB768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54F5334E-1127-D8FD-D84E-616517669BF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788A556-D6F7-801B-B167-5F0EC5C2D1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ABE1288B-C328-333C-8105-4DEE2C8915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9E647B64-7E63-51DF-8407-3DB14FFC9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AB75CF5A-1A79-026C-C47D-84911D30CE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3EE06B10-BDBE-C847-B35C-EF67DFA8E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C34C0A2-2E9B-9FF9-5813-20B80D3C3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3351A7DA-2E32-9AEB-1BCC-7EE7AAEB1D4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04B24802-D196-E91C-F6DD-A3960D2FDA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B69D406F-6095-0840-47C5-B80EBEE156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AFC35673-2617-47F0-9A68-92F07709D7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3F2B631C-E1A5-9D0A-0339-51048A38BDD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73CE7A1A-A7F0-A088-27D1-66DB2CBCC1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D93A425F-E357-EB93-8E0E-4F1A37024C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5453AB8C-4D0A-C281-BC24-475CC7EA55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746D62F7-2FEC-4502-345F-BC8F1B2CAC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C8E9E996-4EFB-A2EA-78FF-204857D29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D258A578-4DCD-EF94-08B7-60C780460A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3545FBEC-9358-5BEC-F95D-06F44A617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C321975A-159F-3C34-5154-49C0BDFCF6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A1178FA-77A5-4FB6-BBA2-6E75577F5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B4A2112F-DFC8-8021-738E-E0DD6E138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85CA87A4-6159-1C87-976D-7B181E03CF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91C77D7E-3CBD-CE33-A2EB-75D560CDD0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109C5B11-E17E-7FB4-C1D1-1E1AEB580A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9B604571-FA8B-B650-FAF3-DC26A100D9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2B326B17-D611-89DA-3C5D-370687879E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B1E445CA-27BE-DC8A-BAA0-68E6097484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59780305-5ABA-CC40-53E6-2096BB9CF5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EC1B1A7-5321-4399-8B4C-934F1E2638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C05558FD-AB6C-B3B5-DF16-53EDA1591B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877085EA-36FA-3571-DCAC-C0853C75D6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60DE2A3D-DF79-3F5D-A5A1-60D118FC27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33D22947-5E58-689E-FC4D-E92DDC3FFE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EC09D1F2-BED9-C9E0-81B9-697F57A5D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C0D56FEB-7895-2C8C-F61C-73D572FC1DD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81C33B25-E794-4BA2-6C0D-8AE3EE09535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CB4A3C17-B5B8-640A-90E7-BE9830988C3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7FD548B-5EED-1D72-DBEC-BC07C744993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641262E1-F0A8-3A4B-E6F9-B69C175076B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48D5C8B5-A2EC-7B0A-3763-85C8F1E2DA4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EA80E921-5879-0BE4-3F3D-3436921A5D3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BCED8B80-DE4F-045B-3AC4-E129428654D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7834B62F-CB8D-9590-F273-0A6C9406334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49FC4593-6D5F-FF48-093B-4659E86CDE5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2439528-49B3-16BC-73E7-69B2AA3B1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06B4CFDB-49CE-5347-4610-F7CFFDCBF5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0DF29D0B-FC34-561A-6EE9-A0F94CA25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0866F24A-8C44-09B1-3B6B-DFF3443A95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96063B42-56A0-DCE3-F536-FBDC5116F5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825BC19F-C5E4-ABD3-42B2-6B431EDB18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BA988F1F-4390-5194-AE4F-0B541BFC30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9D85B74B-33DC-7806-29BF-8BFD95AFB3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B5E9CE50-572C-D939-DDEF-B709DA762F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A784B1D4-7184-0348-064E-741523490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2DCED65E-B8AA-8303-1D1F-9376E7EE0E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C112B11C-B4F5-58CD-0C50-CA48ACEA62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EBBD9022-1292-E14E-FCA0-631DEABD0C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7F76F8C1-17D2-1AF3-672D-AAF0366C1E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7062FE60-2F4B-2F61-BBA6-B799B897F02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D492F173-4A93-8D97-2D1A-FB793E42BB6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7DFE5789-E9AD-43F3-6E27-5C8CF4E201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5E2CB7C-AAD9-8376-A873-DCC071B74A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929769C-E0AC-BD94-21C9-1376B1C5F7B7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2E190DD3-AD11-8DE6-6085-0CBA1133FE7B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ACB5E35E-F585-9C7B-8E3A-156454E05840}"/>
              </a:ext>
            </a:extLst>
          </p:cNvPr>
          <p:cNvSpPr/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E076C7F-DA26-3B20-2DCA-4D3400A3653A}"/>
              </a:ext>
            </a:extLst>
          </p:cNvPr>
          <p:cNvSpPr/>
          <p:nvPr/>
        </p:nvSpPr>
        <p:spPr>
          <a:xfrm>
            <a:off x="1926022" y="2768766"/>
            <a:ext cx="936060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</a:rPr>
              <a:t>Digite um valor para a variável 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246A27-F719-7CB3-754B-D16F9EE5631C}"/>
              </a:ext>
            </a:extLst>
          </p:cNvPr>
          <p:cNvSpPr/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C29D63E-6A9B-2168-3553-F0DB207FD7A7}"/>
              </a:ext>
            </a:extLst>
          </p:cNvPr>
          <p:cNvSpPr/>
          <p:nvPr/>
        </p:nvSpPr>
        <p:spPr>
          <a:xfrm>
            <a:off x="3284768" y="2768766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B7AD864-0D04-FE15-D4F5-55C4B5788082}"/>
              </a:ext>
            </a:extLst>
          </p:cNvPr>
          <p:cNvSpPr/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B120735-F3C6-C0C3-6FDF-5265B0F5635E}"/>
              </a:ext>
            </a:extLst>
          </p:cNvPr>
          <p:cNvSpPr/>
          <p:nvPr/>
        </p:nvSpPr>
        <p:spPr>
          <a:xfrm>
            <a:off x="603660" y="2781446"/>
            <a:ext cx="936642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"Verifica</a:t>
            </a:r>
          </a:p>
          <a:p>
            <a:pPr algn="ctr"/>
            <a:r>
              <a:rPr lang="pt-BR" sz="1000" b="1" dirty="0">
                <a:solidFill>
                  <a:schemeClr val="tx1"/>
                </a:solidFill>
              </a:rPr>
              <a:t>Entrada“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var    A: caractere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99E0BC6-4321-5705-6883-9AE7DCCDB2D8}"/>
              </a:ext>
            </a:extLst>
          </p:cNvPr>
          <p:cNvSpPr/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26 bytes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2998A8B-0049-E282-4617-E82F22EADBE3}"/>
              </a:ext>
            </a:extLst>
          </p:cNvPr>
          <p:cNvSpPr/>
          <p:nvPr/>
        </p:nvSpPr>
        <p:spPr>
          <a:xfrm>
            <a:off x="4595747" y="2790752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Escreva (“Seu texto é”, a)</a:t>
            </a:r>
          </a:p>
        </p:txBody>
      </p:sp>
    </p:spTree>
    <p:extLst>
      <p:ext uri="{BB962C8B-B14F-4D97-AF65-F5344CB8AC3E}">
        <p14:creationId xmlns:p14="http://schemas.microsoft.com/office/powerpoint/2010/main" val="40363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2731C-48CB-A5BE-F2E5-20CC1942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E8FA3E0E-7E2E-36F7-7D06-1114B8950F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62D8FADA-6631-A657-8AEE-C4480B26F02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BB778DA6-5CAB-9485-D519-70C117D447A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E506A82-7587-F1DC-2D16-FA14B6C2B8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DD522E2-C6A0-E9AF-FF11-CCF2168118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1E1454B-0DE7-B3B9-464C-3992B56E4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0D1F8D7-F187-DA07-764A-E5FE2F7060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3D95A81C-E482-8AC7-1543-A6143AF76B4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5473006-6E65-6F3B-D51B-3F515B60920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9BC73475-6512-323D-82FA-0064A5F73F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86EBC03-B99A-97DC-EC4D-AE66342F39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03E6B3B7-16ED-46F9-69E6-08A3FF75E2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06704099-3CE3-3208-5E3D-832211CE1BD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8BFD0D26-A03A-FAA2-AB8D-5E72663C46C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899EEC82-5C96-0FE8-6C27-683A5823F4D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BC6A7AA0-E427-A09C-77F8-B50AE9104CA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A7294647-0B13-E20E-0C76-42F9DFCBB98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8BCB7CDB-0098-350A-A572-E16C7B0F971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116ACCB9-7DC6-8399-93F5-EA960776F7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2E3C6EA8-B523-517E-74D1-C2DC18603EA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C34605AD-978A-7ED3-1315-D83F12CADEF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868FC57-F837-1E15-549F-7511AFECB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855D2988-4F98-2226-F11C-53B13B1033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13F0D4B-9731-7974-8CBD-B704486348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C4F13F67-546B-E874-7FB4-CE0F20504F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C1672D9B-F988-EB97-6506-B7F37EAD7F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C41BC1D0-2230-5D25-8584-8420575763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E24A64A6-29A4-6C21-7B39-D8D072D9501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0A77841E-C75C-5487-FA9F-836A11722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B5799BF0-2E8D-DE97-60BE-F1839A2EE7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F95A5274-A06A-0B94-F48D-ADF7F0947D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0F90E93E-D977-9972-ADCA-B199116B5A9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BD8F3AA7-4D0A-2EC0-6B1D-95828F93B8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0C317035-4BC8-53E0-C988-82FAD37FEB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83DDE59E-6FFE-EEE9-3B96-E09ECF1E9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A667115C-F1FA-EABC-FB23-A00CCE3A0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1937949-071D-74E0-D6EC-59FC3926DC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75A66441-FCF2-39EE-E890-1FBC92357F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C08CF9DC-0681-3B1F-2EBE-26A3F40932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6844F825-87E2-C533-8DC1-6AFDF58303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ED06742E-C236-CC1C-7186-6F68E5A0E7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868096C8-D664-D939-A568-730A3291AB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467E6C9A-6655-0325-6621-CEF646D3F9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1E94BD4-9D55-B080-031A-CEDE844E11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3A5FED32-A15B-AD19-847A-1B88BBA89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E2BFDD2A-3F58-E0A8-F41B-F7A21F0AE1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F4A45E08-A58C-5F35-C2BC-12F028231E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29B4F832-B3DC-59BD-10EA-B128ACEE5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4A386A47-E6E4-9B40-41B4-69FC62C19B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4675BFCA-455D-0F4B-85E5-252F5AF0B5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F2BEC57C-0CC2-95A5-69BA-10EE32233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448F1C0A-5B0A-64EC-BB95-4A9BD5DCAD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4C6B89E2-FE0F-CC79-AFBB-F19C643674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726B95B4-085D-0964-A18A-6C7DA10133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B30730CB-68AF-F667-C6B8-DE4F1B181E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7850B650-8C1B-8263-B827-9B97B8861A8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54629603-BB5B-7CD5-BF74-7FE00DB8363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FBB4CE79-866D-C9B4-C188-269D213AB7B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5C63505F-B370-8C8B-AB08-2E5C0B37AEA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233E5DC3-E84E-C9D6-2854-58097608587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D5337D0B-DA05-3C48-B358-9877181467C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0F03FBB9-FA83-C5C0-8AD6-6A0607882D4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71F67AE3-B439-2EF3-4576-94441F25100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9827893-7EBE-CE59-8C92-BD0D30E28D6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36CC85BC-7F1A-8B8B-07AC-ABEA8469D55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F8FA496C-0CB8-D153-47DA-76D905F267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CF5802AC-A810-0B53-CE6D-12879D54FA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82AEE0FB-4753-6FB5-5D5E-EA147C3C6F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6160629A-F75C-DA63-4ED8-937031A2114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FFCFABB1-7546-A430-AA1D-1A21ADFCFD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948217A6-482B-2AEA-766B-6EB4211628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29DD9D77-20A5-F627-D253-F6785B96FB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C81DBEC9-159F-200F-5E4E-23B61AF566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F7174307-8613-56A4-1FF0-4911E12DC4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22F5F523-73BB-FA13-3351-97E3A2C36E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A3FF848F-CACE-39AB-A149-AA9D559229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CFA87F84-8065-B7F6-B002-07AF527C0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7B1B35FE-FED8-BFB5-996A-404D6BA713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C505C50A-0A4D-36C5-F922-3D97CFAF55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976FB6E8-3C85-C01E-45EC-5C5274F821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A529DA94-AE10-5C84-A29E-D053E500EB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568ECDDF-CFA0-9692-E236-7C99E1A2B0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5EF3D69-BB1F-E183-CD3D-BB0EFB9616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7E77780C-41CF-0255-8D80-1F9C5B1BD5A4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BC6FEE23-2DD8-0DB5-224D-14F2A28CBAAD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BCA294D9-CC12-BE5C-C5B1-2CB823D636BC}"/>
              </a:ext>
            </a:extLst>
          </p:cNvPr>
          <p:cNvSpPr/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8A32E8-20A3-7C0A-68F6-4485F9A4D65D}"/>
              </a:ext>
            </a:extLst>
          </p:cNvPr>
          <p:cNvSpPr/>
          <p:nvPr/>
        </p:nvSpPr>
        <p:spPr>
          <a:xfrm>
            <a:off x="1926022" y="2768766"/>
            <a:ext cx="936060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Digite um valor para a variável 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4B21DC7-511F-9131-D49A-EB661D051947}"/>
              </a:ext>
            </a:extLst>
          </p:cNvPr>
          <p:cNvSpPr/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CBD432-0D8B-ECA9-EB7F-74CB7AF6953A}"/>
              </a:ext>
            </a:extLst>
          </p:cNvPr>
          <p:cNvSpPr/>
          <p:nvPr/>
        </p:nvSpPr>
        <p:spPr>
          <a:xfrm>
            <a:off x="3284768" y="2768766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622187-9B30-A089-4D50-51AB981D4BA7}"/>
              </a:ext>
            </a:extLst>
          </p:cNvPr>
          <p:cNvSpPr/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19CD13-54FF-239E-F116-D904E5EE98AC}"/>
              </a:ext>
            </a:extLst>
          </p:cNvPr>
          <p:cNvSpPr/>
          <p:nvPr/>
        </p:nvSpPr>
        <p:spPr>
          <a:xfrm>
            <a:off x="603660" y="2781446"/>
            <a:ext cx="936642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"Verifica</a:t>
            </a:r>
          </a:p>
          <a:p>
            <a:pPr algn="ctr"/>
            <a:r>
              <a:rPr lang="pt-BR" sz="1000" b="1" dirty="0">
                <a:solidFill>
                  <a:schemeClr val="tx1"/>
                </a:solidFill>
              </a:rPr>
              <a:t>Entrada“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var    A: caractere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F5C7CEB-49E5-74FD-F976-585CFECAA524}"/>
              </a:ext>
            </a:extLst>
          </p:cNvPr>
          <p:cNvSpPr/>
          <p:nvPr/>
        </p:nvSpPr>
        <p:spPr>
          <a:xfrm>
            <a:off x="602401" y="5054055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900" b="1" dirty="0">
                <a:solidFill>
                  <a:schemeClr val="bg1"/>
                </a:solidFill>
              </a:rPr>
              <a:t>Caractere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54BD548-9DF5-D640-904B-A7C1B627BED7}"/>
              </a:ext>
            </a:extLst>
          </p:cNvPr>
          <p:cNvSpPr/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26 bytes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8729CB-EBA4-F193-263D-3D7948D97EB9}"/>
              </a:ext>
            </a:extLst>
          </p:cNvPr>
          <p:cNvSpPr/>
          <p:nvPr/>
        </p:nvSpPr>
        <p:spPr>
          <a:xfrm>
            <a:off x="4595747" y="2790752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Escreva (“Seu texto é”, a)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2FA711A-A3E5-58FE-E37D-D22FA65FCA85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31689727-3166-6046-770E-F951D1E35E30}"/>
              </a:ext>
            </a:extLst>
          </p:cNvPr>
          <p:cNvCxnSpPr>
            <a:cxnSpLocks/>
          </p:cNvCxnSpPr>
          <p:nvPr/>
        </p:nvCxnSpPr>
        <p:spPr>
          <a:xfrm>
            <a:off x="3726101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C6D3EE6-A088-9D58-C23B-D0E05B1D9D34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8C22A325-2910-72D3-930B-D31E02915C67}"/>
              </a:ext>
            </a:extLst>
          </p:cNvPr>
          <p:cNvCxnSpPr>
            <a:cxnSpLocks/>
          </p:cNvCxnSpPr>
          <p:nvPr/>
        </p:nvCxnSpPr>
        <p:spPr>
          <a:xfrm>
            <a:off x="4997531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7DFFD57E-2F86-0981-684C-7BB9D243F66E}"/>
              </a:ext>
            </a:extLst>
          </p:cNvPr>
          <p:cNvSpPr/>
          <p:nvPr/>
        </p:nvSpPr>
        <p:spPr>
          <a:xfrm>
            <a:off x="9027661" y="5422539"/>
            <a:ext cx="2118507" cy="3331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Seu texto é “a”</a:t>
            </a:r>
          </a:p>
        </p:txBody>
      </p:sp>
    </p:spTree>
    <p:extLst>
      <p:ext uri="{BB962C8B-B14F-4D97-AF65-F5344CB8AC3E}">
        <p14:creationId xmlns:p14="http://schemas.microsoft.com/office/powerpoint/2010/main" val="175900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 animBg="1"/>
      <p:bldP spid="2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9A129-22FD-DC7E-D062-2256B0E7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A55179-E330-B9C7-E617-F5F0DD185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457AB5-B3DD-2381-A5F6-EBEDF07A2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550F7-85F5-DCA2-8E87-26CDC1CB4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ABCC11-2196-7927-51BF-D2838381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FDB96-5500-1685-38ED-4A3D151A1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1A221B-DD45-9367-BDD1-02DEB04C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Processadores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4A3190-C2BF-39CF-FCD8-844DDE24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590741"/>
            <a:ext cx="12192000" cy="526726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1846BC-0974-6D41-E8F0-E49CA003BF0C}"/>
              </a:ext>
            </a:extLst>
          </p:cNvPr>
          <p:cNvSpPr txBox="1"/>
          <p:nvPr/>
        </p:nvSpPr>
        <p:spPr>
          <a:xfrm>
            <a:off x="2247900" y="1891970"/>
            <a:ext cx="76961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gênio que revolucionou a COMPUTAÇÃO #SagaDosComputadores </a:t>
            </a:r>
            <a:r>
              <a:rPr lang="pt-BR" sz="2800" b="1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</a:t>
            </a:r>
            <a:r>
              <a:rPr lang="pt-BR" sz="2800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4 - YouTube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2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453</TotalTime>
  <Words>1776</Words>
  <Application>Microsoft Office PowerPoint</Application>
  <PresentationFormat>Widescreen</PresentationFormat>
  <Paragraphs>460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Google Sans</vt:lpstr>
      <vt:lpstr>Palatino Linotype</vt:lpstr>
      <vt:lpstr>Roboto</vt:lpstr>
      <vt:lpstr>Wingdings</vt:lpstr>
      <vt:lpstr>Office Theme</vt:lpstr>
      <vt:lpstr>Fundamentos de Hardware e Software Hardware  Processadores</vt:lpstr>
      <vt:lpstr>Fundamentos de Hardware e Software Hardware - Processadores</vt:lpstr>
      <vt:lpstr>Fundamentos de Hardware e Software Hardware - Processadores</vt:lpstr>
      <vt:lpstr>Fundamentos de Hardware e Software Hardware - Processadores</vt:lpstr>
      <vt:lpstr>Fundamentos de Hardware e Software Hardware - Processadores</vt:lpstr>
      <vt:lpstr>Fundamentos de Hardware e Software Hardware - Núcleo</vt:lpstr>
      <vt:lpstr>Fundamentos de Hardware e Software Núcleo - Registradores</vt:lpstr>
      <vt:lpstr>Fundamentos de Hardware e Software Núcleo – ULA (Unidade Lógica e Aritmética)</vt:lpstr>
      <vt:lpstr>Fundamentos de Hardware e Software Núcleo – UC (Unidade de Controle)</vt:lpstr>
      <vt:lpstr>Fundamentos de Hardware e Software Núcleo – Buscar, Decodificar e Executar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Fundamentos de Hardware e Software Hardware - Processadores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Prentys Assis</dc:creator>
  <cp:lastModifiedBy>Prentys Assis</cp:lastModifiedBy>
  <cp:revision>1</cp:revision>
  <dcterms:created xsi:type="dcterms:W3CDTF">2025-03-09T14:02:06Z</dcterms:created>
  <dcterms:modified xsi:type="dcterms:W3CDTF">2025-03-23T16:06:32Z</dcterms:modified>
</cp:coreProperties>
</file>