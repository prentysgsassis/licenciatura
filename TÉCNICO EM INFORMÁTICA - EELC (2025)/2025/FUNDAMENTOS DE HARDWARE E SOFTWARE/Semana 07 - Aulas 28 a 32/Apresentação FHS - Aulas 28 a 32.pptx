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2" r:id="rId2"/>
    <p:sldId id="263" r:id="rId3"/>
    <p:sldId id="257" r:id="rId4"/>
    <p:sldId id="265" r:id="rId5"/>
    <p:sldId id="264" r:id="rId6"/>
    <p:sldId id="267" r:id="rId7"/>
    <p:sldId id="269" r:id="rId8"/>
    <p:sldId id="268" r:id="rId9"/>
    <p:sldId id="270" r:id="rId10"/>
    <p:sldId id="273" r:id="rId11"/>
    <p:sldId id="289" r:id="rId12"/>
    <p:sldId id="256" r:id="rId13"/>
    <p:sldId id="274" r:id="rId14"/>
    <p:sldId id="275" r:id="rId15"/>
    <p:sldId id="276" r:id="rId16"/>
    <p:sldId id="282" r:id="rId17"/>
    <p:sldId id="277" r:id="rId18"/>
    <p:sldId id="280" r:id="rId19"/>
    <p:sldId id="284" r:id="rId20"/>
    <p:sldId id="285" r:id="rId21"/>
    <p:sldId id="286" r:id="rId22"/>
    <p:sldId id="287" r:id="rId23"/>
    <p:sldId id="288" r:id="rId24"/>
    <p:sldId id="290" r:id="rId25"/>
    <p:sldId id="291" r:id="rId26"/>
    <p:sldId id="292" r:id="rId27"/>
    <p:sldId id="293" r:id="rId28"/>
    <p:sldId id="295" r:id="rId29"/>
    <p:sldId id="296" r:id="rId30"/>
    <p:sldId id="298" r:id="rId31"/>
    <p:sldId id="297" r:id="rId32"/>
    <p:sldId id="299" r:id="rId33"/>
    <p:sldId id="272" r:id="rId34"/>
    <p:sldId id="294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56F158-C17D-4501-BCCD-CC828FE10FF7}" v="714" dt="2025-03-23T20:45:32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109" d="100"/>
          <a:sy n="109" d="100"/>
        </p:scale>
        <p:origin x="108" y="3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ntys Assis" userId="9e9e1f5991e00f07" providerId="LiveId" clId="{D356F158-C17D-4501-BCCD-CC828FE10FF7}"/>
    <pc:docChg chg="undo custSel addSld delSld modSld">
      <pc:chgData name="Prentys Assis" userId="9e9e1f5991e00f07" providerId="LiveId" clId="{D356F158-C17D-4501-BCCD-CC828FE10FF7}" dt="2025-03-23T20:45:32.077" v="1014" actId="207"/>
      <pc:docMkLst>
        <pc:docMk/>
      </pc:docMkLst>
      <pc:sldChg chg="modSp">
        <pc:chgData name="Prentys Assis" userId="9e9e1f5991e00f07" providerId="LiveId" clId="{D356F158-C17D-4501-BCCD-CC828FE10FF7}" dt="2025-03-23T17:59:01.167" v="168" actId="20577"/>
        <pc:sldMkLst>
          <pc:docMk/>
          <pc:sldMk cId="3777985887" sldId="276"/>
        </pc:sldMkLst>
        <pc:spChg chg="mod">
          <ac:chgData name="Prentys Assis" userId="9e9e1f5991e00f07" providerId="LiveId" clId="{D356F158-C17D-4501-BCCD-CC828FE10FF7}" dt="2025-03-23T17:59:01.167" v="168" actId="20577"/>
          <ac:spMkLst>
            <pc:docMk/>
            <pc:sldMk cId="3777985887" sldId="276"/>
            <ac:spMk id="2" creationId="{F7721D09-A366-2BFB-2FE8-B9AC3B3ECAD2}"/>
          </ac:spMkLst>
        </pc:spChg>
        <pc:spChg chg="mod">
          <ac:chgData name="Prentys Assis" userId="9e9e1f5991e00f07" providerId="LiveId" clId="{D356F158-C17D-4501-BCCD-CC828FE10FF7}" dt="2025-03-23T17:57:37.006" v="159" actId="20577"/>
          <ac:spMkLst>
            <pc:docMk/>
            <pc:sldMk cId="3777985887" sldId="276"/>
            <ac:spMk id="4" creationId="{9411D9BD-AFD9-2180-BB9E-C9A409849E6E}"/>
          </ac:spMkLst>
        </pc:spChg>
      </pc:sldChg>
      <pc:sldChg chg="modSp modAnim">
        <pc:chgData name="Prentys Assis" userId="9e9e1f5991e00f07" providerId="LiveId" clId="{D356F158-C17D-4501-BCCD-CC828FE10FF7}" dt="2025-03-23T18:05:16.632" v="260" actId="20577"/>
        <pc:sldMkLst>
          <pc:docMk/>
          <pc:sldMk cId="109908226" sldId="277"/>
        </pc:sldMkLst>
        <pc:spChg chg="mod">
          <ac:chgData name="Prentys Assis" userId="9e9e1f5991e00f07" providerId="LiveId" clId="{D356F158-C17D-4501-BCCD-CC828FE10FF7}" dt="2025-03-23T17:59:17.347" v="178" actId="20577"/>
          <ac:spMkLst>
            <pc:docMk/>
            <pc:sldMk cId="109908226" sldId="277"/>
            <ac:spMk id="2" creationId="{B1B165EA-C439-C01E-41A3-0B3B5C330D23}"/>
          </ac:spMkLst>
        </pc:spChg>
        <pc:spChg chg="mod">
          <ac:chgData name="Prentys Assis" userId="9e9e1f5991e00f07" providerId="LiveId" clId="{D356F158-C17D-4501-BCCD-CC828FE10FF7}" dt="2025-03-23T18:05:16.632" v="260" actId="20577"/>
          <ac:spMkLst>
            <pc:docMk/>
            <pc:sldMk cId="109908226" sldId="277"/>
            <ac:spMk id="13" creationId="{0A2FAAB6-8A30-B269-9B21-1F515F262B16}"/>
          </ac:spMkLst>
        </pc:spChg>
      </pc:sldChg>
      <pc:sldChg chg="addSp delSp modSp mod modAnim">
        <pc:chgData name="Prentys Assis" userId="9e9e1f5991e00f07" providerId="LiveId" clId="{D356F158-C17D-4501-BCCD-CC828FE10FF7}" dt="2025-03-23T18:07:18.100" v="279" actId="34135"/>
        <pc:sldMkLst>
          <pc:docMk/>
          <pc:sldMk cId="3303696912" sldId="280"/>
        </pc:sldMkLst>
        <pc:spChg chg="mod">
          <ac:chgData name="Prentys Assis" userId="9e9e1f5991e00f07" providerId="LiveId" clId="{D356F158-C17D-4501-BCCD-CC828FE10FF7}" dt="2025-03-23T18:05:19.366" v="262" actId="20577"/>
          <ac:spMkLst>
            <pc:docMk/>
            <pc:sldMk cId="3303696912" sldId="280"/>
            <ac:spMk id="2" creationId="{54A7B89D-EA8C-3DAA-A307-D9F652F88B4D}"/>
          </ac:spMkLst>
        </pc:spChg>
        <pc:spChg chg="del">
          <ac:chgData name="Prentys Assis" userId="9e9e1f5991e00f07" providerId="LiveId" clId="{D356F158-C17D-4501-BCCD-CC828FE10FF7}" dt="2025-03-23T17:46:49.425" v="4" actId="478"/>
          <ac:spMkLst>
            <pc:docMk/>
            <pc:sldMk cId="3303696912" sldId="280"/>
            <ac:spMk id="3" creationId="{A221D241-C4AC-B0E2-358F-CCC99C8DFC81}"/>
          </ac:spMkLst>
        </pc:spChg>
        <pc:spChg chg="del">
          <ac:chgData name="Prentys Assis" userId="9e9e1f5991e00f07" providerId="LiveId" clId="{D356F158-C17D-4501-BCCD-CC828FE10FF7}" dt="2025-03-23T17:46:50.586" v="5" actId="478"/>
          <ac:spMkLst>
            <pc:docMk/>
            <pc:sldMk cId="3303696912" sldId="280"/>
            <ac:spMk id="4" creationId="{66975715-E496-8140-3001-E1E4BF6051F1}"/>
          </ac:spMkLst>
        </pc:spChg>
        <pc:spChg chg="mod">
          <ac:chgData name="Prentys Assis" userId="9e9e1f5991e00f07" providerId="LiveId" clId="{D356F158-C17D-4501-BCCD-CC828FE10FF7}" dt="2025-03-23T17:59:21.100" v="183" actId="20577"/>
          <ac:spMkLst>
            <pc:docMk/>
            <pc:sldMk cId="3303696912" sldId="280"/>
            <ac:spMk id="6" creationId="{E2583E21-2FF6-BDA5-8BC9-B80778A56F78}"/>
          </ac:spMkLst>
        </pc:spChg>
        <pc:spChg chg="del">
          <ac:chgData name="Prentys Assis" userId="9e9e1f5991e00f07" providerId="LiveId" clId="{D356F158-C17D-4501-BCCD-CC828FE10FF7}" dt="2025-03-23T17:46:47.180" v="3" actId="478"/>
          <ac:spMkLst>
            <pc:docMk/>
            <pc:sldMk cId="3303696912" sldId="280"/>
            <ac:spMk id="7" creationId="{46399735-22A3-27EC-24B0-787A1A716BD7}"/>
          </ac:spMkLst>
        </pc:spChg>
        <pc:spChg chg="add mod">
          <ac:chgData name="Prentys Assis" userId="9e9e1f5991e00f07" providerId="LiveId" clId="{D356F158-C17D-4501-BCCD-CC828FE10FF7}" dt="2025-03-23T18:06:08.904" v="269"/>
          <ac:spMkLst>
            <pc:docMk/>
            <pc:sldMk cId="3303696912" sldId="280"/>
            <ac:spMk id="12" creationId="{05B8D250-227F-90CB-9F0F-B73FF086B8A8}"/>
          </ac:spMkLst>
        </pc:spChg>
        <pc:spChg chg="add mod">
          <ac:chgData name="Prentys Assis" userId="9e9e1f5991e00f07" providerId="LiveId" clId="{D356F158-C17D-4501-BCCD-CC828FE10FF7}" dt="2025-03-23T18:06:16.957" v="271" actId="20577"/>
          <ac:spMkLst>
            <pc:docMk/>
            <pc:sldMk cId="3303696912" sldId="280"/>
            <ac:spMk id="13" creationId="{AEF60E62-0B7B-F16A-0C18-BB224BB76903}"/>
          </ac:spMkLst>
        </pc:spChg>
        <pc:spChg chg="mod">
          <ac:chgData name="Prentys Assis" userId="9e9e1f5991e00f07" providerId="LiveId" clId="{D356F158-C17D-4501-BCCD-CC828FE10FF7}" dt="2025-03-23T18:07:18.100" v="279" actId="34135"/>
          <ac:spMkLst>
            <pc:docMk/>
            <pc:sldMk cId="3303696912" sldId="280"/>
            <ac:spMk id="20" creationId="{709C1C7A-DB1E-4A45-EB10-3882E47550E0}"/>
          </ac:spMkLst>
        </pc:spChg>
        <pc:spChg chg="mod">
          <ac:chgData name="Prentys Assis" userId="9e9e1f5991e00f07" providerId="LiveId" clId="{D356F158-C17D-4501-BCCD-CC828FE10FF7}" dt="2025-03-23T18:07:18.100" v="279" actId="34135"/>
          <ac:spMkLst>
            <pc:docMk/>
            <pc:sldMk cId="3303696912" sldId="280"/>
            <ac:spMk id="27" creationId="{5803BA01-529B-045E-A23B-5276A10C3031}"/>
          </ac:spMkLst>
        </pc:spChg>
        <pc:spChg chg="mod">
          <ac:chgData name="Prentys Assis" userId="9e9e1f5991e00f07" providerId="LiveId" clId="{D356F158-C17D-4501-BCCD-CC828FE10FF7}" dt="2025-03-23T18:07:18.100" v="279" actId="34135"/>
          <ac:spMkLst>
            <pc:docMk/>
            <pc:sldMk cId="3303696912" sldId="280"/>
            <ac:spMk id="60" creationId="{B5AB1067-EF1B-D3AB-5860-367F74347E9F}"/>
          </ac:spMkLst>
        </pc:spChg>
        <pc:spChg chg="mod">
          <ac:chgData name="Prentys Assis" userId="9e9e1f5991e00f07" providerId="LiveId" clId="{D356F158-C17D-4501-BCCD-CC828FE10FF7}" dt="2025-03-23T18:07:18.100" v="279" actId="34135"/>
          <ac:spMkLst>
            <pc:docMk/>
            <pc:sldMk cId="3303696912" sldId="280"/>
            <ac:spMk id="1024" creationId="{B12F43CC-4BAD-5C24-1AA1-E9DA10A1F711}"/>
          </ac:spMkLst>
        </pc:spChg>
        <pc:spChg chg="mod">
          <ac:chgData name="Prentys Assis" userId="9e9e1f5991e00f07" providerId="LiveId" clId="{D356F158-C17D-4501-BCCD-CC828FE10FF7}" dt="2025-03-23T18:07:18.100" v="279" actId="34135"/>
          <ac:spMkLst>
            <pc:docMk/>
            <pc:sldMk cId="3303696912" sldId="280"/>
            <ac:spMk id="1030" creationId="{8D64FC57-66D8-6F4F-7E1D-C4CD62C26CF6}"/>
          </ac:spMkLst>
        </pc:spChg>
        <pc:spChg chg="mod">
          <ac:chgData name="Prentys Assis" userId="9e9e1f5991e00f07" providerId="LiveId" clId="{D356F158-C17D-4501-BCCD-CC828FE10FF7}" dt="2025-03-23T18:07:18.100" v="279" actId="34135"/>
          <ac:spMkLst>
            <pc:docMk/>
            <pc:sldMk cId="3303696912" sldId="280"/>
            <ac:spMk id="1075" creationId="{EB61E483-C006-F06B-C74F-905EE4064F38}"/>
          </ac:spMkLst>
        </pc:spChg>
        <pc:spChg chg="mod">
          <ac:chgData name="Prentys Assis" userId="9e9e1f5991e00f07" providerId="LiveId" clId="{D356F158-C17D-4501-BCCD-CC828FE10FF7}" dt="2025-03-23T18:07:18.100" v="279" actId="34135"/>
          <ac:spMkLst>
            <pc:docMk/>
            <pc:sldMk cId="3303696912" sldId="280"/>
            <ac:spMk id="1085" creationId="{912FF87E-64FE-22C7-3A6B-AC2C1FF470F2}"/>
          </ac:spMkLst>
        </pc:spChg>
        <pc:spChg chg="mod">
          <ac:chgData name="Prentys Assis" userId="9e9e1f5991e00f07" providerId="LiveId" clId="{D356F158-C17D-4501-BCCD-CC828FE10FF7}" dt="2025-03-23T18:07:18.100" v="279" actId="34135"/>
          <ac:spMkLst>
            <pc:docMk/>
            <pc:sldMk cId="3303696912" sldId="280"/>
            <ac:spMk id="1090" creationId="{960DBCB3-CE86-1D3B-740E-F4E42345129E}"/>
          </ac:spMkLst>
        </pc:spChg>
        <pc:spChg chg="mod">
          <ac:chgData name="Prentys Assis" userId="9e9e1f5991e00f07" providerId="LiveId" clId="{D356F158-C17D-4501-BCCD-CC828FE10FF7}" dt="2025-03-23T18:07:18.100" v="279" actId="34135"/>
          <ac:spMkLst>
            <pc:docMk/>
            <pc:sldMk cId="3303696912" sldId="280"/>
            <ac:spMk id="1097" creationId="{92B6538F-D942-D662-1BF7-B829C418FFEE}"/>
          </ac:spMkLst>
        </pc:spChg>
        <pc:spChg chg="mod">
          <ac:chgData name="Prentys Assis" userId="9e9e1f5991e00f07" providerId="LiveId" clId="{D356F158-C17D-4501-BCCD-CC828FE10FF7}" dt="2025-03-23T18:07:18.100" v="279" actId="34135"/>
          <ac:spMkLst>
            <pc:docMk/>
            <pc:sldMk cId="3303696912" sldId="280"/>
            <ac:spMk id="1107" creationId="{5BE0F0D9-6838-C847-011D-4C6130A52768}"/>
          </ac:spMkLst>
        </pc:spChg>
        <pc:picChg chg="add del">
          <ac:chgData name="Prentys Assis" userId="9e9e1f5991e00f07" providerId="LiveId" clId="{D356F158-C17D-4501-BCCD-CC828FE10FF7}" dt="2025-03-23T17:47:54.313" v="7" actId="478"/>
          <ac:picMkLst>
            <pc:docMk/>
            <pc:sldMk cId="3303696912" sldId="280"/>
            <ac:picMk id="11" creationId="{DC184673-32CF-406B-3067-7B41F71394F3}"/>
          </ac:picMkLst>
        </pc:picChg>
      </pc:sldChg>
      <pc:sldChg chg="addSp delSp modSp mod modAnim">
        <pc:chgData name="Prentys Assis" userId="9e9e1f5991e00f07" providerId="LiveId" clId="{D356F158-C17D-4501-BCCD-CC828FE10FF7}" dt="2025-03-23T18:05:38.654" v="267" actId="20577"/>
        <pc:sldMkLst>
          <pc:docMk/>
          <pc:sldMk cId="3231709985" sldId="282"/>
        </pc:sldMkLst>
        <pc:spChg chg="mod">
          <ac:chgData name="Prentys Assis" userId="9e9e1f5991e00f07" providerId="LiveId" clId="{D356F158-C17D-4501-BCCD-CC828FE10FF7}" dt="2025-03-23T17:59:11.924" v="173" actId="20577"/>
          <ac:spMkLst>
            <pc:docMk/>
            <pc:sldMk cId="3231709985" sldId="282"/>
            <ac:spMk id="2" creationId="{3E53AD00-B9F5-BF02-1593-EA740E9B5551}"/>
          </ac:spMkLst>
        </pc:spChg>
        <pc:spChg chg="mod">
          <ac:chgData name="Prentys Assis" userId="9e9e1f5991e00f07" providerId="LiveId" clId="{D356F158-C17D-4501-BCCD-CC828FE10FF7}" dt="2025-03-23T18:05:32.513" v="265"/>
          <ac:spMkLst>
            <pc:docMk/>
            <pc:sldMk cId="3231709985" sldId="282"/>
            <ac:spMk id="3" creationId="{DD2AFA41-B86A-5189-55AF-0DE3CADEB055}"/>
          </ac:spMkLst>
        </pc:spChg>
        <pc:spChg chg="mod">
          <ac:chgData name="Prentys Assis" userId="9e9e1f5991e00f07" providerId="LiveId" clId="{D356F158-C17D-4501-BCCD-CC828FE10FF7}" dt="2025-03-23T18:05:38.654" v="267" actId="20577"/>
          <ac:spMkLst>
            <pc:docMk/>
            <pc:sldMk cId="3231709985" sldId="282"/>
            <ac:spMk id="6" creationId="{E2649278-795C-A342-A9D4-5FFB4F01C0D7}"/>
          </ac:spMkLst>
        </pc:spChg>
        <pc:picChg chg="add del">
          <ac:chgData name="Prentys Assis" userId="9e9e1f5991e00f07" providerId="LiveId" clId="{D356F158-C17D-4501-BCCD-CC828FE10FF7}" dt="2025-03-23T18:02:48.276" v="245" actId="478"/>
          <ac:picMkLst>
            <pc:docMk/>
            <pc:sldMk cId="3231709985" sldId="282"/>
            <ac:picMk id="5" creationId="{3194F3BA-0042-A83A-3FAF-4F23D497787E}"/>
          </ac:picMkLst>
        </pc:picChg>
      </pc:sldChg>
      <pc:sldChg chg="addSp delSp modSp del mod delAnim modAnim">
        <pc:chgData name="Prentys Assis" userId="9e9e1f5991e00f07" providerId="LiveId" clId="{D356F158-C17D-4501-BCCD-CC828FE10FF7}" dt="2025-03-23T17:51:48.663" v="32" actId="47"/>
        <pc:sldMkLst>
          <pc:docMk/>
          <pc:sldMk cId="403638006" sldId="283"/>
        </pc:sldMkLst>
        <pc:spChg chg="mod">
          <ac:chgData name="Prentys Assis" userId="9e9e1f5991e00f07" providerId="LiveId" clId="{D356F158-C17D-4501-BCCD-CC828FE10FF7}" dt="2025-03-22T20:07:26.602" v="0" actId="404"/>
          <ac:spMkLst>
            <pc:docMk/>
            <pc:sldMk cId="403638006" sldId="283"/>
            <ac:spMk id="3" creationId="{6E076C7F-DA26-3B20-2DCA-4D3400A3653A}"/>
          </ac:spMkLst>
        </pc:spChg>
        <pc:spChg chg="add del mod">
          <ac:chgData name="Prentys Assis" userId="9e9e1f5991e00f07" providerId="LiveId" clId="{D356F158-C17D-4501-BCCD-CC828FE10FF7}" dt="2025-03-23T17:51:31.636" v="31" actId="478"/>
          <ac:spMkLst>
            <pc:docMk/>
            <pc:sldMk cId="403638006" sldId="283"/>
            <ac:spMk id="12" creationId="{89B1A28A-A009-F977-1F30-3F3964276CEB}"/>
          </ac:spMkLst>
        </pc:spChg>
      </pc:sldChg>
      <pc:sldChg chg="addSp delSp modSp mod addAnim delAnim modAnim">
        <pc:chgData name="Prentys Assis" userId="9e9e1f5991e00f07" providerId="LiveId" clId="{D356F158-C17D-4501-BCCD-CC828FE10FF7}" dt="2025-03-23T19:08:52.350" v="823" actId="478"/>
        <pc:sldMkLst>
          <pc:docMk/>
          <pc:sldMk cId="1759004196" sldId="284"/>
        </pc:sldMkLst>
        <pc:spChg chg="mod">
          <ac:chgData name="Prentys Assis" userId="9e9e1f5991e00f07" providerId="LiveId" clId="{D356F158-C17D-4501-BCCD-CC828FE10FF7}" dt="2025-03-23T18:05:21.892" v="264" actId="20577"/>
          <ac:spMkLst>
            <pc:docMk/>
            <pc:sldMk cId="1759004196" sldId="284"/>
            <ac:spMk id="2" creationId="{BCA294D9-CC12-BE5C-C5B1-2CB823D636BC}"/>
          </ac:spMkLst>
        </pc:spChg>
        <pc:spChg chg="del mod">
          <ac:chgData name="Prentys Assis" userId="9e9e1f5991e00f07" providerId="LiveId" clId="{D356F158-C17D-4501-BCCD-CC828FE10FF7}" dt="2025-03-23T18:55:28.973" v="709" actId="478"/>
          <ac:spMkLst>
            <pc:docMk/>
            <pc:sldMk cId="1759004196" sldId="284"/>
            <ac:spMk id="3" creationId="{E78A32E8-20A3-7C0A-68F6-4485F9A4D65D}"/>
          </ac:spMkLst>
        </pc:spChg>
        <pc:spChg chg="del mod">
          <ac:chgData name="Prentys Assis" userId="9e9e1f5991e00f07" providerId="LiveId" clId="{D356F158-C17D-4501-BCCD-CC828FE10FF7}" dt="2025-03-23T18:55:29.940" v="710" actId="478"/>
          <ac:spMkLst>
            <pc:docMk/>
            <pc:sldMk cId="1759004196" sldId="284"/>
            <ac:spMk id="4" creationId="{E0CBD432-0D8B-ECA9-EB7F-74CB7AF6953A}"/>
          </ac:spMkLst>
        </pc:spChg>
        <pc:spChg chg="mod">
          <ac:chgData name="Prentys Assis" userId="9e9e1f5991e00f07" providerId="LiveId" clId="{D356F158-C17D-4501-BCCD-CC828FE10FF7}" dt="2025-03-23T17:59:25.535" v="188" actId="20577"/>
          <ac:spMkLst>
            <pc:docMk/>
            <pc:sldMk cId="1759004196" sldId="284"/>
            <ac:spMk id="6" creationId="{CB622187-9B30-A089-4D50-51AB981D4BA7}"/>
          </ac:spMkLst>
        </pc:spChg>
        <pc:spChg chg="add del mod ord">
          <ac:chgData name="Prentys Assis" userId="9e9e1f5991e00f07" providerId="LiveId" clId="{D356F158-C17D-4501-BCCD-CC828FE10FF7}" dt="2025-03-23T18:37:40.720" v="527" actId="478"/>
          <ac:spMkLst>
            <pc:docMk/>
            <pc:sldMk cId="1759004196" sldId="284"/>
            <ac:spMk id="7" creationId="{1A19CD13-54FF-239E-F116-D904E5EE98AC}"/>
          </ac:spMkLst>
        </pc:spChg>
        <pc:spChg chg="mod">
          <ac:chgData name="Prentys Assis" userId="9e9e1f5991e00f07" providerId="LiveId" clId="{D356F158-C17D-4501-BCCD-CC828FE10FF7}" dt="2025-03-23T18:06:25.479" v="273" actId="20577"/>
          <ac:spMkLst>
            <pc:docMk/>
            <pc:sldMk cId="1759004196" sldId="284"/>
            <ac:spMk id="8" creationId="{A54BD548-9DF5-D640-904B-A7C1B627BED7}"/>
          </ac:spMkLst>
        </pc:spChg>
        <pc:spChg chg="del mod">
          <ac:chgData name="Prentys Assis" userId="9e9e1f5991e00f07" providerId="LiveId" clId="{D356F158-C17D-4501-BCCD-CC828FE10FF7}" dt="2025-03-23T18:55:31.344" v="712" actId="478"/>
          <ac:spMkLst>
            <pc:docMk/>
            <pc:sldMk cId="1759004196" sldId="284"/>
            <ac:spMk id="11" creationId="{7A8729CB-EBA4-F193-263D-3D7948D97EB9}"/>
          </ac:spMkLst>
        </pc:spChg>
        <pc:spChg chg="del mod">
          <ac:chgData name="Prentys Assis" userId="9e9e1f5991e00f07" providerId="LiveId" clId="{D356F158-C17D-4501-BCCD-CC828FE10FF7}" dt="2025-03-23T18:43:53.108" v="574" actId="478"/>
          <ac:spMkLst>
            <pc:docMk/>
            <pc:sldMk cId="1759004196" sldId="284"/>
            <ac:spMk id="12" creationId="{9F5C7CEB-49E5-74FD-F976-585CFECAA524}"/>
          </ac:spMkLst>
        </pc:spChg>
        <pc:spChg chg="add del mod">
          <ac:chgData name="Prentys Assis" userId="9e9e1f5991e00f07" providerId="LiveId" clId="{D356F158-C17D-4501-BCCD-CC828FE10FF7}" dt="2025-03-23T17:49:25.201" v="18" actId="478"/>
          <ac:spMkLst>
            <pc:docMk/>
            <pc:sldMk cId="1759004196" sldId="284"/>
            <ac:spMk id="13" creationId="{DFA90681-7AAB-E741-93AF-E48A4E7962A1}"/>
          </ac:spMkLst>
        </pc:spChg>
        <pc:spChg chg="add del mod">
          <ac:chgData name="Prentys Assis" userId="9e9e1f5991e00f07" providerId="LiveId" clId="{D356F158-C17D-4501-BCCD-CC828FE10FF7}" dt="2025-03-23T18:43:55.568" v="576" actId="478"/>
          <ac:spMkLst>
            <pc:docMk/>
            <pc:sldMk cId="1759004196" sldId="284"/>
            <ac:spMk id="14" creationId="{FDDFCCFF-4AAE-506E-601D-2FD96C7ADEDE}"/>
          </ac:spMkLst>
        </pc:spChg>
        <pc:spChg chg="add del">
          <ac:chgData name="Prentys Assis" userId="9e9e1f5991e00f07" providerId="LiveId" clId="{D356F158-C17D-4501-BCCD-CC828FE10FF7}" dt="2025-03-23T18:07:26.725" v="282" actId="22"/>
          <ac:spMkLst>
            <pc:docMk/>
            <pc:sldMk cId="1759004196" sldId="284"/>
            <ac:spMk id="18" creationId="{124025E3-8AC1-9AFD-0F0E-B2159B548892}"/>
          </ac:spMkLst>
        </pc:spChg>
        <pc:spChg chg="mod">
          <ac:chgData name="Prentys Assis" userId="9e9e1f5991e00f07" providerId="LiveId" clId="{D356F158-C17D-4501-BCCD-CC828FE10FF7}" dt="2025-03-23T18:07:44.110" v="285" actId="6549"/>
          <ac:spMkLst>
            <pc:docMk/>
            <pc:sldMk cId="1759004196" sldId="284"/>
            <ac:spMk id="20" creationId="{D0D1F8D7-F187-DA07-764A-E5FE2F7060E6}"/>
          </ac:spMkLst>
        </pc:spChg>
        <pc:spChg chg="del mod">
          <ac:chgData name="Prentys Assis" userId="9e9e1f5991e00f07" providerId="LiveId" clId="{D356F158-C17D-4501-BCCD-CC828FE10FF7}" dt="2025-03-23T19:08:48.394" v="820" actId="478"/>
          <ac:spMkLst>
            <pc:docMk/>
            <pc:sldMk cId="1759004196" sldId="284"/>
            <ac:spMk id="25" creationId="{7DFFD57E-2F86-0981-684C-7BB9D243F66E}"/>
          </ac:spMkLst>
        </pc:spChg>
        <pc:spChg chg="mod">
          <ac:chgData name="Prentys Assis" userId="9e9e1f5991e00f07" providerId="LiveId" clId="{D356F158-C17D-4501-BCCD-CC828FE10FF7}" dt="2025-03-23T18:39:40.701" v="553" actId="1076"/>
          <ac:spMkLst>
            <pc:docMk/>
            <pc:sldMk cId="1759004196" sldId="284"/>
            <ac:spMk id="27" creationId="{31E1454B-0DE7-B3B9-464C-3992B56E4ED5}"/>
          </ac:spMkLst>
        </pc:spChg>
        <pc:spChg chg="add mod">
          <ac:chgData name="Prentys Assis" userId="9e9e1f5991e00f07" providerId="LiveId" clId="{D356F158-C17D-4501-BCCD-CC828FE10FF7}" dt="2025-03-23T18:14:23.365" v="360" actId="1035"/>
          <ac:spMkLst>
            <pc:docMk/>
            <pc:sldMk cId="1759004196" sldId="284"/>
            <ac:spMk id="54" creationId="{B30ED148-E3D0-A092-50C0-EF6EE23C3139}"/>
          </ac:spMkLst>
        </pc:spChg>
        <pc:spChg chg="mod">
          <ac:chgData name="Prentys Assis" userId="9e9e1f5991e00f07" providerId="LiveId" clId="{D356F158-C17D-4501-BCCD-CC828FE10FF7}" dt="2025-03-23T18:40:41.555" v="556" actId="34135"/>
          <ac:spMkLst>
            <pc:docMk/>
            <pc:sldMk cId="1759004196" sldId="284"/>
            <ac:spMk id="1024" creationId="{82AEE0FB-4753-6FB5-5D5E-EA147C3C6F19}"/>
          </ac:spMkLst>
        </pc:spChg>
        <pc:spChg chg="mod">
          <ac:chgData name="Prentys Assis" userId="9e9e1f5991e00f07" providerId="LiveId" clId="{D356F158-C17D-4501-BCCD-CC828FE10FF7}" dt="2025-03-23T18:40:41.555" v="556" actId="34135"/>
          <ac:spMkLst>
            <pc:docMk/>
            <pc:sldMk cId="1759004196" sldId="284"/>
            <ac:spMk id="1025" creationId="{855D2988-4F98-2226-F11C-53B13B10338D}"/>
          </ac:spMkLst>
        </pc:spChg>
        <pc:spChg chg="mod">
          <ac:chgData name="Prentys Assis" userId="9e9e1f5991e00f07" providerId="LiveId" clId="{D356F158-C17D-4501-BCCD-CC828FE10FF7}" dt="2025-03-23T18:13:49.164" v="343" actId="1076"/>
          <ac:spMkLst>
            <pc:docMk/>
            <pc:sldMk cId="1759004196" sldId="284"/>
            <ac:spMk id="1031" creationId="{C81DBEC9-159F-200F-5E4E-23B61AF5662D}"/>
          </ac:spMkLst>
        </pc:spChg>
        <pc:spChg chg="add mod">
          <ac:chgData name="Prentys Assis" userId="9e9e1f5991e00f07" providerId="LiveId" clId="{D356F158-C17D-4501-BCCD-CC828FE10FF7}" dt="2025-03-23T18:33:44.272" v="520" actId="1036"/>
          <ac:spMkLst>
            <pc:docMk/>
            <pc:sldMk cId="1759004196" sldId="284"/>
            <ac:spMk id="1034" creationId="{20FE0B0E-332B-19E7-94C7-ACC1583D2E72}"/>
          </ac:spMkLst>
        </pc:spChg>
        <pc:spChg chg="mod">
          <ac:chgData name="Prentys Assis" userId="9e9e1f5991e00f07" providerId="LiveId" clId="{D356F158-C17D-4501-BCCD-CC828FE10FF7}" dt="2025-03-23T18:40:41.555" v="556" actId="34135"/>
          <ac:spMkLst>
            <pc:docMk/>
            <pc:sldMk cId="1759004196" sldId="284"/>
            <ac:spMk id="1081" creationId="{F95A5274-A06A-0B94-F48D-ADF7F0947D8C}"/>
          </ac:spMkLst>
        </pc:spChg>
        <pc:spChg chg="mod">
          <ac:chgData name="Prentys Assis" userId="9e9e1f5991e00f07" providerId="LiveId" clId="{D356F158-C17D-4501-BCCD-CC828FE10FF7}" dt="2025-03-23T18:40:41.555" v="556" actId="34135"/>
          <ac:spMkLst>
            <pc:docMk/>
            <pc:sldMk cId="1759004196" sldId="284"/>
            <ac:spMk id="1088" creationId="{4A386A47-E6E4-9B40-41B4-69FC62C19BE0}"/>
          </ac:spMkLst>
        </pc:spChg>
        <pc:spChg chg="mod">
          <ac:chgData name="Prentys Assis" userId="9e9e1f5991e00f07" providerId="LiveId" clId="{D356F158-C17D-4501-BCCD-CC828FE10FF7}" dt="2025-03-23T18:40:41.555" v="556" actId="34135"/>
          <ac:spMkLst>
            <pc:docMk/>
            <pc:sldMk cId="1759004196" sldId="284"/>
            <ac:spMk id="1090" creationId="{3A5FED32-A15B-AD19-847A-1B88BBA89F23}"/>
          </ac:spMkLst>
        </pc:spChg>
        <pc:spChg chg="mod">
          <ac:chgData name="Prentys Assis" userId="9e9e1f5991e00f07" providerId="LiveId" clId="{D356F158-C17D-4501-BCCD-CC828FE10FF7}" dt="2025-03-23T18:40:41.555" v="556" actId="34135"/>
          <ac:spMkLst>
            <pc:docMk/>
            <pc:sldMk cId="1759004196" sldId="284"/>
            <ac:spMk id="1097" creationId="{467E6C9A-6655-0325-6621-CEF646D3F911}"/>
          </ac:spMkLst>
        </pc:spChg>
        <pc:spChg chg="mod">
          <ac:chgData name="Prentys Assis" userId="9e9e1f5991e00f07" providerId="LiveId" clId="{D356F158-C17D-4501-BCCD-CC828FE10FF7}" dt="2025-03-23T18:12:53.125" v="330" actId="1076"/>
          <ac:spMkLst>
            <pc:docMk/>
            <pc:sldMk cId="1759004196" sldId="284"/>
            <ac:spMk id="1105" creationId="{22F5F523-73BB-FA13-3351-97E3A2C36EA0}"/>
          </ac:spMkLst>
        </pc:spChg>
        <pc:spChg chg="mod">
          <ac:chgData name="Prentys Assis" userId="9e9e1f5991e00f07" providerId="LiveId" clId="{D356F158-C17D-4501-BCCD-CC828FE10FF7}" dt="2025-03-23T18:40:41.555" v="556" actId="34135"/>
          <ac:spMkLst>
            <pc:docMk/>
            <pc:sldMk cId="1759004196" sldId="284"/>
            <ac:spMk id="1110" creationId="{7B1B35FE-FED8-BFB5-996A-404D6BA713CB}"/>
          </ac:spMkLst>
        </pc:spChg>
        <pc:cxnChg chg="del">
          <ac:chgData name="Prentys Assis" userId="9e9e1f5991e00f07" providerId="LiveId" clId="{D356F158-C17D-4501-BCCD-CC828FE10FF7}" dt="2025-03-23T19:08:51.475" v="822" actId="478"/>
          <ac:cxnSpMkLst>
            <pc:docMk/>
            <pc:sldMk cId="1759004196" sldId="284"/>
            <ac:cxnSpMk id="21" creationId="{31689727-3166-6046-770E-F951D1E35E30}"/>
          </ac:cxnSpMkLst>
        </pc:cxnChg>
        <pc:cxnChg chg="del">
          <ac:chgData name="Prentys Assis" userId="9e9e1f5991e00f07" providerId="LiveId" clId="{D356F158-C17D-4501-BCCD-CC828FE10FF7}" dt="2025-03-23T19:08:50.542" v="821" actId="478"/>
          <ac:cxnSpMkLst>
            <pc:docMk/>
            <pc:sldMk cId="1759004196" sldId="284"/>
            <ac:cxnSpMk id="22" creationId="{DC6D3EE6-A088-9D58-C23B-D0E05B1D9D34}"/>
          </ac:cxnSpMkLst>
        </pc:cxnChg>
        <pc:cxnChg chg="del">
          <ac:chgData name="Prentys Assis" userId="9e9e1f5991e00f07" providerId="LiveId" clId="{D356F158-C17D-4501-BCCD-CC828FE10FF7}" dt="2025-03-23T19:08:52.350" v="823" actId="478"/>
          <ac:cxnSpMkLst>
            <pc:docMk/>
            <pc:sldMk cId="1759004196" sldId="284"/>
            <ac:cxnSpMk id="24" creationId="{8C22A325-2910-72D3-930B-D31E02915C67}"/>
          </ac:cxnSpMkLst>
        </pc:cxnChg>
        <pc:cxnChg chg="add mod">
          <ac:chgData name="Prentys Assis" userId="9e9e1f5991e00f07" providerId="LiveId" clId="{D356F158-C17D-4501-BCCD-CC828FE10FF7}" dt="2025-03-23T18:12:51.530" v="327" actId="14100"/>
          <ac:cxnSpMkLst>
            <pc:docMk/>
            <pc:sldMk cId="1759004196" sldId="284"/>
            <ac:cxnSpMk id="42" creationId="{7EE61A0D-4907-3296-AE14-B726E763E459}"/>
          </ac:cxnSpMkLst>
        </pc:cxnChg>
        <pc:cxnChg chg="add mod">
          <ac:chgData name="Prentys Assis" userId="9e9e1f5991e00f07" providerId="LiveId" clId="{D356F158-C17D-4501-BCCD-CC828FE10FF7}" dt="2025-03-23T18:13:22.904" v="340"/>
          <ac:cxnSpMkLst>
            <pc:docMk/>
            <pc:sldMk cId="1759004196" sldId="284"/>
            <ac:cxnSpMk id="49" creationId="{DB12082E-9F09-2666-E0E2-665AE71BBF92}"/>
          </ac:cxnSpMkLst>
        </pc:cxnChg>
        <pc:cxnChg chg="add mod">
          <ac:chgData name="Prentys Assis" userId="9e9e1f5991e00f07" providerId="LiveId" clId="{D356F158-C17D-4501-BCCD-CC828FE10FF7}" dt="2025-03-23T18:15:07.384" v="365" actId="14100"/>
          <ac:cxnSpMkLst>
            <pc:docMk/>
            <pc:sldMk cId="1759004196" sldId="284"/>
            <ac:cxnSpMk id="56" creationId="{7C5F728E-55F1-8E9A-A704-28D2AA5C13C6}"/>
          </ac:cxnSpMkLst>
        </pc:cxnChg>
        <pc:cxnChg chg="add mod">
          <ac:chgData name="Prentys Assis" userId="9e9e1f5991e00f07" providerId="LiveId" clId="{D356F158-C17D-4501-BCCD-CC828FE10FF7}" dt="2025-03-23T18:15:19.100" v="368" actId="14100"/>
          <ac:cxnSpMkLst>
            <pc:docMk/>
            <pc:sldMk cId="1759004196" sldId="284"/>
            <ac:cxnSpMk id="59" creationId="{D51B9D17-6EB4-E211-2DB6-07B2C779EFD5}"/>
          </ac:cxnSpMkLst>
        </pc:cxnChg>
        <pc:cxnChg chg="mod">
          <ac:chgData name="Prentys Assis" userId="9e9e1f5991e00f07" providerId="LiveId" clId="{D356F158-C17D-4501-BCCD-CC828FE10FF7}" dt="2025-03-23T18:13:49.164" v="343" actId="1076"/>
          <ac:cxnSpMkLst>
            <pc:docMk/>
            <pc:sldMk cId="1759004196" sldId="284"/>
            <ac:cxnSpMk id="1146" creationId="{7E77780C-41CF-0255-8D80-1F9C5B1BD5A4}"/>
          </ac:cxnSpMkLst>
        </pc:cxnChg>
        <pc:cxnChg chg="add del mod">
          <ac:chgData name="Prentys Assis" userId="9e9e1f5991e00f07" providerId="LiveId" clId="{D356F158-C17D-4501-BCCD-CC828FE10FF7}" dt="2025-03-23T18:14:23.365" v="360" actId="1035"/>
          <ac:cxnSpMkLst>
            <pc:docMk/>
            <pc:sldMk cId="1759004196" sldId="284"/>
            <ac:cxnSpMk id="1147" creationId="{BC6FEE23-2DD8-0DB5-224D-14F2A28CBAAD}"/>
          </ac:cxnSpMkLst>
        </pc:cxnChg>
      </pc:sldChg>
      <pc:sldChg chg="addSp delSp modSp add mod delAnim modAnim">
        <pc:chgData name="Prentys Assis" userId="9e9e1f5991e00f07" providerId="LiveId" clId="{D356F158-C17D-4501-BCCD-CC828FE10FF7}" dt="2025-03-23T20:34:35.930" v="901" actId="1076"/>
        <pc:sldMkLst>
          <pc:docMk/>
          <pc:sldMk cId="2094626710" sldId="285"/>
        </pc:sldMkLst>
        <pc:spChg chg="mod">
          <ac:chgData name="Prentys Assis" userId="9e9e1f5991e00f07" providerId="LiveId" clId="{D356F158-C17D-4501-BCCD-CC828FE10FF7}" dt="2025-03-23T18:46:24.196" v="586" actId="1076"/>
          <ac:spMkLst>
            <pc:docMk/>
            <pc:sldMk cId="2094626710" sldId="285"/>
            <ac:spMk id="3" creationId="{592E09DF-7EAB-9E73-A0AC-84FA8543C351}"/>
          </ac:spMkLst>
        </pc:spChg>
        <pc:spChg chg="del">
          <ac:chgData name="Prentys Assis" userId="9e9e1f5991e00f07" providerId="LiveId" clId="{D356F158-C17D-4501-BCCD-CC828FE10FF7}" dt="2025-03-23T18:48:39.658" v="627" actId="478"/>
          <ac:spMkLst>
            <pc:docMk/>
            <pc:sldMk cId="2094626710" sldId="285"/>
            <ac:spMk id="4" creationId="{6A39560A-7802-9B3D-1E42-42475DF4E8C6}"/>
          </ac:spMkLst>
        </pc:spChg>
        <pc:spChg chg="del">
          <ac:chgData name="Prentys Assis" userId="9e9e1f5991e00f07" providerId="LiveId" clId="{D356F158-C17D-4501-BCCD-CC828FE10FF7}" dt="2025-03-23T18:38:32.853" v="540" actId="478"/>
          <ac:spMkLst>
            <pc:docMk/>
            <pc:sldMk cId="2094626710" sldId="285"/>
            <ac:spMk id="7" creationId="{5FE710BF-0B04-8C95-E049-FC40E00D4CC5}"/>
          </ac:spMkLst>
        </pc:spChg>
        <pc:spChg chg="del">
          <ac:chgData name="Prentys Assis" userId="9e9e1f5991e00f07" providerId="LiveId" clId="{D356F158-C17D-4501-BCCD-CC828FE10FF7}" dt="2025-03-23T18:55:35.201" v="713" actId="478"/>
          <ac:spMkLst>
            <pc:docMk/>
            <pc:sldMk cId="2094626710" sldId="285"/>
            <ac:spMk id="11" creationId="{D23870B1-AD82-FDED-1376-7EAED4B37DAC}"/>
          </ac:spMkLst>
        </pc:spChg>
        <pc:spChg chg="mod">
          <ac:chgData name="Prentys Assis" userId="9e9e1f5991e00f07" providerId="LiveId" clId="{D356F158-C17D-4501-BCCD-CC828FE10FF7}" dt="2025-03-23T20:34:35.930" v="901" actId="1076"/>
          <ac:spMkLst>
            <pc:docMk/>
            <pc:sldMk cId="2094626710" sldId="285"/>
            <ac:spMk id="12" creationId="{6A12FFB7-03D5-BD48-7A75-9CBE39B489BB}"/>
          </ac:spMkLst>
        </pc:spChg>
        <pc:spChg chg="add mod">
          <ac:chgData name="Prentys Assis" userId="9e9e1f5991e00f07" providerId="LiveId" clId="{D356F158-C17D-4501-BCCD-CC828FE10FF7}" dt="2025-03-23T18:48:07.486" v="622" actId="1035"/>
          <ac:spMkLst>
            <pc:docMk/>
            <pc:sldMk cId="2094626710" sldId="285"/>
            <ac:spMk id="13" creationId="{2535DDB3-D739-89FD-D582-58B87E254EBD}"/>
          </ac:spMkLst>
        </pc:spChg>
        <pc:spChg chg="del">
          <ac:chgData name="Prentys Assis" userId="9e9e1f5991e00f07" providerId="LiveId" clId="{D356F158-C17D-4501-BCCD-CC828FE10FF7}" dt="2025-03-23T18:38:38.068" v="546" actId="478"/>
          <ac:spMkLst>
            <pc:docMk/>
            <pc:sldMk cId="2094626710" sldId="285"/>
            <ac:spMk id="25" creationId="{BD0531D7-709E-4779-9D4B-61B14FA1F765}"/>
          </ac:spMkLst>
        </pc:spChg>
        <pc:spChg chg="mod">
          <ac:chgData name="Prentys Assis" userId="9e9e1f5991e00f07" providerId="LiveId" clId="{D356F158-C17D-4501-BCCD-CC828FE10FF7}" dt="2025-03-23T18:48:32.742" v="625" actId="1076"/>
          <ac:spMkLst>
            <pc:docMk/>
            <pc:sldMk cId="2094626710" sldId="285"/>
            <ac:spMk id="27" creationId="{C007B676-B595-6C44-CC3B-BBDEFA56CEA7}"/>
          </ac:spMkLst>
        </pc:spChg>
        <pc:spChg chg="mod">
          <ac:chgData name="Prentys Assis" userId="9e9e1f5991e00f07" providerId="LiveId" clId="{D356F158-C17D-4501-BCCD-CC828FE10FF7}" dt="2025-03-23T18:38:42.379" v="549" actId="20577"/>
          <ac:spMkLst>
            <pc:docMk/>
            <pc:sldMk cId="2094626710" sldId="285"/>
            <ac:spMk id="54" creationId="{570D25B9-00FE-CCEF-E392-2232D30EF0F9}"/>
          </ac:spMkLst>
        </pc:spChg>
        <pc:spChg chg="add del mod">
          <ac:chgData name="Prentys Assis" userId="9e9e1f5991e00f07" providerId="LiveId" clId="{D356F158-C17D-4501-BCCD-CC828FE10FF7}" dt="2025-03-23T19:06:13.404" v="791" actId="20577"/>
          <ac:spMkLst>
            <pc:docMk/>
            <pc:sldMk cId="2094626710" sldId="285"/>
            <ac:spMk id="1034" creationId="{4574399F-F665-8BD3-E000-B32C0735ED6C}"/>
          </ac:spMkLst>
        </pc:spChg>
        <pc:spChg chg="del">
          <ac:chgData name="Prentys Assis" userId="9e9e1f5991e00f07" providerId="LiveId" clId="{D356F158-C17D-4501-BCCD-CC828FE10FF7}" dt="2025-03-23T18:38:39.399" v="547" actId="478"/>
          <ac:spMkLst>
            <pc:docMk/>
            <pc:sldMk cId="2094626710" sldId="285"/>
            <ac:spMk id="1113" creationId="{EE7557B1-79AC-DB8E-B72F-3FE13B3A489C}"/>
          </ac:spMkLst>
        </pc:spChg>
        <pc:cxnChg chg="del">
          <ac:chgData name="Prentys Assis" userId="9e9e1f5991e00f07" providerId="LiveId" clId="{D356F158-C17D-4501-BCCD-CC828FE10FF7}" dt="2025-03-23T18:44:27.544" v="577" actId="478"/>
          <ac:cxnSpMkLst>
            <pc:docMk/>
            <pc:sldMk cId="2094626710" sldId="285"/>
            <ac:cxnSpMk id="21" creationId="{CE0BF5A0-342D-E2AC-737C-4FD829F0B9DB}"/>
          </ac:cxnSpMkLst>
        </pc:cxnChg>
        <pc:cxnChg chg="del">
          <ac:chgData name="Prentys Assis" userId="9e9e1f5991e00f07" providerId="LiveId" clId="{D356F158-C17D-4501-BCCD-CC828FE10FF7}" dt="2025-03-23T18:44:27.981" v="578" actId="478"/>
          <ac:cxnSpMkLst>
            <pc:docMk/>
            <pc:sldMk cId="2094626710" sldId="285"/>
            <ac:cxnSpMk id="24" creationId="{26972946-13AA-1347-F109-B9285F60BE13}"/>
          </ac:cxnSpMkLst>
        </pc:cxnChg>
      </pc:sldChg>
      <pc:sldChg chg="addSp delSp modSp add mod delAnim modAnim">
        <pc:chgData name="Prentys Assis" userId="9e9e1f5991e00f07" providerId="LiveId" clId="{D356F158-C17D-4501-BCCD-CC828FE10FF7}" dt="2025-03-23T20:34:45.032" v="902" actId="1076"/>
        <pc:sldMkLst>
          <pc:docMk/>
          <pc:sldMk cId="4074838110" sldId="286"/>
        </pc:sldMkLst>
        <pc:spChg chg="del">
          <ac:chgData name="Prentys Assis" userId="9e9e1f5991e00f07" providerId="LiveId" clId="{D356F158-C17D-4501-BCCD-CC828FE10FF7}" dt="2025-03-23T18:49:02.346" v="634" actId="478"/>
          <ac:spMkLst>
            <pc:docMk/>
            <pc:sldMk cId="4074838110" sldId="286"/>
            <ac:spMk id="3" creationId="{13157587-97F2-1FA6-8B08-39F029AB033C}"/>
          </ac:spMkLst>
        </pc:spChg>
        <pc:spChg chg="mod">
          <ac:chgData name="Prentys Assis" userId="9e9e1f5991e00f07" providerId="LiveId" clId="{D356F158-C17D-4501-BCCD-CC828FE10FF7}" dt="2025-03-23T18:51:40.114" v="662" actId="1076"/>
          <ac:spMkLst>
            <pc:docMk/>
            <pc:sldMk cId="4074838110" sldId="286"/>
            <ac:spMk id="4" creationId="{5D5E9637-C7DD-A734-F858-F977885F8773}"/>
          </ac:spMkLst>
        </pc:spChg>
        <pc:spChg chg="del">
          <ac:chgData name="Prentys Assis" userId="9e9e1f5991e00f07" providerId="LiveId" clId="{D356F158-C17D-4501-BCCD-CC828FE10FF7}" dt="2025-03-23T18:55:37.708" v="714" actId="478"/>
          <ac:spMkLst>
            <pc:docMk/>
            <pc:sldMk cId="4074838110" sldId="286"/>
            <ac:spMk id="11" creationId="{3338C96C-B487-2D46-6944-2079D997B688}"/>
          </ac:spMkLst>
        </pc:spChg>
        <pc:spChg chg="mod">
          <ac:chgData name="Prentys Assis" userId="9e9e1f5991e00f07" providerId="LiveId" clId="{D356F158-C17D-4501-BCCD-CC828FE10FF7}" dt="2025-03-23T20:34:45.032" v="902" actId="1076"/>
          <ac:spMkLst>
            <pc:docMk/>
            <pc:sldMk cId="4074838110" sldId="286"/>
            <ac:spMk id="12" creationId="{59FAA8B5-192D-C6A1-EC71-E85CB3C7674A}"/>
          </ac:spMkLst>
        </pc:spChg>
        <pc:spChg chg="mod">
          <ac:chgData name="Prentys Assis" userId="9e9e1f5991e00f07" providerId="LiveId" clId="{D356F158-C17D-4501-BCCD-CC828FE10FF7}" dt="2025-03-23T18:49:14.541" v="638" actId="1036"/>
          <ac:spMkLst>
            <pc:docMk/>
            <pc:sldMk cId="4074838110" sldId="286"/>
            <ac:spMk id="13" creationId="{B889D11B-9172-CBBE-BDB6-321A335E19B2}"/>
          </ac:spMkLst>
        </pc:spChg>
        <pc:spChg chg="add mod">
          <ac:chgData name="Prentys Assis" userId="9e9e1f5991e00f07" providerId="LiveId" clId="{D356F158-C17D-4501-BCCD-CC828FE10FF7}" dt="2025-03-23T18:54:17.512" v="704" actId="313"/>
          <ac:spMkLst>
            <pc:docMk/>
            <pc:sldMk cId="4074838110" sldId="286"/>
            <ac:spMk id="17" creationId="{6B863F54-4526-8DC9-CF01-0F0DEF812B9B}"/>
          </ac:spMkLst>
        </pc:spChg>
        <pc:spChg chg="mod">
          <ac:chgData name="Prentys Assis" userId="9e9e1f5991e00f07" providerId="LiveId" clId="{D356F158-C17D-4501-BCCD-CC828FE10FF7}" dt="2025-03-23T18:49:17.063" v="640" actId="20577"/>
          <ac:spMkLst>
            <pc:docMk/>
            <pc:sldMk cId="4074838110" sldId="286"/>
            <ac:spMk id="54" creationId="{6A7F563B-1986-708D-B809-263C8B7D4F26}"/>
          </ac:spMkLst>
        </pc:spChg>
        <pc:spChg chg="del">
          <ac:chgData name="Prentys Assis" userId="9e9e1f5991e00f07" providerId="LiveId" clId="{D356F158-C17D-4501-BCCD-CC828FE10FF7}" dt="2025-03-23T18:49:00.584" v="633" actId="478"/>
          <ac:spMkLst>
            <pc:docMk/>
            <pc:sldMk cId="4074838110" sldId="286"/>
            <ac:spMk id="1034" creationId="{9D30860B-0F4E-F4CD-9D61-B2EF2FB6DF60}"/>
          </ac:spMkLst>
        </pc:spChg>
        <pc:cxnChg chg="add mod">
          <ac:chgData name="Prentys Assis" userId="9e9e1f5991e00f07" providerId="LiveId" clId="{D356F158-C17D-4501-BCCD-CC828FE10FF7}" dt="2025-03-23T18:49:53.746" v="650" actId="1036"/>
          <ac:cxnSpMkLst>
            <pc:docMk/>
            <pc:sldMk cId="4074838110" sldId="286"/>
            <ac:cxnSpMk id="7" creationId="{9C97B55E-853F-D124-69F3-63D485A86122}"/>
          </ac:cxnSpMkLst>
        </pc:cxnChg>
        <pc:cxnChg chg="add del">
          <ac:chgData name="Prentys Assis" userId="9e9e1f5991e00f07" providerId="LiveId" clId="{D356F158-C17D-4501-BCCD-CC828FE10FF7}" dt="2025-03-23T18:49:48.089" v="647" actId="21"/>
          <ac:cxnSpMkLst>
            <pc:docMk/>
            <pc:sldMk cId="4074838110" sldId="286"/>
            <ac:cxnSpMk id="22" creationId="{92F11306-378E-E0DB-B4F6-B2BFCC6D83A9}"/>
          </ac:cxnSpMkLst>
        </pc:cxnChg>
      </pc:sldChg>
      <pc:sldChg chg="addSp delSp modSp add mod delAnim modAnim">
        <pc:chgData name="Prentys Assis" userId="9e9e1f5991e00f07" providerId="LiveId" clId="{D356F158-C17D-4501-BCCD-CC828FE10FF7}" dt="2025-03-23T20:36:22.820" v="906"/>
        <pc:sldMkLst>
          <pc:docMk/>
          <pc:sldMk cId="2107307120" sldId="287"/>
        </pc:sldMkLst>
        <pc:spChg chg="del">
          <ac:chgData name="Prentys Assis" userId="9e9e1f5991e00f07" providerId="LiveId" clId="{D356F158-C17D-4501-BCCD-CC828FE10FF7}" dt="2025-03-23T18:55:59.281" v="718" actId="478"/>
          <ac:spMkLst>
            <pc:docMk/>
            <pc:sldMk cId="2107307120" sldId="287"/>
            <ac:spMk id="4" creationId="{DFD99057-CA90-6972-4EAC-2C77A4EBABE6}"/>
          </ac:spMkLst>
        </pc:spChg>
        <pc:spChg chg="del mod">
          <ac:chgData name="Prentys Assis" userId="9e9e1f5991e00f07" providerId="LiveId" clId="{D356F158-C17D-4501-BCCD-CC828FE10FF7}" dt="2025-03-23T19:07:14.711" v="816" actId="478"/>
          <ac:spMkLst>
            <pc:docMk/>
            <pc:sldMk cId="2107307120" sldId="287"/>
            <ac:spMk id="11" creationId="{B5866811-6626-9ED2-879E-9C6EDC8C2FFC}"/>
          </ac:spMkLst>
        </pc:spChg>
        <pc:spChg chg="mod">
          <ac:chgData name="Prentys Assis" userId="9e9e1f5991e00f07" providerId="LiveId" clId="{D356F158-C17D-4501-BCCD-CC828FE10FF7}" dt="2025-03-23T20:35:47.739" v="904" actId="1076"/>
          <ac:spMkLst>
            <pc:docMk/>
            <pc:sldMk cId="2107307120" sldId="287"/>
            <ac:spMk id="12" creationId="{AC29A710-1209-0519-EA7B-EBE45FB0FA6D}"/>
          </ac:spMkLst>
        </pc:spChg>
        <pc:spChg chg="del">
          <ac:chgData name="Prentys Assis" userId="9e9e1f5991e00f07" providerId="LiveId" clId="{D356F158-C17D-4501-BCCD-CC828FE10FF7}" dt="2025-03-23T18:56:00.365" v="719" actId="478"/>
          <ac:spMkLst>
            <pc:docMk/>
            <pc:sldMk cId="2107307120" sldId="287"/>
            <ac:spMk id="13" creationId="{B6038BF1-6421-3CC2-8008-0BA5A80CAD1B}"/>
          </ac:spMkLst>
        </pc:spChg>
        <pc:spChg chg="mod">
          <ac:chgData name="Prentys Assis" userId="9e9e1f5991e00f07" providerId="LiveId" clId="{D356F158-C17D-4501-BCCD-CC828FE10FF7}" dt="2025-03-23T18:56:08.660" v="723" actId="1037"/>
          <ac:spMkLst>
            <pc:docMk/>
            <pc:sldMk cId="2107307120" sldId="287"/>
            <ac:spMk id="17" creationId="{39859E29-3BEF-7436-2BFC-A14BF1FD8061}"/>
          </ac:spMkLst>
        </pc:spChg>
        <pc:spChg chg="add mod">
          <ac:chgData name="Prentys Assis" userId="9e9e1f5991e00f07" providerId="LiveId" clId="{D356F158-C17D-4501-BCCD-CC828FE10FF7}" dt="2025-03-23T19:00:19.119" v="756" actId="1076"/>
          <ac:spMkLst>
            <pc:docMk/>
            <pc:sldMk cId="2107307120" sldId="287"/>
            <ac:spMk id="18" creationId="{26929C8B-C7E1-416F-2850-4CC7540F7747}"/>
          </ac:spMkLst>
        </pc:spChg>
        <pc:spChg chg="add del mod">
          <ac:chgData name="Prentys Assis" userId="9e9e1f5991e00f07" providerId="LiveId" clId="{D356F158-C17D-4501-BCCD-CC828FE10FF7}" dt="2025-03-23T19:04:50.392" v="773" actId="478"/>
          <ac:spMkLst>
            <pc:docMk/>
            <pc:sldMk cId="2107307120" sldId="287"/>
            <ac:spMk id="19" creationId="{28805EB2-9187-C007-8FFE-DE48B3EA9B20}"/>
          </ac:spMkLst>
        </pc:spChg>
        <pc:spChg chg="add mod">
          <ac:chgData name="Prentys Assis" userId="9e9e1f5991e00f07" providerId="LiveId" clId="{D356F158-C17D-4501-BCCD-CC828FE10FF7}" dt="2025-03-23T19:05:15.414" v="782" actId="20577"/>
          <ac:spMkLst>
            <pc:docMk/>
            <pc:sldMk cId="2107307120" sldId="287"/>
            <ac:spMk id="21" creationId="{973C033A-AF63-06EF-9944-4D6A5FFAF5C4}"/>
          </ac:spMkLst>
        </pc:spChg>
        <pc:spChg chg="mod">
          <ac:chgData name="Prentys Assis" userId="9e9e1f5991e00f07" providerId="LiveId" clId="{D356F158-C17D-4501-BCCD-CC828FE10FF7}" dt="2025-03-23T18:56:10.973" v="725" actId="20577"/>
          <ac:spMkLst>
            <pc:docMk/>
            <pc:sldMk cId="2107307120" sldId="287"/>
            <ac:spMk id="54" creationId="{4707D6BE-70E9-49E0-812F-8314881F3C34}"/>
          </ac:spMkLst>
        </pc:spChg>
        <pc:cxnChg chg="add mod">
          <ac:chgData name="Prentys Assis" userId="9e9e1f5991e00f07" providerId="LiveId" clId="{D356F158-C17D-4501-BCCD-CC828FE10FF7}" dt="2025-03-23T18:56:47.298" v="731" actId="1076"/>
          <ac:cxnSpMkLst>
            <pc:docMk/>
            <pc:sldMk cId="2107307120" sldId="287"/>
            <ac:cxnSpMk id="3" creationId="{A4C70DDB-D723-7F3A-7084-07D2F7682D4F}"/>
          </ac:cxnSpMkLst>
        </pc:cxnChg>
      </pc:sldChg>
      <pc:sldChg chg="addSp delSp modSp add mod delAnim modAnim">
        <pc:chgData name="Prentys Assis" userId="9e9e1f5991e00f07" providerId="LiveId" clId="{D356F158-C17D-4501-BCCD-CC828FE10FF7}" dt="2025-03-23T20:45:32.077" v="1014" actId="207"/>
        <pc:sldMkLst>
          <pc:docMk/>
          <pc:sldMk cId="2547093103" sldId="288"/>
        </pc:sldMkLst>
        <pc:spChg chg="add del mod">
          <ac:chgData name="Prentys Assis" userId="9e9e1f5991e00f07" providerId="LiveId" clId="{D356F158-C17D-4501-BCCD-CC828FE10FF7}" dt="2025-03-23T19:12:42.539" v="832" actId="478"/>
          <ac:spMkLst>
            <pc:docMk/>
            <pc:sldMk cId="2547093103" sldId="288"/>
            <ac:spMk id="4" creationId="{434ADD7E-7AC7-8CC2-A532-52BEB974B8EE}"/>
          </ac:spMkLst>
        </pc:spChg>
        <pc:spChg chg="del">
          <ac:chgData name="Prentys Assis" userId="9e9e1f5991e00f07" providerId="LiveId" clId="{D356F158-C17D-4501-BCCD-CC828FE10FF7}" dt="2025-03-23T19:06:30.905" v="798" actId="478"/>
          <ac:spMkLst>
            <pc:docMk/>
            <pc:sldMk cId="2547093103" sldId="288"/>
            <ac:spMk id="11" creationId="{D8371DAA-D469-C48A-6904-36D24E198ECD}"/>
          </ac:spMkLst>
        </pc:spChg>
        <pc:spChg chg="del mod">
          <ac:chgData name="Prentys Assis" userId="9e9e1f5991e00f07" providerId="LiveId" clId="{D356F158-C17D-4501-BCCD-CC828FE10FF7}" dt="2025-03-23T20:37:07.353" v="909" actId="478"/>
          <ac:spMkLst>
            <pc:docMk/>
            <pc:sldMk cId="2547093103" sldId="288"/>
            <ac:spMk id="12" creationId="{764E0ED9-C904-38A4-356C-A3364A2A4859}"/>
          </ac:spMkLst>
        </pc:spChg>
        <pc:spChg chg="add mod">
          <ac:chgData name="Prentys Assis" userId="9e9e1f5991e00f07" providerId="LiveId" clId="{D356F158-C17D-4501-BCCD-CC828FE10FF7}" dt="2025-03-23T19:14:10.443" v="864" actId="20577"/>
          <ac:spMkLst>
            <pc:docMk/>
            <pc:sldMk cId="2547093103" sldId="288"/>
            <ac:spMk id="13" creationId="{A4A3B935-B561-B108-6E9D-3A571F6869CB}"/>
          </ac:spMkLst>
        </pc:spChg>
        <pc:spChg chg="del">
          <ac:chgData name="Prentys Assis" userId="9e9e1f5991e00f07" providerId="LiveId" clId="{D356F158-C17D-4501-BCCD-CC828FE10FF7}" dt="2025-03-23T19:06:32.481" v="799" actId="478"/>
          <ac:spMkLst>
            <pc:docMk/>
            <pc:sldMk cId="2547093103" sldId="288"/>
            <ac:spMk id="17" creationId="{6689AC65-BB98-A71A-B267-D27774F663B8}"/>
          </ac:spMkLst>
        </pc:spChg>
        <pc:spChg chg="del">
          <ac:chgData name="Prentys Assis" userId="9e9e1f5991e00f07" providerId="LiveId" clId="{D356F158-C17D-4501-BCCD-CC828FE10FF7}" dt="2025-03-23T19:06:23.642" v="793" actId="478"/>
          <ac:spMkLst>
            <pc:docMk/>
            <pc:sldMk cId="2547093103" sldId="288"/>
            <ac:spMk id="18" creationId="{E0C1716A-707C-8C91-3E8C-0D35ABC307FE}"/>
          </ac:spMkLst>
        </pc:spChg>
        <pc:spChg chg="add mod">
          <ac:chgData name="Prentys Assis" userId="9e9e1f5991e00f07" providerId="LiveId" clId="{D356F158-C17D-4501-BCCD-CC828FE10FF7}" dt="2025-03-23T20:45:32.077" v="1014" actId="207"/>
          <ac:spMkLst>
            <pc:docMk/>
            <pc:sldMk cId="2547093103" sldId="288"/>
            <ac:spMk id="19" creationId="{F7BC78BC-6989-4875-A980-CA51AD666D50}"/>
          </ac:spMkLst>
        </pc:spChg>
        <pc:spChg chg="del mod">
          <ac:chgData name="Prentys Assis" userId="9e9e1f5991e00f07" providerId="LiveId" clId="{D356F158-C17D-4501-BCCD-CC828FE10FF7}" dt="2025-03-23T20:37:06.138" v="907" actId="478"/>
          <ac:spMkLst>
            <pc:docMk/>
            <pc:sldMk cId="2547093103" sldId="288"/>
            <ac:spMk id="21" creationId="{B0084CD3-5A58-EE91-598F-B6915BB9CD1E}"/>
          </ac:spMkLst>
        </pc:spChg>
        <pc:spChg chg="add mod">
          <ac:chgData name="Prentys Assis" userId="9e9e1f5991e00f07" providerId="LiveId" clId="{D356F158-C17D-4501-BCCD-CC828FE10FF7}" dt="2025-03-23T20:37:13.586" v="910"/>
          <ac:spMkLst>
            <pc:docMk/>
            <pc:sldMk cId="2547093103" sldId="288"/>
            <ac:spMk id="23" creationId="{70BEBD4C-90D9-A320-C695-B28B692A0609}"/>
          </ac:spMkLst>
        </pc:spChg>
        <pc:spChg chg="add mod">
          <ac:chgData name="Prentys Assis" userId="9e9e1f5991e00f07" providerId="LiveId" clId="{D356F158-C17D-4501-BCCD-CC828FE10FF7}" dt="2025-03-23T20:37:29.947" v="917" actId="1035"/>
          <ac:spMkLst>
            <pc:docMk/>
            <pc:sldMk cId="2547093103" sldId="288"/>
            <ac:spMk id="24" creationId="{813EFD6A-1635-D2EF-6D06-ED70CC265D0E}"/>
          </ac:spMkLst>
        </pc:spChg>
        <pc:spChg chg="add mod">
          <ac:chgData name="Prentys Assis" userId="9e9e1f5991e00f07" providerId="LiveId" clId="{D356F158-C17D-4501-BCCD-CC828FE10FF7}" dt="2025-03-23T20:43:55.721" v="958" actId="1076"/>
          <ac:spMkLst>
            <pc:docMk/>
            <pc:sldMk cId="2547093103" sldId="288"/>
            <ac:spMk id="25" creationId="{2418579E-6FF5-AAD2-F031-11B65EFA9396}"/>
          </ac:spMkLst>
        </pc:spChg>
      </pc:sldChg>
    </pc:docChg>
  </pc:docChgLst>
  <pc:docChgLst>
    <pc:chgData name="Prentys Assis" userId="9e9e1f5991e00f07" providerId="LiveId" clId="{A6BA4C4F-560D-492C-9FDF-4525C510F970}"/>
    <pc:docChg chg="undo redo custSel addSld delSld modSld sldOrd">
      <pc:chgData name="Prentys Assis" userId="9e9e1f5991e00f07" providerId="LiveId" clId="{A6BA4C4F-560D-492C-9FDF-4525C510F970}" dt="2025-03-17T20:19:07.167" v="6109"/>
      <pc:docMkLst>
        <pc:docMk/>
      </pc:docMkLst>
      <pc:sldChg chg="addSp modSp add del mod ord">
        <pc:chgData name="Prentys Assis" userId="9e9e1f5991e00f07" providerId="LiveId" clId="{A6BA4C4F-560D-492C-9FDF-4525C510F970}" dt="2025-03-17T19:30:51.672" v="5688" actId="47"/>
        <pc:sldMkLst>
          <pc:docMk/>
          <pc:sldMk cId="766582235" sldId="256"/>
        </pc:sldMkLst>
        <pc:picChg chg="add mod ord">
          <ac:chgData name="Prentys Assis" userId="9e9e1f5991e00f07" providerId="LiveId" clId="{A6BA4C4F-560D-492C-9FDF-4525C510F970}" dt="2025-03-09T19:47:15.650" v="5481" actId="167"/>
          <ac:picMkLst>
            <pc:docMk/>
            <pc:sldMk cId="766582235" sldId="256"/>
            <ac:picMk id="1153" creationId="{7D967BCA-C081-D3ED-8B1E-F68D6D61FE10}"/>
          </ac:picMkLst>
        </pc:picChg>
      </pc:sldChg>
      <pc:sldChg chg="addSp delSp modSp del mod ord setBg">
        <pc:chgData name="Prentys Assis" userId="9e9e1f5991e00f07" providerId="LiveId" clId="{A6BA4C4F-560D-492C-9FDF-4525C510F970}" dt="2025-03-09T17:52:06.454" v="1058" actId="47"/>
        <pc:sldMkLst>
          <pc:docMk/>
          <pc:sldMk cId="91220034" sldId="259"/>
        </pc:sldMkLst>
      </pc:sldChg>
      <pc:sldChg chg="addSp delSp modSp del mod setBg">
        <pc:chgData name="Prentys Assis" userId="9e9e1f5991e00f07" providerId="LiveId" clId="{A6BA4C4F-560D-492C-9FDF-4525C510F970}" dt="2025-03-09T17:05:35.697" v="4" actId="47"/>
        <pc:sldMkLst>
          <pc:docMk/>
          <pc:sldMk cId="1537777640" sldId="261"/>
        </pc:sldMkLst>
      </pc:sldChg>
      <pc:sldChg chg="addSp delSp modSp mod">
        <pc:chgData name="Prentys Assis" userId="9e9e1f5991e00f07" providerId="LiveId" clId="{A6BA4C4F-560D-492C-9FDF-4525C510F970}" dt="2025-03-09T17:05:52.435" v="9" actId="26606"/>
        <pc:sldMkLst>
          <pc:docMk/>
          <pc:sldMk cId="1382557712" sldId="263"/>
        </pc:sldMkLst>
        <pc:spChg chg="mod">
          <ac:chgData name="Prentys Assis" userId="9e9e1f5991e00f07" providerId="LiveId" clId="{A6BA4C4F-560D-492C-9FDF-4525C510F970}" dt="2025-03-09T17:05:52.435" v="9" actId="26606"/>
          <ac:spMkLst>
            <pc:docMk/>
            <pc:sldMk cId="1382557712" sldId="263"/>
            <ac:spMk id="32" creationId="{E12AACC1-9641-ADFD-0E48-CCFAC624EE65}"/>
          </ac:spMkLst>
        </pc:spChg>
        <pc:spChg chg="add">
          <ac:chgData name="Prentys Assis" userId="9e9e1f5991e00f07" providerId="LiveId" clId="{A6BA4C4F-560D-492C-9FDF-4525C510F970}" dt="2025-03-09T17:05:52.435" v="9" actId="26606"/>
          <ac:spMkLst>
            <pc:docMk/>
            <pc:sldMk cId="1382557712" sldId="263"/>
            <ac:spMk id="46" creationId="{1B15ED52-F352-441B-82BF-E0EA34836D08}"/>
          </ac:spMkLst>
        </pc:spChg>
        <pc:spChg chg="add">
          <ac:chgData name="Prentys Assis" userId="9e9e1f5991e00f07" providerId="LiveId" clId="{A6BA4C4F-560D-492C-9FDF-4525C510F970}" dt="2025-03-09T17:05:52.435" v="9" actId="26606"/>
          <ac:spMkLst>
            <pc:docMk/>
            <pc:sldMk cId="1382557712" sldId="263"/>
            <ac:spMk id="48" creationId="{3B2E3793-BFE6-45A2-9B7B-E18844431C99}"/>
          </ac:spMkLst>
        </pc:spChg>
        <pc:spChg chg="add">
          <ac:chgData name="Prentys Assis" userId="9e9e1f5991e00f07" providerId="LiveId" clId="{A6BA4C4F-560D-492C-9FDF-4525C510F970}" dt="2025-03-09T17:05:52.435" v="9" actId="26606"/>
          <ac:spMkLst>
            <pc:docMk/>
            <pc:sldMk cId="1382557712" sldId="263"/>
            <ac:spMk id="50" creationId="{BC4C4868-CB8F-4AF9-9CDB-8108F2C19B67}"/>
          </ac:spMkLst>
        </pc:spChg>
        <pc:spChg chg="add">
          <ac:chgData name="Prentys Assis" userId="9e9e1f5991e00f07" providerId="LiveId" clId="{A6BA4C4F-560D-492C-9FDF-4525C510F970}" dt="2025-03-09T17:05:52.435" v="9" actId="26606"/>
          <ac:spMkLst>
            <pc:docMk/>
            <pc:sldMk cId="1382557712" sldId="263"/>
            <ac:spMk id="52" creationId="{375E0459-6403-40CD-989D-56A4407CA12E}"/>
          </ac:spMkLst>
        </pc:spChg>
        <pc:spChg chg="add">
          <ac:chgData name="Prentys Assis" userId="9e9e1f5991e00f07" providerId="LiveId" clId="{A6BA4C4F-560D-492C-9FDF-4525C510F970}" dt="2025-03-09T17:05:52.435" v="9" actId="26606"/>
          <ac:spMkLst>
            <pc:docMk/>
            <pc:sldMk cId="1382557712" sldId="263"/>
            <ac:spMk id="54" creationId="{53E5B1A8-3AC9-4BD1-9BBC-78CA94F2D1BA}"/>
          </ac:spMkLst>
        </pc:spChg>
      </pc:sldChg>
      <pc:sldChg chg="delSp add del setBg delDesignElem">
        <pc:chgData name="Prentys Assis" userId="9e9e1f5991e00f07" providerId="LiveId" clId="{A6BA4C4F-560D-492C-9FDF-4525C510F970}" dt="2025-03-09T17:05:40.531" v="7" actId="47"/>
        <pc:sldMkLst>
          <pc:docMk/>
          <pc:sldMk cId="1781337950" sldId="264"/>
        </pc:sldMkLst>
      </pc:sldChg>
      <pc:sldChg chg="addSp delSp modSp add mod modAnim">
        <pc:chgData name="Prentys Assis" userId="9e9e1f5991e00f07" providerId="LiveId" clId="{A6BA4C4F-560D-492C-9FDF-4525C510F970}" dt="2025-03-09T18:03:44.250" v="1555" actId="20577"/>
        <pc:sldMkLst>
          <pc:docMk/>
          <pc:sldMk cId="3910075088" sldId="264"/>
        </pc:sldMkLst>
        <pc:spChg chg="mod">
          <ac:chgData name="Prentys Assis" userId="9e9e1f5991e00f07" providerId="LiveId" clId="{A6BA4C4F-560D-492C-9FDF-4525C510F970}" dt="2025-03-09T17:41:25.258" v="432" actId="27636"/>
          <ac:spMkLst>
            <pc:docMk/>
            <pc:sldMk cId="3910075088" sldId="264"/>
            <ac:spMk id="2" creationId="{C9D2FAA1-8AFE-660C-1D55-EAAE7A52311C}"/>
          </ac:spMkLst>
        </pc:spChg>
        <pc:spChg chg="add mod">
          <ac:chgData name="Prentys Assis" userId="9e9e1f5991e00f07" providerId="LiveId" clId="{A6BA4C4F-560D-492C-9FDF-4525C510F970}" dt="2025-03-09T17:42:08.822" v="484"/>
          <ac:spMkLst>
            <pc:docMk/>
            <pc:sldMk cId="3910075088" sldId="264"/>
            <ac:spMk id="7" creationId="{DF64CFD6-0D7A-F8D2-32C9-3754C8657AA2}"/>
          </ac:spMkLst>
        </pc:spChg>
        <pc:spChg chg="add mod">
          <ac:chgData name="Prentys Assis" userId="9e9e1f5991e00f07" providerId="LiveId" clId="{A6BA4C4F-560D-492C-9FDF-4525C510F970}" dt="2025-03-09T18:01:29.309" v="1491" actId="1076"/>
          <ac:spMkLst>
            <pc:docMk/>
            <pc:sldMk cId="3910075088" sldId="264"/>
            <ac:spMk id="9" creationId="{FCC1335B-6407-FC6C-90E8-6B3BC63770D7}"/>
          </ac:spMkLst>
        </pc:spChg>
        <pc:spChg chg="add mod">
          <ac:chgData name="Prentys Assis" userId="9e9e1f5991e00f07" providerId="LiveId" clId="{A6BA4C4F-560D-492C-9FDF-4525C510F970}" dt="2025-03-09T18:03:44.250" v="1555" actId="20577"/>
          <ac:spMkLst>
            <pc:docMk/>
            <pc:sldMk cId="3910075088" sldId="264"/>
            <ac:spMk id="11" creationId="{4FCBFD72-D78B-BB0E-7571-4C33899E4C44}"/>
          </ac:spMkLst>
        </pc:spChg>
        <pc:spChg chg="add mod">
          <ac:chgData name="Prentys Assis" userId="9e9e1f5991e00f07" providerId="LiveId" clId="{A6BA4C4F-560D-492C-9FDF-4525C510F970}" dt="2025-03-09T18:03:36.742" v="1546" actId="20577"/>
          <ac:spMkLst>
            <pc:docMk/>
            <pc:sldMk cId="3910075088" sldId="264"/>
            <ac:spMk id="13" creationId="{A7A4B7C1-0E3C-A57C-EEA7-923DB8563074}"/>
          </ac:spMkLst>
        </pc:spChg>
        <pc:spChg chg="add mod">
          <ac:chgData name="Prentys Assis" userId="9e9e1f5991e00f07" providerId="LiveId" clId="{A6BA4C4F-560D-492C-9FDF-4525C510F970}" dt="2025-03-09T18:01:22.832" v="1490" actId="1076"/>
          <ac:spMkLst>
            <pc:docMk/>
            <pc:sldMk cId="3910075088" sldId="264"/>
            <ac:spMk id="15" creationId="{6DD66BAF-EB6D-8AA0-400D-CF79407ED874}"/>
          </ac:spMkLst>
        </pc:spChg>
        <pc:spChg chg="add mod">
          <ac:chgData name="Prentys Assis" userId="9e9e1f5991e00f07" providerId="LiveId" clId="{A6BA4C4F-560D-492C-9FDF-4525C510F970}" dt="2025-03-09T17:58:50.266" v="1458" actId="20577"/>
          <ac:spMkLst>
            <pc:docMk/>
            <pc:sldMk cId="3910075088" sldId="264"/>
            <ac:spMk id="17" creationId="{8D36EA65-342B-E098-69A3-FE1904747B04}"/>
          </ac:spMkLst>
        </pc:spChg>
        <pc:spChg chg="add mod">
          <ac:chgData name="Prentys Assis" userId="9e9e1f5991e00f07" providerId="LiveId" clId="{A6BA4C4F-560D-492C-9FDF-4525C510F970}" dt="2025-03-09T17:51:47.950" v="1054" actId="20577"/>
          <ac:spMkLst>
            <pc:docMk/>
            <pc:sldMk cId="3910075088" sldId="264"/>
            <ac:spMk id="18" creationId="{BE3B4ECD-4E2D-425B-831B-6CE3D756E047}"/>
          </ac:spMkLst>
        </pc:spChg>
        <pc:spChg chg="add mod">
          <ac:chgData name="Prentys Assis" userId="9e9e1f5991e00f07" providerId="LiveId" clId="{A6BA4C4F-560D-492C-9FDF-4525C510F970}" dt="2025-03-09T18:03:02.496" v="1511" actId="164"/>
          <ac:spMkLst>
            <pc:docMk/>
            <pc:sldMk cId="3910075088" sldId="264"/>
            <ac:spMk id="19" creationId="{05168069-8AC4-50AF-CBDE-4A06555938F5}"/>
          </ac:spMkLst>
        </pc:spChg>
        <pc:spChg chg="add mod">
          <ac:chgData name="Prentys Assis" userId="9e9e1f5991e00f07" providerId="LiveId" clId="{A6BA4C4F-560D-492C-9FDF-4525C510F970}" dt="2025-03-09T18:03:02.496" v="1511" actId="164"/>
          <ac:spMkLst>
            <pc:docMk/>
            <pc:sldMk cId="3910075088" sldId="264"/>
            <ac:spMk id="20" creationId="{FEF7FD71-1482-23E5-6CDA-05F568C671E2}"/>
          </ac:spMkLst>
        </pc:spChg>
        <pc:spChg chg="add mod">
          <ac:chgData name="Prentys Assis" userId="9e9e1f5991e00f07" providerId="LiveId" clId="{A6BA4C4F-560D-492C-9FDF-4525C510F970}" dt="2025-03-09T18:03:02.496" v="1511" actId="164"/>
          <ac:spMkLst>
            <pc:docMk/>
            <pc:sldMk cId="3910075088" sldId="264"/>
            <ac:spMk id="21" creationId="{A5263205-4F8F-22CE-8305-2F1A27F21375}"/>
          </ac:spMkLst>
        </pc:spChg>
        <pc:grpChg chg="add mod">
          <ac:chgData name="Prentys Assis" userId="9e9e1f5991e00f07" providerId="LiveId" clId="{A6BA4C4F-560D-492C-9FDF-4525C510F970}" dt="2025-03-09T18:03:02.496" v="1511" actId="164"/>
          <ac:grpSpMkLst>
            <pc:docMk/>
            <pc:sldMk cId="3910075088" sldId="264"/>
            <ac:grpSpMk id="22" creationId="{53BF0741-2229-2C74-A93A-CA84F345F252}"/>
          </ac:grpSpMkLst>
        </pc:grpChg>
        <pc:picChg chg="add mod modCrop">
          <ac:chgData name="Prentys Assis" userId="9e9e1f5991e00f07" providerId="LiveId" clId="{A6BA4C4F-560D-492C-9FDF-4525C510F970}" dt="2025-03-09T18:02:39.200" v="1508" actId="1076"/>
          <ac:picMkLst>
            <pc:docMk/>
            <pc:sldMk cId="3910075088" sldId="264"/>
            <ac:picMk id="5" creationId="{43235A9B-B18E-B047-14DD-9231F695A8DD}"/>
          </ac:picMkLst>
        </pc:picChg>
      </pc:sldChg>
      <pc:sldChg chg="addSp delSp modSp add mod ord">
        <pc:chgData name="Prentys Assis" userId="9e9e1f5991e00f07" providerId="LiveId" clId="{A6BA4C4F-560D-492C-9FDF-4525C510F970}" dt="2025-03-09T17:12:46.653" v="412" actId="20577"/>
        <pc:sldMkLst>
          <pc:docMk/>
          <pc:sldMk cId="3451149114" sldId="265"/>
        </pc:sldMkLst>
        <pc:spChg chg="add mod">
          <ac:chgData name="Prentys Assis" userId="9e9e1f5991e00f07" providerId="LiveId" clId="{A6BA4C4F-560D-492C-9FDF-4525C510F970}" dt="2025-03-09T17:07:13.561" v="67" actId="20577"/>
          <ac:spMkLst>
            <pc:docMk/>
            <pc:sldMk cId="3451149114" sldId="265"/>
            <ac:spMk id="3" creationId="{6971AFE4-D38F-DB9C-5ACE-B4FEC22EEAE2}"/>
          </ac:spMkLst>
        </pc:spChg>
        <pc:graphicFrameChg chg="add mod">
          <ac:chgData name="Prentys Assis" userId="9e9e1f5991e00f07" providerId="LiveId" clId="{A6BA4C4F-560D-492C-9FDF-4525C510F970}" dt="2025-03-09T17:12:46.653" v="412" actId="20577"/>
          <ac:graphicFrameMkLst>
            <pc:docMk/>
            <pc:sldMk cId="3451149114" sldId="265"/>
            <ac:graphicFrameMk id="56" creationId="{A3409C1A-CCE2-9222-CA22-39D65CBDF6B9}"/>
          </ac:graphicFrameMkLst>
        </pc:graphicFrameChg>
      </pc:sldChg>
      <pc:sldChg chg="modSp add del mod ord">
        <pc:chgData name="Prentys Assis" userId="9e9e1f5991e00f07" providerId="LiveId" clId="{A6BA4C4F-560D-492C-9FDF-4525C510F970}" dt="2025-03-09T18:14:33.652" v="2194" actId="47"/>
        <pc:sldMkLst>
          <pc:docMk/>
          <pc:sldMk cId="693551344" sldId="266"/>
        </pc:sldMkLst>
      </pc:sldChg>
      <pc:sldChg chg="add del">
        <pc:chgData name="Prentys Assis" userId="9e9e1f5991e00f07" providerId="LiveId" clId="{A6BA4C4F-560D-492C-9FDF-4525C510F970}" dt="2025-03-09T17:52:27.578" v="1060" actId="47"/>
        <pc:sldMkLst>
          <pc:docMk/>
          <pc:sldMk cId="1134566635" sldId="266"/>
        </pc:sldMkLst>
      </pc:sldChg>
      <pc:sldChg chg="addSp delSp modSp add mod addAnim delAnim modAnim">
        <pc:chgData name="Prentys Assis" userId="9e9e1f5991e00f07" providerId="LiveId" clId="{A6BA4C4F-560D-492C-9FDF-4525C510F970}" dt="2025-03-09T19:57:19.420" v="5526" actId="478"/>
        <pc:sldMkLst>
          <pc:docMk/>
          <pc:sldMk cId="2698005288" sldId="267"/>
        </pc:sldMkLst>
        <pc:spChg chg="mod">
          <ac:chgData name="Prentys Assis" userId="9e9e1f5991e00f07" providerId="LiveId" clId="{A6BA4C4F-560D-492C-9FDF-4525C510F970}" dt="2025-03-09T18:20:58.633" v="2710" actId="20577"/>
          <ac:spMkLst>
            <pc:docMk/>
            <pc:sldMk cId="2698005288" sldId="267"/>
            <ac:spMk id="2" creationId="{A163EA9E-EE13-D6D0-656D-FA30BB316283}"/>
          </ac:spMkLst>
        </pc:spChg>
        <pc:spChg chg="mod">
          <ac:chgData name="Prentys Assis" userId="9e9e1f5991e00f07" providerId="LiveId" clId="{A6BA4C4F-560D-492C-9FDF-4525C510F970}" dt="2025-03-09T17:57:44.459" v="1447" actId="207"/>
          <ac:spMkLst>
            <pc:docMk/>
            <pc:sldMk cId="2698005288" sldId="267"/>
            <ac:spMk id="7" creationId="{E0FA9359-6956-E0C5-294C-6E797344B97F}"/>
          </ac:spMkLst>
        </pc:spChg>
        <pc:spChg chg="add mod">
          <ac:chgData name="Prentys Assis" userId="9e9e1f5991e00f07" providerId="LiveId" clId="{A6BA4C4F-560D-492C-9FDF-4525C510F970}" dt="2025-03-09T18:45:02.101" v="3733" actId="20577"/>
          <ac:spMkLst>
            <pc:docMk/>
            <pc:sldMk cId="2698005288" sldId="267"/>
            <ac:spMk id="24" creationId="{45028406-699B-3227-CD71-05742717A793}"/>
          </ac:spMkLst>
        </pc:spChg>
        <pc:spChg chg="add del mod">
          <ac:chgData name="Prentys Assis" userId="9e9e1f5991e00f07" providerId="LiveId" clId="{A6BA4C4F-560D-492C-9FDF-4525C510F970}" dt="2025-03-09T19:57:05.698" v="5524" actId="478"/>
          <ac:spMkLst>
            <pc:docMk/>
            <pc:sldMk cId="2698005288" sldId="267"/>
            <ac:spMk id="35" creationId="{7BB58851-4CEC-5F35-40F5-C84E695FBB66}"/>
          </ac:spMkLst>
        </pc:spChg>
        <pc:spChg chg="add del mod">
          <ac:chgData name="Prentys Assis" userId="9e9e1f5991e00f07" providerId="LiveId" clId="{A6BA4C4F-560D-492C-9FDF-4525C510F970}" dt="2025-03-09T19:57:19.420" v="5526" actId="478"/>
          <ac:spMkLst>
            <pc:docMk/>
            <pc:sldMk cId="2698005288" sldId="267"/>
            <ac:spMk id="36" creationId="{53E3ED61-A2BC-1E59-2BAC-89A710B618BC}"/>
          </ac:spMkLst>
        </pc:spChg>
        <pc:grpChg chg="add mod">
          <ac:chgData name="Prentys Assis" userId="9e9e1f5991e00f07" providerId="LiveId" clId="{A6BA4C4F-560D-492C-9FDF-4525C510F970}" dt="2025-03-09T18:10:57.198" v="1901" actId="1076"/>
          <ac:grpSpMkLst>
            <pc:docMk/>
            <pc:sldMk cId="2698005288" sldId="267"/>
            <ac:grpSpMk id="33" creationId="{275544FB-C7B7-F5C4-4AB5-32550A106374}"/>
          </ac:grpSpMkLst>
        </pc:grpChg>
        <pc:picChg chg="add mod">
          <ac:chgData name="Prentys Assis" userId="9e9e1f5991e00f07" providerId="LiveId" clId="{A6BA4C4F-560D-492C-9FDF-4525C510F970}" dt="2025-03-09T18:10:53.187" v="1899" actId="164"/>
          <ac:picMkLst>
            <pc:docMk/>
            <pc:sldMk cId="2698005288" sldId="267"/>
            <ac:picMk id="30" creationId="{A5B3FB43-2F4F-D192-4B48-2C13F6717FC3}"/>
          </ac:picMkLst>
        </pc:picChg>
        <pc:picChg chg="add mod">
          <ac:chgData name="Prentys Assis" userId="9e9e1f5991e00f07" providerId="LiveId" clId="{A6BA4C4F-560D-492C-9FDF-4525C510F970}" dt="2025-03-09T18:10:53.187" v="1899" actId="164"/>
          <ac:picMkLst>
            <pc:docMk/>
            <pc:sldMk cId="2698005288" sldId="267"/>
            <ac:picMk id="32" creationId="{DD78408C-919D-6558-ED6D-0C680C2AD4AB}"/>
          </ac:picMkLst>
        </pc:picChg>
      </pc:sldChg>
      <pc:sldChg chg="addSp delSp modSp add mod">
        <pc:chgData name="Prentys Assis" userId="9e9e1f5991e00f07" providerId="LiveId" clId="{A6BA4C4F-560D-492C-9FDF-4525C510F970}" dt="2025-03-09T18:53:26.408" v="4471" actId="20577"/>
        <pc:sldMkLst>
          <pc:docMk/>
          <pc:sldMk cId="3180138069" sldId="268"/>
        </pc:sldMkLst>
        <pc:spChg chg="mod">
          <ac:chgData name="Prentys Assis" userId="9e9e1f5991e00f07" providerId="LiveId" clId="{A6BA4C4F-560D-492C-9FDF-4525C510F970}" dt="2025-03-09T18:44:17.006" v="3723" actId="313"/>
          <ac:spMkLst>
            <pc:docMk/>
            <pc:sldMk cId="3180138069" sldId="268"/>
            <ac:spMk id="2" creationId="{8356D21B-F684-CD6C-FDD4-DFBCADF9A6B3}"/>
          </ac:spMkLst>
        </pc:spChg>
        <pc:spChg chg="add del mod">
          <ac:chgData name="Prentys Assis" userId="9e9e1f5991e00f07" providerId="LiveId" clId="{A6BA4C4F-560D-492C-9FDF-4525C510F970}" dt="2025-03-09T18:42:29.552" v="3507" actId="478"/>
          <ac:spMkLst>
            <pc:docMk/>
            <pc:sldMk cId="3180138069" sldId="268"/>
            <ac:spMk id="13" creationId="{8854A6E1-43F1-48B6-FC36-6DBDE5949089}"/>
          </ac:spMkLst>
        </pc:spChg>
        <pc:spChg chg="add mod">
          <ac:chgData name="Prentys Assis" userId="9e9e1f5991e00f07" providerId="LiveId" clId="{A6BA4C4F-560D-492C-9FDF-4525C510F970}" dt="2025-03-09T18:53:26.408" v="4471" actId="20577"/>
          <ac:spMkLst>
            <pc:docMk/>
            <pc:sldMk cId="3180138069" sldId="268"/>
            <ac:spMk id="15" creationId="{21C6B5D1-4D31-5BBE-DD37-285B59FB3223}"/>
          </ac:spMkLst>
        </pc:spChg>
        <pc:picChg chg="add del mod">
          <ac:chgData name="Prentys Assis" userId="9e9e1f5991e00f07" providerId="LiveId" clId="{A6BA4C4F-560D-492C-9FDF-4525C510F970}" dt="2025-03-09T18:42:30.780" v="3509" actId="478"/>
          <ac:picMkLst>
            <pc:docMk/>
            <pc:sldMk cId="3180138069" sldId="268"/>
            <ac:picMk id="9" creationId="{EBC1689B-AA1E-8878-ED33-2C7532F32288}"/>
          </ac:picMkLst>
        </pc:picChg>
        <pc:picChg chg="add del mod topLvl modCrop">
          <ac:chgData name="Prentys Assis" userId="9e9e1f5991e00f07" providerId="LiveId" clId="{A6BA4C4F-560D-492C-9FDF-4525C510F970}" dt="2025-03-09T18:42:31.529" v="3510" actId="478"/>
          <ac:picMkLst>
            <pc:docMk/>
            <pc:sldMk cId="3180138069" sldId="268"/>
            <ac:picMk id="30" creationId="{947C736D-0E4D-5A71-1DDC-087AFDF84162}"/>
          </ac:picMkLst>
        </pc:picChg>
      </pc:sldChg>
      <pc:sldChg chg="addSp delSp add del setBg delDesignElem">
        <pc:chgData name="Prentys Assis" userId="9e9e1f5991e00f07" providerId="LiveId" clId="{A6BA4C4F-560D-492C-9FDF-4525C510F970}" dt="2025-03-09T18:14:50.358" v="2197"/>
        <pc:sldMkLst>
          <pc:docMk/>
          <pc:sldMk cId="3533651089" sldId="268"/>
        </pc:sldMkLst>
      </pc:sldChg>
      <pc:sldChg chg="addSp delSp modSp add mod">
        <pc:chgData name="Prentys Assis" userId="9e9e1f5991e00f07" providerId="LiveId" clId="{A6BA4C4F-560D-492C-9FDF-4525C510F970}" dt="2025-03-09T18:34:15.544" v="3449" actId="20577"/>
        <pc:sldMkLst>
          <pc:docMk/>
          <pc:sldMk cId="1112389751" sldId="269"/>
        </pc:sldMkLst>
        <pc:spChg chg="mod">
          <ac:chgData name="Prentys Assis" userId="9e9e1f5991e00f07" providerId="LiveId" clId="{A6BA4C4F-560D-492C-9FDF-4525C510F970}" dt="2025-03-09T18:21:06.160" v="2727" actId="20577"/>
          <ac:spMkLst>
            <pc:docMk/>
            <pc:sldMk cId="1112389751" sldId="269"/>
            <ac:spMk id="2" creationId="{97FD8E3E-3DFA-0C2C-FBD3-63F8FB7513E0}"/>
          </ac:spMkLst>
        </pc:spChg>
        <pc:spChg chg="add mod">
          <ac:chgData name="Prentys Assis" userId="9e9e1f5991e00f07" providerId="LiveId" clId="{A6BA4C4F-560D-492C-9FDF-4525C510F970}" dt="2025-03-09T18:27:54.407" v="3226" actId="164"/>
          <ac:spMkLst>
            <pc:docMk/>
            <pc:sldMk cId="1112389751" sldId="269"/>
            <ac:spMk id="18" creationId="{8A4A74AC-0C99-4936-F0AB-7ADCE06CBDE0}"/>
          </ac:spMkLst>
        </pc:spChg>
        <pc:spChg chg="add mod">
          <ac:chgData name="Prentys Assis" userId="9e9e1f5991e00f07" providerId="LiveId" clId="{A6BA4C4F-560D-492C-9FDF-4525C510F970}" dt="2025-03-09T18:27:51.187" v="3225" actId="164"/>
          <ac:spMkLst>
            <pc:docMk/>
            <pc:sldMk cId="1112389751" sldId="269"/>
            <ac:spMk id="19" creationId="{6602E8C6-4A75-9BDC-A461-53DDA11B8EC5}"/>
          </ac:spMkLst>
        </pc:spChg>
        <pc:spChg chg="mod">
          <ac:chgData name="Prentys Assis" userId="9e9e1f5991e00f07" providerId="LiveId" clId="{A6BA4C4F-560D-492C-9FDF-4525C510F970}" dt="2025-03-09T18:34:15.544" v="3449" actId="20577"/>
          <ac:spMkLst>
            <pc:docMk/>
            <pc:sldMk cId="1112389751" sldId="269"/>
            <ac:spMk id="24" creationId="{D11DDD5E-3B5A-88D0-98BB-A2FF8005E728}"/>
          </ac:spMkLst>
        </pc:spChg>
        <pc:grpChg chg="add mod">
          <ac:chgData name="Prentys Assis" userId="9e9e1f5991e00f07" providerId="LiveId" clId="{A6BA4C4F-560D-492C-9FDF-4525C510F970}" dt="2025-03-09T18:27:51.187" v="3225" actId="164"/>
          <ac:grpSpMkLst>
            <pc:docMk/>
            <pc:sldMk cId="1112389751" sldId="269"/>
            <ac:grpSpMk id="20" creationId="{2D919471-2534-F522-6869-1B2DD6FFE691}"/>
          </ac:grpSpMkLst>
        </pc:grpChg>
        <pc:grpChg chg="add mod">
          <ac:chgData name="Prentys Assis" userId="9e9e1f5991e00f07" providerId="LiveId" clId="{A6BA4C4F-560D-492C-9FDF-4525C510F970}" dt="2025-03-09T18:27:54.407" v="3226" actId="164"/>
          <ac:grpSpMkLst>
            <pc:docMk/>
            <pc:sldMk cId="1112389751" sldId="269"/>
            <ac:grpSpMk id="21" creationId="{7627280B-7C58-FFD8-F497-F0DCC408470A}"/>
          </ac:grpSpMkLst>
        </pc:grpChg>
        <pc:picChg chg="add mod ord">
          <ac:chgData name="Prentys Assis" userId="9e9e1f5991e00f07" providerId="LiveId" clId="{A6BA4C4F-560D-492C-9FDF-4525C510F970}" dt="2025-03-09T18:27:44.755" v="3224" actId="1076"/>
          <ac:picMkLst>
            <pc:docMk/>
            <pc:sldMk cId="1112389751" sldId="269"/>
            <ac:picMk id="4" creationId="{B2563F0B-7AC2-DA2F-C126-AC116E495322}"/>
          </ac:picMkLst>
        </pc:picChg>
        <pc:picChg chg="add mod ord modCrop">
          <ac:chgData name="Prentys Assis" userId="9e9e1f5991e00f07" providerId="LiveId" clId="{A6BA4C4F-560D-492C-9FDF-4525C510F970}" dt="2025-03-09T18:27:54.407" v="3226" actId="164"/>
          <ac:picMkLst>
            <pc:docMk/>
            <pc:sldMk cId="1112389751" sldId="269"/>
            <ac:picMk id="6" creationId="{DE3437C7-9450-F573-216B-8433E8DE4404}"/>
          </ac:picMkLst>
        </pc:picChg>
        <pc:picChg chg="add mod modCrop">
          <ac:chgData name="Prentys Assis" userId="9e9e1f5991e00f07" providerId="LiveId" clId="{A6BA4C4F-560D-492C-9FDF-4525C510F970}" dt="2025-03-09T18:27:51.187" v="3225" actId="164"/>
          <ac:picMkLst>
            <pc:docMk/>
            <pc:sldMk cId="1112389751" sldId="269"/>
            <ac:picMk id="11" creationId="{FA9AC064-63E8-420E-7ACE-4327DBEC42B9}"/>
          </ac:picMkLst>
        </pc:picChg>
      </pc:sldChg>
      <pc:sldChg chg="addSp delSp modSp add mod modAnim">
        <pc:chgData name="Prentys Assis" userId="9e9e1f5991e00f07" providerId="LiveId" clId="{A6BA4C4F-560D-492C-9FDF-4525C510F970}" dt="2025-03-09T20:20:54.219" v="5621" actId="20577"/>
        <pc:sldMkLst>
          <pc:docMk/>
          <pc:sldMk cId="1715929479" sldId="270"/>
        </pc:sldMkLst>
        <pc:spChg chg="mod">
          <ac:chgData name="Prentys Assis" userId="9e9e1f5991e00f07" providerId="LiveId" clId="{A6BA4C4F-560D-492C-9FDF-4525C510F970}" dt="2025-03-09T18:45:33.331" v="3797" actId="20577"/>
          <ac:spMkLst>
            <pc:docMk/>
            <pc:sldMk cId="1715929479" sldId="270"/>
            <ac:spMk id="2" creationId="{2E1A66F1-4602-1D2E-C909-98FB715C0C7E}"/>
          </ac:spMkLst>
        </pc:spChg>
        <pc:spChg chg="add mod">
          <ac:chgData name="Prentys Assis" userId="9e9e1f5991e00f07" providerId="LiveId" clId="{A6BA4C4F-560D-492C-9FDF-4525C510F970}" dt="2025-03-09T20:20:54.219" v="5621" actId="20577"/>
          <ac:spMkLst>
            <pc:docMk/>
            <pc:sldMk cId="1715929479" sldId="270"/>
            <ac:spMk id="3" creationId="{4FD691BD-3CB6-E19A-511A-5406F9D9787E}"/>
          </ac:spMkLst>
        </pc:spChg>
        <pc:spChg chg="add mod">
          <ac:chgData name="Prentys Assis" userId="9e9e1f5991e00f07" providerId="LiveId" clId="{A6BA4C4F-560D-492C-9FDF-4525C510F970}" dt="2025-03-09T18:54:27.562" v="4473" actId="14100"/>
          <ac:spMkLst>
            <pc:docMk/>
            <pc:sldMk cId="1715929479" sldId="270"/>
            <ac:spMk id="4" creationId="{6564527F-3BE7-C325-FF89-87E0BD3EC323}"/>
          </ac:spMkLst>
        </pc:spChg>
        <pc:spChg chg="add mod">
          <ac:chgData name="Prentys Assis" userId="9e9e1f5991e00f07" providerId="LiveId" clId="{A6BA4C4F-560D-492C-9FDF-4525C510F970}" dt="2025-03-09T19:02:19.399" v="5281" actId="404"/>
          <ac:spMkLst>
            <pc:docMk/>
            <pc:sldMk cId="1715929479" sldId="270"/>
            <ac:spMk id="6" creationId="{890F4698-E198-7863-E69E-3975A9B94962}"/>
          </ac:spMkLst>
        </pc:spChg>
        <pc:spChg chg="add mod">
          <ac:chgData name="Prentys Assis" userId="9e9e1f5991e00f07" providerId="LiveId" clId="{A6BA4C4F-560D-492C-9FDF-4525C510F970}" dt="2025-03-09T19:02:45.978" v="5326" actId="1035"/>
          <ac:spMkLst>
            <pc:docMk/>
            <pc:sldMk cId="1715929479" sldId="270"/>
            <ac:spMk id="11" creationId="{394701E8-3631-2508-1466-8325D2FCCAC8}"/>
          </ac:spMkLst>
        </pc:spChg>
        <pc:spChg chg="add mod">
          <ac:chgData name="Prentys Assis" userId="9e9e1f5991e00f07" providerId="LiveId" clId="{A6BA4C4F-560D-492C-9FDF-4525C510F970}" dt="2025-03-09T19:02:37.214" v="5319" actId="1035"/>
          <ac:spMkLst>
            <pc:docMk/>
            <pc:sldMk cId="1715929479" sldId="270"/>
            <ac:spMk id="15" creationId="{4CCFA246-2A4B-F08A-99CE-E64EFEB878FB}"/>
          </ac:spMkLst>
        </pc:spChg>
        <pc:spChg chg="add mod">
          <ac:chgData name="Prentys Assis" userId="9e9e1f5991e00f07" providerId="LiveId" clId="{A6BA4C4F-560D-492C-9FDF-4525C510F970}" dt="2025-03-09T19:02:50.643" v="5344" actId="1036"/>
          <ac:spMkLst>
            <pc:docMk/>
            <pc:sldMk cId="1715929479" sldId="270"/>
            <ac:spMk id="17" creationId="{78492E04-EAA3-1E41-3942-F653E9DA1742}"/>
          </ac:spMkLst>
        </pc:spChg>
        <pc:spChg chg="add mod">
          <ac:chgData name="Prentys Assis" userId="9e9e1f5991e00f07" providerId="LiveId" clId="{A6BA4C4F-560D-492C-9FDF-4525C510F970}" dt="2025-03-09T19:42:54.024" v="5468" actId="20577"/>
          <ac:spMkLst>
            <pc:docMk/>
            <pc:sldMk cId="1715929479" sldId="270"/>
            <ac:spMk id="18" creationId="{7EE8FE79-E0BD-312B-BBAA-C93DC08E34E8}"/>
          </ac:spMkLst>
        </pc:spChg>
        <pc:spChg chg="add mod">
          <ac:chgData name="Prentys Assis" userId="9e9e1f5991e00f07" providerId="LiveId" clId="{A6BA4C4F-560D-492C-9FDF-4525C510F970}" dt="2025-03-09T20:12:23.363" v="5593" actId="20577"/>
          <ac:spMkLst>
            <pc:docMk/>
            <pc:sldMk cId="1715929479" sldId="270"/>
            <ac:spMk id="19" creationId="{FBA58E45-8EA1-2B5E-966E-4F6D17F198F4}"/>
          </ac:spMkLst>
        </pc:spChg>
      </pc:sldChg>
      <pc:sldChg chg="addSp delSp modSp add del mod">
        <pc:chgData name="Prentys Assis" userId="9e9e1f5991e00f07" providerId="LiveId" clId="{A6BA4C4F-560D-492C-9FDF-4525C510F970}" dt="2025-03-09T19:48:17.914" v="5501" actId="47"/>
        <pc:sldMkLst>
          <pc:docMk/>
          <pc:sldMk cId="2563651111" sldId="271"/>
        </pc:sldMkLst>
      </pc:sldChg>
      <pc:sldChg chg="new del">
        <pc:chgData name="Prentys Assis" userId="9e9e1f5991e00f07" providerId="LiveId" clId="{A6BA4C4F-560D-492C-9FDF-4525C510F970}" dt="2025-03-09T18:55:08.455" v="4517" actId="2696"/>
        <pc:sldMkLst>
          <pc:docMk/>
          <pc:sldMk cId="3504388085" sldId="271"/>
        </pc:sldMkLst>
      </pc:sldChg>
      <pc:sldChg chg="addSp delSp modSp add mod ord delAnim">
        <pc:chgData name="Prentys Assis" userId="9e9e1f5991e00f07" providerId="LiveId" clId="{A6BA4C4F-560D-492C-9FDF-4525C510F970}" dt="2025-03-09T19:47:57.416" v="5500" actId="207"/>
        <pc:sldMkLst>
          <pc:docMk/>
          <pc:sldMk cId="3734821234" sldId="272"/>
        </pc:sldMkLst>
        <pc:spChg chg="add mod">
          <ac:chgData name="Prentys Assis" userId="9e9e1f5991e00f07" providerId="LiveId" clId="{A6BA4C4F-560D-492C-9FDF-4525C510F970}" dt="2025-03-09T19:47:57.416" v="5500" actId="207"/>
          <ac:spMkLst>
            <pc:docMk/>
            <pc:sldMk cId="3734821234" sldId="272"/>
            <ac:spMk id="6" creationId="{EA1846BC-0974-6D41-E8F0-E49CA003BF0C}"/>
          </ac:spMkLst>
        </pc:spChg>
      </pc:sldChg>
      <pc:sldChg chg="addSp delSp modSp add mod delAnim">
        <pc:chgData name="Prentys Assis" userId="9e9e1f5991e00f07" providerId="LiveId" clId="{A6BA4C4F-560D-492C-9FDF-4525C510F970}" dt="2025-03-09T20:05:06.380" v="5571" actId="20577"/>
        <pc:sldMkLst>
          <pc:docMk/>
          <pc:sldMk cId="3824982788" sldId="273"/>
        </pc:sldMkLst>
        <pc:spChg chg="mod">
          <ac:chgData name="Prentys Assis" userId="9e9e1f5991e00f07" providerId="LiveId" clId="{A6BA4C4F-560D-492C-9FDF-4525C510F970}" dt="2025-03-09T20:05:06.380" v="5571" actId="20577"/>
          <ac:spMkLst>
            <pc:docMk/>
            <pc:sldMk cId="3824982788" sldId="273"/>
            <ac:spMk id="2" creationId="{507CBDA3-CF97-848D-5718-3AC116D045E5}"/>
          </ac:spMkLst>
        </pc:spChg>
        <pc:picChg chg="add mod">
          <ac:chgData name="Prentys Assis" userId="9e9e1f5991e00f07" providerId="LiveId" clId="{A6BA4C4F-560D-492C-9FDF-4525C510F970}" dt="2025-03-09T20:04:50.327" v="5531" actId="14100"/>
          <ac:picMkLst>
            <pc:docMk/>
            <pc:sldMk cId="3824982788" sldId="273"/>
            <ac:picMk id="7" creationId="{B7996CE8-5082-40B2-5F29-C434E9BA74C3}"/>
          </ac:picMkLst>
        </pc:picChg>
      </pc:sldChg>
      <pc:sldChg chg="addSp delSp modSp add mod addAnim delAnim modAnim">
        <pc:chgData name="Prentys Assis" userId="9e9e1f5991e00f07" providerId="LiveId" clId="{A6BA4C4F-560D-492C-9FDF-4525C510F970}" dt="2025-03-17T19:58:10.515" v="5944"/>
        <pc:sldMkLst>
          <pc:docMk/>
          <pc:sldMk cId="2095677399" sldId="274"/>
        </pc:sldMkLst>
        <pc:spChg chg="add mod">
          <ac:chgData name="Prentys Assis" userId="9e9e1f5991e00f07" providerId="LiveId" clId="{A6BA4C4F-560D-492C-9FDF-4525C510F970}" dt="2025-03-17T19:34:44.010" v="5715" actId="207"/>
          <ac:spMkLst>
            <pc:docMk/>
            <pc:sldMk cId="2095677399" sldId="274"/>
            <ac:spMk id="2" creationId="{DE9818F0-9877-DA1E-3331-DD596CA585C8}"/>
          </ac:spMkLst>
        </pc:spChg>
        <pc:spChg chg="add del mod ord">
          <ac:chgData name="Prentys Assis" userId="9e9e1f5991e00f07" providerId="LiveId" clId="{A6BA4C4F-560D-492C-9FDF-4525C510F970}" dt="2025-03-17T19:33:54.400" v="5706"/>
          <ac:spMkLst>
            <pc:docMk/>
            <pc:sldMk cId="2095677399" sldId="274"/>
            <ac:spMk id="4" creationId="{CA834D36-9483-7689-782E-69624F0D7ACE}"/>
          </ac:spMkLst>
        </pc:spChg>
        <pc:spChg chg="add mod">
          <ac:chgData name="Prentys Assis" userId="9e9e1f5991e00f07" providerId="LiveId" clId="{A6BA4C4F-560D-492C-9FDF-4525C510F970}" dt="2025-03-17T19:34:55.733" v="5716" actId="207"/>
          <ac:spMkLst>
            <pc:docMk/>
            <pc:sldMk cId="2095677399" sldId="274"/>
            <ac:spMk id="5" creationId="{53BFA136-9464-7C56-42E0-DCC0B32C0DDF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45" creationId="{2852D352-F59B-678B-B850-E03B7F9DAEC2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61" creationId="{69C56AEE-1B4F-17FB-7111-A8DFF4831B1A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62" creationId="{DB3FBCB0-56AA-4F75-9763-CAD1FCB67924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1025" creationId="{ACA997D5-F5E9-67DD-D948-5767E0915F7B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1029" creationId="{286075D1-188F-B789-117F-953E7A0802D5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1031" creationId="{3BCE8327-FD02-024C-54DD-963531B146AF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1080" creationId="{0DF3827F-9F73-48DD-2EC6-A1D0EF6D5B12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1087" creationId="{BD532C9E-0B06-F1E7-BF12-384D0CC67E64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1090" creationId="{260FAEC2-2B9D-7743-81EB-3FD83B4CEBAA}"/>
          </ac:spMkLst>
        </pc:spChg>
        <pc:spChg chg="mod">
          <ac:chgData name="Prentys Assis" userId="9e9e1f5991e00f07" providerId="LiveId" clId="{A6BA4C4F-560D-492C-9FDF-4525C510F970}" dt="2025-03-17T19:05:30.587" v="5623" actId="34135"/>
          <ac:spMkLst>
            <pc:docMk/>
            <pc:sldMk cId="2095677399" sldId="274"/>
            <ac:spMk id="1111" creationId="{3069143F-7B6F-6151-2ECE-5B674DDE9BDB}"/>
          </ac:spMkLst>
        </pc:spChg>
      </pc:sldChg>
      <pc:sldChg chg="delSp add del mod modAnim">
        <pc:chgData name="Prentys Assis" userId="9e9e1f5991e00f07" providerId="LiveId" clId="{A6BA4C4F-560D-492C-9FDF-4525C510F970}" dt="2025-03-17T19:37:35.649" v="5728" actId="47"/>
        <pc:sldMkLst>
          <pc:docMk/>
          <pc:sldMk cId="2678002715" sldId="275"/>
        </pc:sldMkLst>
      </pc:sldChg>
      <pc:sldChg chg="addSp delSp modSp add mod addAnim delAnim modAnim">
        <pc:chgData name="Prentys Assis" userId="9e9e1f5991e00f07" providerId="LiveId" clId="{A6BA4C4F-560D-492C-9FDF-4525C510F970}" dt="2025-03-17T20:13:29.928" v="6049"/>
        <pc:sldMkLst>
          <pc:docMk/>
          <pc:sldMk cId="4138432550" sldId="275"/>
        </pc:sldMkLst>
        <pc:spChg chg="add del mod">
          <ac:chgData name="Prentys Assis" userId="9e9e1f5991e00f07" providerId="LiveId" clId="{A6BA4C4F-560D-492C-9FDF-4525C510F970}" dt="2025-03-17T19:57:41.499" v="5943" actId="478"/>
          <ac:spMkLst>
            <pc:docMk/>
            <pc:sldMk cId="4138432550" sldId="275"/>
            <ac:spMk id="4" creationId="{76B12AC5-57BF-1985-C79D-979B0A310D96}"/>
          </ac:spMkLst>
        </pc:spChg>
        <pc:spChg chg="add mod ord">
          <ac:chgData name="Prentys Assis" userId="9e9e1f5991e00f07" providerId="LiveId" clId="{A6BA4C4F-560D-492C-9FDF-4525C510F970}" dt="2025-03-17T19:52:50.950" v="5854" actId="166"/>
          <ac:spMkLst>
            <pc:docMk/>
            <pc:sldMk cId="4138432550" sldId="275"/>
            <ac:spMk id="24" creationId="{2638B85F-550B-7FDC-E68E-263352C6E22D}"/>
          </ac:spMkLst>
        </pc:spChg>
        <pc:spChg chg="mod">
          <ac:chgData name="Prentys Assis" userId="9e9e1f5991e00f07" providerId="LiveId" clId="{A6BA4C4F-560D-492C-9FDF-4525C510F970}" dt="2025-03-17T19:52:15.104" v="5846"/>
          <ac:spMkLst>
            <pc:docMk/>
            <pc:sldMk cId="4138432550" sldId="275"/>
            <ac:spMk id="31" creationId="{E7743D84-89EB-C32C-1D9B-195CE306A793}"/>
          </ac:spMkLst>
        </pc:spChg>
        <pc:spChg chg="mod">
          <ac:chgData name="Prentys Assis" userId="9e9e1f5991e00f07" providerId="LiveId" clId="{A6BA4C4F-560D-492C-9FDF-4525C510F970}" dt="2025-03-17T19:52:15.104" v="5846"/>
          <ac:spMkLst>
            <pc:docMk/>
            <pc:sldMk cId="4138432550" sldId="275"/>
            <ac:spMk id="32" creationId="{A818AC9C-9E4F-2717-2F2C-5624963D18AD}"/>
          </ac:spMkLst>
        </pc:spChg>
        <pc:spChg chg="mod">
          <ac:chgData name="Prentys Assis" userId="9e9e1f5991e00f07" providerId="LiveId" clId="{A6BA4C4F-560D-492C-9FDF-4525C510F970}" dt="2025-03-17T19:52:15.104" v="5846"/>
          <ac:spMkLst>
            <pc:docMk/>
            <pc:sldMk cId="4138432550" sldId="275"/>
            <ac:spMk id="33" creationId="{556D73BE-2D7F-AF57-BEF1-D2E96DB17102}"/>
          </ac:spMkLst>
        </pc:spChg>
        <pc:spChg chg="mod">
          <ac:chgData name="Prentys Assis" userId="9e9e1f5991e00f07" providerId="LiveId" clId="{A6BA4C4F-560D-492C-9FDF-4525C510F970}" dt="2025-03-17T19:52:15.104" v="5846"/>
          <ac:spMkLst>
            <pc:docMk/>
            <pc:sldMk cId="4138432550" sldId="275"/>
            <ac:spMk id="34" creationId="{16146A39-BC58-E1CF-9B50-8AFD11050C1B}"/>
          </ac:spMkLst>
        </pc:spChg>
        <pc:spChg chg="mod">
          <ac:chgData name="Prentys Assis" userId="9e9e1f5991e00f07" providerId="LiveId" clId="{A6BA4C4F-560D-492C-9FDF-4525C510F970}" dt="2025-03-17T19:52:15.104" v="5846"/>
          <ac:spMkLst>
            <pc:docMk/>
            <pc:sldMk cId="4138432550" sldId="275"/>
            <ac:spMk id="35" creationId="{560570FA-2ED0-1E0A-279B-1D9F4D8B9B73}"/>
          </ac:spMkLst>
        </pc:spChg>
        <pc:spChg chg="mod">
          <ac:chgData name="Prentys Assis" userId="9e9e1f5991e00f07" providerId="LiveId" clId="{A6BA4C4F-560D-492C-9FDF-4525C510F970}" dt="2025-03-17T19:52:15.104" v="5846"/>
          <ac:spMkLst>
            <pc:docMk/>
            <pc:sldMk cId="4138432550" sldId="275"/>
            <ac:spMk id="36" creationId="{4DF81409-F080-1779-F3AD-7D00CEACE5BB}"/>
          </ac:spMkLst>
        </pc:spChg>
        <pc:spChg chg="mod">
          <ac:chgData name="Prentys Assis" userId="9e9e1f5991e00f07" providerId="LiveId" clId="{A6BA4C4F-560D-492C-9FDF-4525C510F970}" dt="2025-03-17T19:52:15.104" v="5846"/>
          <ac:spMkLst>
            <pc:docMk/>
            <pc:sldMk cId="4138432550" sldId="275"/>
            <ac:spMk id="37" creationId="{218D7E6C-47C2-3734-90CB-C50ECCFC5DDB}"/>
          </ac:spMkLst>
        </pc:spChg>
        <pc:spChg chg="add mod">
          <ac:chgData name="Prentys Assis" userId="9e9e1f5991e00f07" providerId="LiveId" clId="{A6BA4C4F-560D-492C-9FDF-4525C510F970}" dt="2025-03-17T20:07:29.153" v="5969" actId="1076"/>
          <ac:spMkLst>
            <pc:docMk/>
            <pc:sldMk cId="4138432550" sldId="275"/>
            <ac:spMk id="43" creationId="{DDA46AAB-75BB-377E-F8F6-B6F93F3296E8}"/>
          </ac:spMkLst>
        </pc:spChg>
        <pc:spChg chg="add mod ord">
          <ac:chgData name="Prentys Assis" userId="9e9e1f5991e00f07" providerId="LiveId" clId="{A6BA4C4F-560D-492C-9FDF-4525C510F970}" dt="2025-03-17T20:07:24.503" v="5968" actId="170"/>
          <ac:spMkLst>
            <pc:docMk/>
            <pc:sldMk cId="4138432550" sldId="275"/>
            <ac:spMk id="44" creationId="{3D7493E9-1C39-2949-C856-3760C45913DA}"/>
          </ac:spMkLst>
        </pc:spChg>
        <pc:spChg chg="add mod">
          <ac:chgData name="Prentys Assis" userId="9e9e1f5991e00f07" providerId="LiveId" clId="{A6BA4C4F-560D-492C-9FDF-4525C510F970}" dt="2025-03-17T20:11:58.567" v="6046"/>
          <ac:spMkLst>
            <pc:docMk/>
            <pc:sldMk cId="4138432550" sldId="275"/>
            <ac:spMk id="46" creationId="{258461B4-6578-9DCE-29E9-B6E7941C9786}"/>
          </ac:spMkLst>
        </pc:spChg>
        <pc:grpChg chg="add mod">
          <ac:chgData name="Prentys Assis" userId="9e9e1f5991e00f07" providerId="LiveId" clId="{A6BA4C4F-560D-492C-9FDF-4525C510F970}" dt="2025-03-17T20:08:43.609" v="5973" actId="1076"/>
          <ac:grpSpMkLst>
            <pc:docMk/>
            <pc:sldMk cId="4138432550" sldId="275"/>
            <ac:grpSpMk id="25" creationId="{DF8EA697-504E-B3DC-A3EE-FC8F4601A8AB}"/>
          </ac:grpSpMkLst>
        </pc:grpChg>
        <pc:cxnChg chg="add mod">
          <ac:chgData name="Prentys Assis" userId="9e9e1f5991e00f07" providerId="LiveId" clId="{A6BA4C4F-560D-492C-9FDF-4525C510F970}" dt="2025-03-17T19:53:14.415" v="5859" actId="14100"/>
          <ac:cxnSpMkLst>
            <pc:docMk/>
            <pc:sldMk cId="4138432550" sldId="275"/>
            <ac:cxnSpMk id="39" creationId="{5AD03C9B-0DB1-4E7B-2F9F-6430076CE8B5}"/>
          </ac:cxnSpMkLst>
        </pc:cxnChg>
      </pc:sldChg>
      <pc:sldChg chg="new del">
        <pc:chgData name="Prentys Assis" userId="9e9e1f5991e00f07" providerId="LiveId" clId="{A6BA4C4F-560D-492C-9FDF-4525C510F970}" dt="2025-03-17T19:46:17.155" v="5825" actId="680"/>
        <pc:sldMkLst>
          <pc:docMk/>
          <pc:sldMk cId="1714649456" sldId="276"/>
        </pc:sldMkLst>
      </pc:sldChg>
      <pc:sldChg chg="addSp delSp modSp add mod delAnim modAnim">
        <pc:chgData name="Prentys Assis" userId="9e9e1f5991e00f07" providerId="LiveId" clId="{A6BA4C4F-560D-492C-9FDF-4525C510F970}" dt="2025-03-17T20:19:07.167" v="6109"/>
        <pc:sldMkLst>
          <pc:docMk/>
          <pc:sldMk cId="3777985887" sldId="276"/>
        </pc:sldMkLst>
        <pc:spChg chg="add mod">
          <ac:chgData name="Prentys Assis" userId="9e9e1f5991e00f07" providerId="LiveId" clId="{A6BA4C4F-560D-492C-9FDF-4525C510F970}" dt="2025-03-17T20:18:30.571" v="6106" actId="13822"/>
          <ac:spMkLst>
            <pc:docMk/>
            <pc:sldMk cId="3777985887" sldId="276"/>
            <ac:spMk id="2" creationId="{F7721D09-A366-2BFB-2FE8-B9AC3B3ECAD2}"/>
          </ac:spMkLst>
        </pc:spChg>
        <pc:spChg chg="mod">
          <ac:chgData name="Prentys Assis" userId="9e9e1f5991e00f07" providerId="LiveId" clId="{A6BA4C4F-560D-492C-9FDF-4525C510F970}" dt="2025-03-17T20:10:06.908" v="5988" actId="20577"/>
          <ac:spMkLst>
            <pc:docMk/>
            <pc:sldMk cId="3777985887" sldId="276"/>
            <ac:spMk id="4" creationId="{9411D9BD-AFD9-2180-BB9E-C9A409849E6E}"/>
          </ac:spMkLst>
        </pc:spChg>
        <pc:spChg chg="mod">
          <ac:chgData name="Prentys Assis" userId="9e9e1f5991e00f07" providerId="LiveId" clId="{A6BA4C4F-560D-492C-9FDF-4525C510F970}" dt="2025-03-17T20:15:48.034" v="6089" actId="21"/>
          <ac:spMkLst>
            <pc:docMk/>
            <pc:sldMk cId="3777985887" sldId="276"/>
            <ac:spMk id="60" creationId="{EC8408FD-2F09-76C3-697C-F547AB1CADA7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BD8B3A-03A2-45B6-9DB6-94B92B96EB8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327550-9F91-4384-9825-494C53F376A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i="0"/>
            <a:t>A CPU é a responsável pelo processamento e execução de programas.</a:t>
          </a:r>
          <a:r>
            <a:rPr lang="pt-BR"/>
            <a:t> Ela é conhecida como o Cérebro do Computador.</a:t>
          </a:r>
          <a:endParaRPr lang="en-US"/>
        </a:p>
      </dgm:t>
    </dgm:pt>
    <dgm:pt modelId="{6CC51CD8-7FA6-4CD4-AA47-5E015A8D8EE2}" type="parTrans" cxnId="{349F1BE8-2DCE-4522-B222-1650271FE6A2}">
      <dgm:prSet/>
      <dgm:spPr/>
      <dgm:t>
        <a:bodyPr/>
        <a:lstStyle/>
        <a:p>
          <a:endParaRPr lang="en-US"/>
        </a:p>
      </dgm:t>
    </dgm:pt>
    <dgm:pt modelId="{C0BE18EE-84D3-4CD4-B736-B7D0AEA28CD6}" type="sibTrans" cxnId="{349F1BE8-2DCE-4522-B222-1650271FE6A2}">
      <dgm:prSet/>
      <dgm:spPr/>
      <dgm:t>
        <a:bodyPr/>
        <a:lstStyle/>
        <a:p>
          <a:endParaRPr lang="en-US"/>
        </a:p>
      </dgm:t>
    </dgm:pt>
    <dgm:pt modelId="{CAE397D2-4CC1-4063-A3C7-E7433A9D03A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Sua função é executar programas armazenados na memória, buscando suas instruções, examinando-as e então executando uma após a outra.</a:t>
          </a:r>
          <a:endParaRPr lang="en-US" dirty="0"/>
        </a:p>
      </dgm:t>
    </dgm:pt>
    <dgm:pt modelId="{C91099E6-9419-4CF3-8BA9-8DCB73E4D5FD}" type="parTrans" cxnId="{CCBA97F1-6C71-4BA3-9C24-E798B6DB06A0}">
      <dgm:prSet/>
      <dgm:spPr/>
      <dgm:t>
        <a:bodyPr/>
        <a:lstStyle/>
        <a:p>
          <a:endParaRPr lang="en-US"/>
        </a:p>
      </dgm:t>
    </dgm:pt>
    <dgm:pt modelId="{527488C1-C236-443B-8332-22B04F0B021E}" type="sibTrans" cxnId="{CCBA97F1-6C71-4BA3-9C24-E798B6DB06A0}">
      <dgm:prSet/>
      <dgm:spPr/>
      <dgm:t>
        <a:bodyPr/>
        <a:lstStyle/>
        <a:p>
          <a:endParaRPr lang="en-US"/>
        </a:p>
      </dgm:t>
    </dgm:pt>
    <dgm:pt modelId="{BF05A427-0A67-477F-815D-49A32C2EF7DF}" type="pres">
      <dgm:prSet presAssocID="{F5BD8B3A-03A2-45B6-9DB6-94B92B96EB8C}" presName="root" presStyleCnt="0">
        <dgm:presLayoutVars>
          <dgm:dir/>
          <dgm:resizeHandles val="exact"/>
        </dgm:presLayoutVars>
      </dgm:prSet>
      <dgm:spPr/>
    </dgm:pt>
    <dgm:pt modelId="{AE7850B2-5123-4243-AB8F-1AEFA6DDE4EA}" type="pres">
      <dgm:prSet presAssocID="{29327550-9F91-4384-9825-494C53F376A3}" presName="compNode" presStyleCnt="0"/>
      <dgm:spPr/>
    </dgm:pt>
    <dgm:pt modelId="{000B94C0-6D39-491F-9CE3-8BCA91649852}" type="pres">
      <dgm:prSet presAssocID="{29327550-9F91-4384-9825-494C53F376A3}" presName="bgRect" presStyleLbl="bgShp" presStyleIdx="0" presStyleCnt="2"/>
      <dgm:spPr/>
    </dgm:pt>
    <dgm:pt modelId="{06396FE4-6354-4550-B45F-E66066114047}" type="pres">
      <dgm:prSet presAssocID="{29327550-9F91-4384-9825-494C53F376A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érebro"/>
        </a:ext>
      </dgm:extLst>
    </dgm:pt>
    <dgm:pt modelId="{F01D8D23-0ABB-4690-92D0-00349A91AA17}" type="pres">
      <dgm:prSet presAssocID="{29327550-9F91-4384-9825-494C53F376A3}" presName="spaceRect" presStyleCnt="0"/>
      <dgm:spPr/>
    </dgm:pt>
    <dgm:pt modelId="{6687361A-D749-45D2-B55D-FE5831C0A348}" type="pres">
      <dgm:prSet presAssocID="{29327550-9F91-4384-9825-494C53F376A3}" presName="parTx" presStyleLbl="revTx" presStyleIdx="0" presStyleCnt="2">
        <dgm:presLayoutVars>
          <dgm:chMax val="0"/>
          <dgm:chPref val="0"/>
        </dgm:presLayoutVars>
      </dgm:prSet>
      <dgm:spPr/>
    </dgm:pt>
    <dgm:pt modelId="{78D02312-7287-404E-AF48-128E0836264E}" type="pres">
      <dgm:prSet presAssocID="{C0BE18EE-84D3-4CD4-B736-B7D0AEA28CD6}" presName="sibTrans" presStyleCnt="0"/>
      <dgm:spPr/>
    </dgm:pt>
    <dgm:pt modelId="{B5E4D5CF-356B-45C5-814C-0D7E0E708D61}" type="pres">
      <dgm:prSet presAssocID="{CAE397D2-4CC1-4063-A3C7-E7433A9D03AB}" presName="compNode" presStyleCnt="0"/>
      <dgm:spPr/>
    </dgm:pt>
    <dgm:pt modelId="{15273E5C-4F59-4F8C-95A8-B4DF207CEC6E}" type="pres">
      <dgm:prSet presAssocID="{CAE397D2-4CC1-4063-A3C7-E7433A9D03AB}" presName="bgRect" presStyleLbl="bgShp" presStyleIdx="1" presStyleCnt="2"/>
      <dgm:spPr/>
    </dgm:pt>
    <dgm:pt modelId="{44F0C075-0CDC-4109-BE40-DCA49F04E689}" type="pres">
      <dgm:prSet presAssocID="{CAE397D2-4CC1-4063-A3C7-E7433A9D03A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25EE6FDF-A49E-4004-8CBB-C7710FC48BEF}" type="pres">
      <dgm:prSet presAssocID="{CAE397D2-4CC1-4063-A3C7-E7433A9D03AB}" presName="spaceRect" presStyleCnt="0"/>
      <dgm:spPr/>
    </dgm:pt>
    <dgm:pt modelId="{6AC4A7BA-292D-41CA-A4E1-17F829C2779F}" type="pres">
      <dgm:prSet presAssocID="{CAE397D2-4CC1-4063-A3C7-E7433A9D03A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3D63936-AC14-48DF-85FB-8B883FE6220D}" type="presOf" srcId="{CAE397D2-4CC1-4063-A3C7-E7433A9D03AB}" destId="{6AC4A7BA-292D-41CA-A4E1-17F829C2779F}" srcOrd="0" destOrd="0" presId="urn:microsoft.com/office/officeart/2018/2/layout/IconVerticalSolidList"/>
    <dgm:cxn modelId="{8879556E-D9EE-4F24-B077-56BB56327304}" type="presOf" srcId="{F5BD8B3A-03A2-45B6-9DB6-94B92B96EB8C}" destId="{BF05A427-0A67-477F-815D-49A32C2EF7DF}" srcOrd="0" destOrd="0" presId="urn:microsoft.com/office/officeart/2018/2/layout/IconVerticalSolidList"/>
    <dgm:cxn modelId="{349F1BE8-2DCE-4522-B222-1650271FE6A2}" srcId="{F5BD8B3A-03A2-45B6-9DB6-94B92B96EB8C}" destId="{29327550-9F91-4384-9825-494C53F376A3}" srcOrd="0" destOrd="0" parTransId="{6CC51CD8-7FA6-4CD4-AA47-5E015A8D8EE2}" sibTransId="{C0BE18EE-84D3-4CD4-B736-B7D0AEA28CD6}"/>
    <dgm:cxn modelId="{CCBA97F1-6C71-4BA3-9C24-E798B6DB06A0}" srcId="{F5BD8B3A-03A2-45B6-9DB6-94B92B96EB8C}" destId="{CAE397D2-4CC1-4063-A3C7-E7433A9D03AB}" srcOrd="1" destOrd="0" parTransId="{C91099E6-9419-4CF3-8BA9-8DCB73E4D5FD}" sibTransId="{527488C1-C236-443B-8332-22B04F0B021E}"/>
    <dgm:cxn modelId="{32407BF8-E189-43DB-8E74-2625FEBF8527}" type="presOf" srcId="{29327550-9F91-4384-9825-494C53F376A3}" destId="{6687361A-D749-45D2-B55D-FE5831C0A348}" srcOrd="0" destOrd="0" presId="urn:microsoft.com/office/officeart/2018/2/layout/IconVerticalSolidList"/>
    <dgm:cxn modelId="{A34780AC-797C-40B8-8AAE-35A408A2ED3A}" type="presParOf" srcId="{BF05A427-0A67-477F-815D-49A32C2EF7DF}" destId="{AE7850B2-5123-4243-AB8F-1AEFA6DDE4EA}" srcOrd="0" destOrd="0" presId="urn:microsoft.com/office/officeart/2018/2/layout/IconVerticalSolidList"/>
    <dgm:cxn modelId="{54F94FB9-83F5-40E9-B813-C4F297821C18}" type="presParOf" srcId="{AE7850B2-5123-4243-AB8F-1AEFA6DDE4EA}" destId="{000B94C0-6D39-491F-9CE3-8BCA91649852}" srcOrd="0" destOrd="0" presId="urn:microsoft.com/office/officeart/2018/2/layout/IconVerticalSolidList"/>
    <dgm:cxn modelId="{B0EE8149-6328-42E3-8897-D8104253D91C}" type="presParOf" srcId="{AE7850B2-5123-4243-AB8F-1AEFA6DDE4EA}" destId="{06396FE4-6354-4550-B45F-E66066114047}" srcOrd="1" destOrd="0" presId="urn:microsoft.com/office/officeart/2018/2/layout/IconVerticalSolidList"/>
    <dgm:cxn modelId="{B61E6187-B38D-4B3D-8CF1-BCCD001F6BEB}" type="presParOf" srcId="{AE7850B2-5123-4243-AB8F-1AEFA6DDE4EA}" destId="{F01D8D23-0ABB-4690-92D0-00349A91AA17}" srcOrd="2" destOrd="0" presId="urn:microsoft.com/office/officeart/2018/2/layout/IconVerticalSolidList"/>
    <dgm:cxn modelId="{F811C1B5-2A71-449B-9733-C6B366E46BC6}" type="presParOf" srcId="{AE7850B2-5123-4243-AB8F-1AEFA6DDE4EA}" destId="{6687361A-D749-45D2-B55D-FE5831C0A348}" srcOrd="3" destOrd="0" presId="urn:microsoft.com/office/officeart/2018/2/layout/IconVerticalSolidList"/>
    <dgm:cxn modelId="{80906145-61EA-4D0B-8B67-CBE6E6ED4507}" type="presParOf" srcId="{BF05A427-0A67-477F-815D-49A32C2EF7DF}" destId="{78D02312-7287-404E-AF48-128E0836264E}" srcOrd="1" destOrd="0" presId="urn:microsoft.com/office/officeart/2018/2/layout/IconVerticalSolidList"/>
    <dgm:cxn modelId="{DAF4B4DB-82AA-4C95-933C-D92CF103783E}" type="presParOf" srcId="{BF05A427-0A67-477F-815D-49A32C2EF7DF}" destId="{B5E4D5CF-356B-45C5-814C-0D7E0E708D61}" srcOrd="2" destOrd="0" presId="urn:microsoft.com/office/officeart/2018/2/layout/IconVerticalSolidList"/>
    <dgm:cxn modelId="{38295989-BB0A-4777-A9D5-B30ED27BEEB5}" type="presParOf" srcId="{B5E4D5CF-356B-45C5-814C-0D7E0E708D61}" destId="{15273E5C-4F59-4F8C-95A8-B4DF207CEC6E}" srcOrd="0" destOrd="0" presId="urn:microsoft.com/office/officeart/2018/2/layout/IconVerticalSolidList"/>
    <dgm:cxn modelId="{78D8F584-0778-4D41-80AC-BEBBF07679C1}" type="presParOf" srcId="{B5E4D5CF-356B-45C5-814C-0D7E0E708D61}" destId="{44F0C075-0CDC-4109-BE40-DCA49F04E689}" srcOrd="1" destOrd="0" presId="urn:microsoft.com/office/officeart/2018/2/layout/IconVerticalSolidList"/>
    <dgm:cxn modelId="{AAE90F97-C772-48F0-B304-A95F88ACD386}" type="presParOf" srcId="{B5E4D5CF-356B-45C5-814C-0D7E0E708D61}" destId="{25EE6FDF-A49E-4004-8CBB-C7710FC48BEF}" srcOrd="2" destOrd="0" presId="urn:microsoft.com/office/officeart/2018/2/layout/IconVerticalSolidList"/>
    <dgm:cxn modelId="{141AAFE8-D758-4D20-85F0-66646227AFA5}" type="presParOf" srcId="{B5E4D5CF-356B-45C5-814C-0D7E0E708D61}" destId="{6AC4A7BA-292D-41CA-A4E1-17F829C2779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B94C0-6D39-491F-9CE3-8BCA91649852}">
      <dsp:nvSpPr>
        <dsp:cNvPr id="0" name=""/>
        <dsp:cNvSpPr/>
      </dsp:nvSpPr>
      <dsp:spPr>
        <a:xfrm>
          <a:off x="0" y="526768"/>
          <a:ext cx="9724031" cy="9724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396FE4-6354-4550-B45F-E66066114047}">
      <dsp:nvSpPr>
        <dsp:cNvPr id="0" name=""/>
        <dsp:cNvSpPr/>
      </dsp:nvSpPr>
      <dsp:spPr>
        <a:xfrm>
          <a:off x="294180" y="745580"/>
          <a:ext cx="534873" cy="53487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87361A-D749-45D2-B55D-FE5831C0A348}">
      <dsp:nvSpPr>
        <dsp:cNvPr id="0" name=""/>
        <dsp:cNvSpPr/>
      </dsp:nvSpPr>
      <dsp:spPr>
        <a:xfrm>
          <a:off x="1123233" y="526768"/>
          <a:ext cx="8600797" cy="972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923" tIns="102923" rIns="102923" bIns="102923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i="0" kern="1200"/>
            <a:t>A CPU é a responsável pelo processamento e execução de programas.</a:t>
          </a:r>
          <a:r>
            <a:rPr lang="pt-BR" sz="2100" kern="1200"/>
            <a:t> Ela é conhecida como o Cérebro do Computador.</a:t>
          </a:r>
          <a:endParaRPr lang="en-US" sz="2100" kern="1200"/>
        </a:p>
      </dsp:txBody>
      <dsp:txXfrm>
        <a:off x="1123233" y="526768"/>
        <a:ext cx="8600797" cy="972496"/>
      </dsp:txXfrm>
    </dsp:sp>
    <dsp:sp modelId="{15273E5C-4F59-4F8C-95A8-B4DF207CEC6E}">
      <dsp:nvSpPr>
        <dsp:cNvPr id="0" name=""/>
        <dsp:cNvSpPr/>
      </dsp:nvSpPr>
      <dsp:spPr>
        <a:xfrm>
          <a:off x="0" y="1742389"/>
          <a:ext cx="9724031" cy="9724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F0C075-0CDC-4109-BE40-DCA49F04E689}">
      <dsp:nvSpPr>
        <dsp:cNvPr id="0" name=""/>
        <dsp:cNvSpPr/>
      </dsp:nvSpPr>
      <dsp:spPr>
        <a:xfrm>
          <a:off x="294180" y="1961201"/>
          <a:ext cx="534873" cy="53487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C4A7BA-292D-41CA-A4E1-17F829C2779F}">
      <dsp:nvSpPr>
        <dsp:cNvPr id="0" name=""/>
        <dsp:cNvSpPr/>
      </dsp:nvSpPr>
      <dsp:spPr>
        <a:xfrm>
          <a:off x="1123233" y="1742389"/>
          <a:ext cx="8600797" cy="972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923" tIns="102923" rIns="102923" bIns="102923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Sua função é executar programas armazenados na memória, buscando suas instruções, examinando-as e então executando uma após a outra.</a:t>
          </a:r>
          <a:endParaRPr lang="en-US" sz="2100" kern="1200" dirty="0"/>
        </a:p>
      </dsp:txBody>
      <dsp:txXfrm>
        <a:off x="1123233" y="1742389"/>
        <a:ext cx="8600797" cy="9724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245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4935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2737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1833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9468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23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6777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147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8525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4351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D0BA0-4684-481B-AC18-A64FC6D1DA3A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2436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D0BA0-4684-481B-AC18-A64FC6D1DA3A}" type="datetimeFigureOut">
              <a:rPr lang="pt-BR" smtClean="0"/>
              <a:t>24/03/2025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DBEA2-1CCE-4555-97CC-A1C16844D3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9761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lickr.com/photos/uwehermann/3100832389/" TargetMode="External"/><Relationship Id="rId5" Type="http://schemas.openxmlformats.org/officeDocument/2006/relationships/image" Target="../media/image12.jpg"/><Relationship Id="rId4" Type="http://schemas.openxmlformats.org/officeDocument/2006/relationships/hyperlink" Target="https://pixabay.com/en/cpu-processor-macro-pen-pin-564772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pralves.net/post/2018/10/25/4-bit-ttl-alu.html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hodsmIm3LE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99686E-33F0-96AE-2CE2-FE4D2B204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5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Espaço Reservado para Conteúdo 10" descr="Placa de circuito">
            <a:extLst>
              <a:ext uri="{FF2B5EF4-FFF2-40B4-BE49-F238E27FC236}">
                <a16:creationId xmlns:a16="http://schemas.microsoft.com/office/drawing/2014/main" id="{86AC5D74-23EF-C8A5-F3C3-07DB25F16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6" t="9091" r="10002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6" name="Rectangle 6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5B9562-2E9A-FA5D-ADAC-CEFF759FB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dirty="0">
                <a:solidFill>
                  <a:schemeClr val="bg1"/>
                </a:solidFill>
              </a:rPr>
              <a:t>Fundamentos de Hardware e Software</a:t>
            </a:r>
            <a:br>
              <a:rPr lang="en-US" sz="3700" dirty="0">
                <a:solidFill>
                  <a:schemeClr val="bg1"/>
                </a:solidFill>
              </a:rPr>
            </a:br>
            <a:r>
              <a:rPr lang="en-US" sz="3700" dirty="0">
                <a:solidFill>
                  <a:schemeClr val="bg1"/>
                </a:solidFill>
              </a:rPr>
              <a:t>Hardware</a:t>
            </a:r>
            <a:br>
              <a:rPr lang="en-US" sz="3700" dirty="0">
                <a:solidFill>
                  <a:schemeClr val="bg1"/>
                </a:solidFill>
              </a:rPr>
            </a:br>
            <a:br>
              <a:rPr lang="en-US" sz="3700" dirty="0">
                <a:solidFill>
                  <a:schemeClr val="bg1"/>
                </a:solidFill>
              </a:rPr>
            </a:br>
            <a:r>
              <a:rPr lang="en-US" sz="3700" dirty="0" err="1">
                <a:solidFill>
                  <a:schemeClr val="bg1"/>
                </a:solidFill>
              </a:rPr>
              <a:t>Processadores</a:t>
            </a:r>
            <a:endParaRPr lang="en-US" sz="3700" dirty="0">
              <a:solidFill>
                <a:schemeClr val="bg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4C9E71A-1635-9F09-AD98-0B99DA7B163C}"/>
              </a:ext>
            </a:extLst>
          </p:cNvPr>
          <p:cNvSpPr txBox="1"/>
          <p:nvPr/>
        </p:nvSpPr>
        <p:spPr>
          <a:xfrm>
            <a:off x="477980" y="4872922"/>
            <a:ext cx="4023359" cy="1208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solidFill>
                  <a:schemeClr val="bg1"/>
                </a:solidFill>
              </a:rPr>
              <a:t>Professor: Prentys Assis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852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D2EE05-3854-71A2-52E8-3F02079B4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8D21E5-EE5E-D0F9-342E-D0B1C8275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t-BR" sz="3400" dirty="0">
                <a:solidFill>
                  <a:srgbClr val="FFFFFF"/>
                </a:solidFill>
              </a:rPr>
              <a:t>Fundamentos de Hardware e Software</a:t>
            </a:r>
            <a:br>
              <a:rPr lang="pt-BR" sz="3400" dirty="0">
                <a:solidFill>
                  <a:srgbClr val="FFFFFF"/>
                </a:solidFill>
              </a:rPr>
            </a:br>
            <a:r>
              <a:rPr lang="pt-BR" sz="3400" dirty="0">
                <a:solidFill>
                  <a:srgbClr val="FFFFFF"/>
                </a:solidFill>
              </a:rPr>
              <a:t>Hardware - Processadores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E12AACC1-9641-ADFD-0E48-CCFAC624E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 b="0" i="0">
                <a:effectLst/>
                <a:latin typeface="Roboto" panose="02000000000000000000" pitchFamily="2" charset="0"/>
              </a:rPr>
              <a:t>O que aprendemos até aqui?</a:t>
            </a:r>
          </a:p>
          <a:p>
            <a:r>
              <a:rPr lang="pt-BR" sz="2000">
                <a:latin typeface="Roboto" panose="02000000000000000000" pitchFamily="2" charset="0"/>
              </a:rPr>
              <a:t>O conceito de Hardware e Software e a diferença entre eles;</a:t>
            </a:r>
          </a:p>
          <a:p>
            <a:r>
              <a:rPr lang="pt-BR" sz="2000" b="0" i="0">
                <a:effectLst/>
                <a:latin typeface="Roboto" panose="02000000000000000000" pitchFamily="2" charset="0"/>
              </a:rPr>
              <a:t>Arquitetura Básica de Hardware e Seus Componentes;</a:t>
            </a:r>
          </a:p>
          <a:p>
            <a:r>
              <a:rPr lang="pt-BR" sz="2000">
                <a:latin typeface="Roboto" panose="02000000000000000000" pitchFamily="2" charset="0"/>
              </a:rPr>
              <a:t>Os diferentes tipos de Computadores;</a:t>
            </a:r>
          </a:p>
          <a:p>
            <a:endParaRPr lang="pt-BR" sz="2000"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pt-BR" sz="2000">
                <a:latin typeface="Roboto" panose="02000000000000000000" pitchFamily="2" charset="0"/>
              </a:rPr>
              <a:t>E na última aula assistimos ao filme </a:t>
            </a:r>
            <a:r>
              <a:rPr lang="pt-BR" sz="2000" b="1" i="1" u="sng">
                <a:latin typeface="Palatino Linotype" panose="02040502050505030304" pitchFamily="18" charset="0"/>
              </a:rPr>
              <a:t>O Jogo da Imitação</a:t>
            </a:r>
            <a:r>
              <a:rPr lang="pt-BR" sz="2000">
                <a:latin typeface="Roboto" panose="02000000000000000000" pitchFamily="2" charset="0"/>
              </a:rPr>
              <a:t>, para servir de introdução a este conteúdo, então vamos lá?</a:t>
            </a:r>
          </a:p>
          <a:p>
            <a:pPr marL="0" indent="0">
              <a:buNone/>
            </a:pPr>
            <a:endParaRPr lang="pt-BR" sz="2000" b="0" i="0"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55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F15661-E520-1E63-4182-973D6A84C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pt-BR" sz="3700" dirty="0"/>
              <a:t>Fundamentos de Hardware e Software</a:t>
            </a:r>
            <a:br>
              <a:rPr lang="pt-BR" sz="3700" dirty="0"/>
            </a:br>
            <a:r>
              <a:rPr lang="pt-BR" sz="3700" dirty="0"/>
              <a:t>Hardware - Processadores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Espaço Reservado para Conteúdo 4" descr="Placa Mãe">
            <a:extLst>
              <a:ext uri="{FF2B5EF4-FFF2-40B4-BE49-F238E27FC236}">
                <a16:creationId xmlns:a16="http://schemas.microsoft.com/office/drawing/2014/main" id="{3C9611F7-9333-0412-2DB3-036E5FCC0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12" r="2" b="2"/>
          <a:stretch/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DB69C219-9C28-B2E9-6EA4-9D3AD1996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1453" y="2478024"/>
            <a:ext cx="3872243" cy="3694176"/>
          </a:xfrm>
        </p:spPr>
        <p:txBody>
          <a:bodyPr anchor="t">
            <a:normAutofit/>
          </a:bodyPr>
          <a:lstStyle/>
          <a:p>
            <a:pPr marL="0" indent="0" algn="just">
              <a:buNone/>
            </a:pPr>
            <a:r>
              <a:rPr lang="pt-BR" sz="16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Objetivos de hoje:</a:t>
            </a:r>
          </a:p>
          <a:p>
            <a:pPr algn="just"/>
            <a:endParaRPr lang="pt-BR" sz="1600" b="0" i="0" dirty="0">
              <a:solidFill>
                <a:srgbClr val="202124"/>
              </a:solidFill>
              <a:effectLst/>
              <a:latin typeface="Roboto" panose="02000000000000000000" pitchFamily="2" charset="0"/>
            </a:endParaRPr>
          </a:p>
          <a:p>
            <a:pPr algn="just"/>
            <a:r>
              <a:rPr lang="pt-BR" sz="16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Compreender o funcionamento do processador, seus componentes internos e como afetam o desempenho do computador</a:t>
            </a:r>
          </a:p>
          <a:p>
            <a:pPr algn="just"/>
            <a:r>
              <a:rPr lang="pt-BR" sz="16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Explicar como o software instrui o hardware a executar tarefas específicas. Entender o funcionamento básico da execução de instruções.</a:t>
            </a:r>
          </a:p>
        </p:txBody>
      </p:sp>
    </p:spTree>
    <p:extLst>
      <p:ext uri="{BB962C8B-B14F-4D97-AF65-F5344CB8AC3E}">
        <p14:creationId xmlns:p14="http://schemas.microsoft.com/office/powerpoint/2010/main" val="402501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54907E-6B3E-9AD7-5079-908AA6180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F7747EE9-9D26-A217-20E1-89D107444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EED13E9-3055-AAE4-A2D1-FE27075DB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F6D0E81-F69E-49E4-2309-14F40FC82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0B19947-BE11-06B0-01BB-64232F6B8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5659A26-AC3C-CAA6-8053-7F1EF6DED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72D783-32FC-4038-8266-2718D88DE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t-BR" sz="3400" dirty="0">
                <a:solidFill>
                  <a:srgbClr val="FFFFFF"/>
                </a:solidFill>
              </a:rPr>
              <a:t>Fundamentos de Hardware e Software</a:t>
            </a:r>
            <a:br>
              <a:rPr lang="pt-BR" sz="3400" dirty="0">
                <a:solidFill>
                  <a:srgbClr val="FFFFFF"/>
                </a:solidFill>
              </a:rPr>
            </a:br>
            <a:r>
              <a:rPr lang="pt-BR" sz="3400" dirty="0">
                <a:solidFill>
                  <a:srgbClr val="FFFFFF"/>
                </a:solidFill>
              </a:rPr>
              <a:t>Hardware - Processadores</a:t>
            </a:r>
          </a:p>
        </p:txBody>
      </p:sp>
      <p:graphicFrame>
        <p:nvGraphicFramePr>
          <p:cNvPr id="56" name="Content Placeholder 31">
            <a:extLst>
              <a:ext uri="{FF2B5EF4-FFF2-40B4-BE49-F238E27FC236}">
                <a16:creationId xmlns:a16="http://schemas.microsoft.com/office/drawing/2014/main" id="{A3409C1A-CCE2-9222-CA22-39D65CBDF6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3937503"/>
              </p:ext>
            </p:extLst>
          </p:nvPr>
        </p:nvGraphicFramePr>
        <p:xfrm>
          <a:off x="1371599" y="2759899"/>
          <a:ext cx="9724031" cy="32416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31">
            <a:extLst>
              <a:ext uri="{FF2B5EF4-FFF2-40B4-BE49-F238E27FC236}">
                <a16:creationId xmlns:a16="http://schemas.microsoft.com/office/drawing/2014/main" id="{6971AFE4-D38F-DB9C-5ACE-B4FEC22EEAE2}"/>
              </a:ext>
            </a:extLst>
          </p:cNvPr>
          <p:cNvSpPr txBox="1">
            <a:spLocks/>
          </p:cNvSpPr>
          <p:nvPr/>
        </p:nvSpPr>
        <p:spPr>
          <a:xfrm>
            <a:off x="1371599" y="1892912"/>
            <a:ext cx="9724031" cy="5715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3200" b="1" dirty="0">
                <a:latin typeface="Roboto" panose="02000000000000000000" pitchFamily="2" charset="0"/>
              </a:rPr>
              <a:t>O que é a CPU (Processador)?</a:t>
            </a:r>
          </a:p>
        </p:txBody>
      </p:sp>
    </p:spTree>
    <p:extLst>
      <p:ext uri="{BB962C8B-B14F-4D97-AF65-F5344CB8AC3E}">
        <p14:creationId xmlns:p14="http://schemas.microsoft.com/office/powerpoint/2010/main" val="3451149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E7A892-47A6-0C16-D70D-51367E943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5840AA4-A90E-06E5-D181-137A69CA0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E361D9-754E-AD28-07FD-4124637FD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570A15-3D50-EBA5-1D5D-DA72AE4B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1A64FB-7920-3E18-8AF0-78518A5FC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E4DD2B-9298-887A-BBFD-EC2279014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D2FAA1-8AFE-660C-1D55-EAAE7A523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Fundamentos de Hardware e Software</a:t>
            </a:r>
            <a:br>
              <a:rPr lang="pt-BR"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Hardware - Processadores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FA53C8-E1E3-D1FC-9C72-89041052E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pt-BR" sz="200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235A9B-B18E-B047-14DD-9231F695A8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590741"/>
            <a:ext cx="12192000" cy="5267260"/>
          </a:xfrm>
          <a:prstGeom prst="rect">
            <a:avLst/>
          </a:prstGeom>
        </p:spPr>
      </p:pic>
      <p:sp>
        <p:nvSpPr>
          <p:cNvPr id="7" name="Content Placeholder 31">
            <a:extLst>
              <a:ext uri="{FF2B5EF4-FFF2-40B4-BE49-F238E27FC236}">
                <a16:creationId xmlns:a16="http://schemas.microsoft.com/office/drawing/2014/main" id="{DF64CFD6-0D7A-F8D2-32C9-3754C8657AA2}"/>
              </a:ext>
            </a:extLst>
          </p:cNvPr>
          <p:cNvSpPr txBox="1">
            <a:spLocks/>
          </p:cNvSpPr>
          <p:nvPr/>
        </p:nvSpPr>
        <p:spPr>
          <a:xfrm>
            <a:off x="1371599" y="1892912"/>
            <a:ext cx="9724031" cy="5715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3200" b="1" dirty="0">
                <a:latin typeface="Roboto" panose="02000000000000000000" pitchFamily="2" charset="0"/>
              </a:rPr>
              <a:t>Principais Componentes de um Processador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C1335B-6407-FC6C-90E8-6B3BC63770D7}"/>
              </a:ext>
            </a:extLst>
          </p:cNvPr>
          <p:cNvSpPr txBox="1"/>
          <p:nvPr/>
        </p:nvSpPr>
        <p:spPr>
          <a:xfrm>
            <a:off x="7771364" y="6165503"/>
            <a:ext cx="2712483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Soquete (Socket)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FCBFD72-D78B-BB0E-7571-4C33899E4C44}"/>
              </a:ext>
            </a:extLst>
          </p:cNvPr>
          <p:cNvSpPr txBox="1"/>
          <p:nvPr/>
        </p:nvSpPr>
        <p:spPr>
          <a:xfrm>
            <a:off x="7441165" y="2581690"/>
            <a:ext cx="4293714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Barramento Interno da CPU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7A4B7C1-0E3C-A57C-EEA7-923DB8563074}"/>
              </a:ext>
            </a:extLst>
          </p:cNvPr>
          <p:cNvSpPr txBox="1"/>
          <p:nvPr/>
        </p:nvSpPr>
        <p:spPr>
          <a:xfrm>
            <a:off x="1236070" y="3990192"/>
            <a:ext cx="2712483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Núcleo (Core)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DD66BAF-EB6D-8AA0-400D-CF79407ED874}"/>
              </a:ext>
            </a:extLst>
          </p:cNvPr>
          <p:cNvSpPr txBox="1"/>
          <p:nvPr/>
        </p:nvSpPr>
        <p:spPr>
          <a:xfrm>
            <a:off x="7771364" y="4700643"/>
            <a:ext cx="39635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Responsável pela Alimentação elétrica do Processador.</a:t>
            </a:r>
          </a:p>
          <a:p>
            <a:r>
              <a:rPr lang="pt-BR" dirty="0"/>
              <a:t>O socket outra característica do Socket é definir a COMPATIBILIDADE com a Placa Mãe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D36EA65-342B-E098-69A3-FE1904747B04}"/>
              </a:ext>
            </a:extLst>
          </p:cNvPr>
          <p:cNvSpPr txBox="1"/>
          <p:nvPr/>
        </p:nvSpPr>
        <p:spPr>
          <a:xfrm>
            <a:off x="7771364" y="3105834"/>
            <a:ext cx="39635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Responsável pela comunicação entre os componentes internos do núcleo, e entre núcleos.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E3B4ECD-4E2D-425B-831B-6CE3D756E047}"/>
              </a:ext>
            </a:extLst>
          </p:cNvPr>
          <p:cNvSpPr txBox="1"/>
          <p:nvPr/>
        </p:nvSpPr>
        <p:spPr>
          <a:xfrm>
            <a:off x="1236070" y="4451857"/>
            <a:ext cx="27124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Responsável por processar as informações que entram pelo Barramento Externo.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53BF0741-2229-2C74-A93A-CA84F345F252}"/>
              </a:ext>
            </a:extLst>
          </p:cNvPr>
          <p:cNvGrpSpPr/>
          <p:nvPr/>
        </p:nvGrpSpPr>
        <p:grpSpPr>
          <a:xfrm>
            <a:off x="1480701" y="3146594"/>
            <a:ext cx="2191851" cy="741332"/>
            <a:chOff x="1480701" y="3146594"/>
            <a:chExt cx="2191851" cy="741332"/>
          </a:xfrm>
        </p:grpSpPr>
        <p:sp>
          <p:nvSpPr>
            <p:cNvPr id="19" name="Seta: para a Direita 18">
              <a:extLst>
                <a:ext uri="{FF2B5EF4-FFF2-40B4-BE49-F238E27FC236}">
                  <a16:creationId xmlns:a16="http://schemas.microsoft.com/office/drawing/2014/main" id="{05168069-8AC4-50AF-CBDE-4A06555938F5}"/>
                </a:ext>
              </a:extLst>
            </p:cNvPr>
            <p:cNvSpPr/>
            <p:nvPr/>
          </p:nvSpPr>
          <p:spPr>
            <a:xfrm rot="5400000">
              <a:off x="1450582" y="3176713"/>
              <a:ext cx="741332" cy="681094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Seta: para a Direita 19">
              <a:extLst>
                <a:ext uri="{FF2B5EF4-FFF2-40B4-BE49-F238E27FC236}">
                  <a16:creationId xmlns:a16="http://schemas.microsoft.com/office/drawing/2014/main" id="{FEF7FD71-1482-23E5-6CDA-05F568C671E2}"/>
                </a:ext>
              </a:extLst>
            </p:cNvPr>
            <p:cNvSpPr/>
            <p:nvPr/>
          </p:nvSpPr>
          <p:spPr>
            <a:xfrm rot="5400000">
              <a:off x="2205961" y="3176713"/>
              <a:ext cx="741332" cy="681094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Seta: para a Direita 20">
              <a:extLst>
                <a:ext uri="{FF2B5EF4-FFF2-40B4-BE49-F238E27FC236}">
                  <a16:creationId xmlns:a16="http://schemas.microsoft.com/office/drawing/2014/main" id="{A5263205-4F8F-22CE-8305-2F1A27F21375}"/>
                </a:ext>
              </a:extLst>
            </p:cNvPr>
            <p:cNvSpPr/>
            <p:nvPr/>
          </p:nvSpPr>
          <p:spPr>
            <a:xfrm rot="5400000">
              <a:off x="2961339" y="3176713"/>
              <a:ext cx="741332" cy="681094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910075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5B0B34-FE50-4FC4-C524-509E47CCE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4FA257-A320-188C-F713-99778F3B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55AFF4-BAEB-8E31-6C86-7FF6FA102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C0BA7E-502C-FDC1-9319-BCECD7A63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EA7F8D-684B-20F5-4B61-77E335972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9C8D7C-F57D-91D7-AA00-2E236F603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63EA9E-EE13-D6D0-656D-FA30BB316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Fundamentos de Hardware e Software</a:t>
            </a:r>
            <a:br>
              <a:rPr lang="pt-BR"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Hardware - Núcleo</a:t>
            </a:r>
          </a:p>
        </p:txBody>
      </p:sp>
      <p:sp>
        <p:nvSpPr>
          <p:cNvPr id="7" name="Content Placeholder 31">
            <a:extLst>
              <a:ext uri="{FF2B5EF4-FFF2-40B4-BE49-F238E27FC236}">
                <a16:creationId xmlns:a16="http://schemas.microsoft.com/office/drawing/2014/main" id="{E0FA9359-6956-E0C5-294C-6E797344B97F}"/>
              </a:ext>
            </a:extLst>
          </p:cNvPr>
          <p:cNvSpPr txBox="1">
            <a:spLocks/>
          </p:cNvSpPr>
          <p:nvPr/>
        </p:nvSpPr>
        <p:spPr>
          <a:xfrm>
            <a:off x="4241793" y="1698188"/>
            <a:ext cx="3708401" cy="5715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3200" b="1" dirty="0">
                <a:solidFill>
                  <a:schemeClr val="bg1"/>
                </a:solidFill>
                <a:latin typeface="Roboto" panose="02000000000000000000" pitchFamily="2" charset="0"/>
              </a:rPr>
              <a:t>Soquete ou Socket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5028406-699B-3227-CD71-05742717A793}"/>
              </a:ext>
            </a:extLst>
          </p:cNvPr>
          <p:cNvSpPr txBox="1"/>
          <p:nvPr/>
        </p:nvSpPr>
        <p:spPr>
          <a:xfrm>
            <a:off x="1090392" y="2255524"/>
            <a:ext cx="6527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 A parte interna da CPU que recebe o nome de Núcleo (Core) utiliza o esquema desenvolvido por John Von Neumann, sendo esta composta de: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i="1" dirty="0"/>
              <a:t>Registradores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i="1" dirty="0"/>
              <a:t>Unidade Lógica Aritmética (ULA ou ALU)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i="1" dirty="0"/>
              <a:t>Unidade de Controle (UC)</a:t>
            </a:r>
          </a:p>
          <a:p>
            <a:pPr algn="just"/>
            <a:endParaRPr lang="pt-BR" dirty="0"/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275544FB-C7B7-F5C4-4AB5-32550A106374}"/>
              </a:ext>
            </a:extLst>
          </p:cNvPr>
          <p:cNvGrpSpPr/>
          <p:nvPr/>
        </p:nvGrpSpPr>
        <p:grpSpPr>
          <a:xfrm>
            <a:off x="8039754" y="2136342"/>
            <a:ext cx="3471883" cy="3787505"/>
            <a:chOff x="698500" y="2110942"/>
            <a:chExt cx="3471883" cy="3787505"/>
          </a:xfrm>
        </p:grpSpPr>
        <p:pic>
          <p:nvPicPr>
            <p:cNvPr id="30" name="Imagem 29">
              <a:extLst>
                <a:ext uri="{FF2B5EF4-FFF2-40B4-BE49-F238E27FC236}">
                  <a16:creationId xmlns:a16="http://schemas.microsoft.com/office/drawing/2014/main" id="{A5B3FB43-2F4F-D192-4B48-2C13F6717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8500" y="2110942"/>
              <a:ext cx="3471883" cy="3644900"/>
            </a:xfrm>
            <a:prstGeom prst="rect">
              <a:avLst/>
            </a:prstGeom>
          </p:spPr>
        </p:pic>
        <p:pic>
          <p:nvPicPr>
            <p:cNvPr id="32" name="Imagem 31">
              <a:extLst>
                <a:ext uri="{FF2B5EF4-FFF2-40B4-BE49-F238E27FC236}">
                  <a16:creationId xmlns:a16="http://schemas.microsoft.com/office/drawing/2014/main" id="{DD78408C-919D-6558-ED6D-0C680C2AD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3509" y="5613236"/>
              <a:ext cx="2076692" cy="285211"/>
            </a:xfrm>
            <a:prstGeom prst="rect">
              <a:avLst/>
            </a:prstGeom>
          </p:spPr>
        </p:pic>
      </p:grp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BB58851-4CEC-5F35-40F5-C84E695FBB66}"/>
              </a:ext>
            </a:extLst>
          </p:cNvPr>
          <p:cNvSpPr txBox="1"/>
          <p:nvPr/>
        </p:nvSpPr>
        <p:spPr>
          <a:xfrm>
            <a:off x="1104247" y="444651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/>
              <a:t>Utilizando estes componentes podemos dizer que a CPU possui duas unidades básicas: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i="1" dirty="0"/>
              <a:t>Unidade Funcional de Processamento (ULA + Registradores)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i="1" dirty="0"/>
              <a:t>Unidade Funcional de Controle (UC + Registradores)</a:t>
            </a:r>
          </a:p>
        </p:txBody>
      </p:sp>
      <p:sp>
        <p:nvSpPr>
          <p:cNvPr id="36" name="Explosão: 8 Pontos 35">
            <a:extLst>
              <a:ext uri="{FF2B5EF4-FFF2-40B4-BE49-F238E27FC236}">
                <a16:creationId xmlns:a16="http://schemas.microsoft.com/office/drawing/2014/main" id="{53E3ED61-A2BC-1E59-2BAC-89A710B618BC}"/>
              </a:ext>
            </a:extLst>
          </p:cNvPr>
          <p:cNvSpPr/>
          <p:nvPr/>
        </p:nvSpPr>
        <p:spPr>
          <a:xfrm>
            <a:off x="1968500" y="4073441"/>
            <a:ext cx="4102755" cy="2603500"/>
          </a:xfrm>
          <a:prstGeom prst="irregularSeal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Mas vamos deixar essa ideia de lado por enquanto!!!</a:t>
            </a:r>
          </a:p>
        </p:txBody>
      </p:sp>
    </p:spTree>
    <p:extLst>
      <p:ext uri="{BB962C8B-B14F-4D97-AF65-F5344CB8AC3E}">
        <p14:creationId xmlns:p14="http://schemas.microsoft.com/office/powerpoint/2010/main" val="2698005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uiExpand="1" build="p"/>
      <p:bldP spid="35" grpId="0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BCEFE8-6457-EFB3-FE4F-CA879F090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E78C9EB-906C-95EC-1770-8CDC67346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4B19FE-3291-DC62-FFF8-2928A83B4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BB5040-7368-914E-0BA2-34A3975A8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0593B8-AF72-AAE1-F5A9-B960427D0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DEF614-6797-65F2-B762-B1713651B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FD8E3E-3DFA-0C2C-FBD3-63F8FB751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Fundamentos de Hardware e Software</a:t>
            </a:r>
            <a:br>
              <a:rPr lang="pt-BR"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Núcleo - Registradores</a:t>
            </a:r>
          </a:p>
        </p:txBody>
      </p:sp>
      <p:sp>
        <p:nvSpPr>
          <p:cNvPr id="7" name="Content Placeholder 31">
            <a:extLst>
              <a:ext uri="{FF2B5EF4-FFF2-40B4-BE49-F238E27FC236}">
                <a16:creationId xmlns:a16="http://schemas.microsoft.com/office/drawing/2014/main" id="{F117411A-B6F0-8FED-D06C-17A8C866250C}"/>
              </a:ext>
            </a:extLst>
          </p:cNvPr>
          <p:cNvSpPr txBox="1">
            <a:spLocks/>
          </p:cNvSpPr>
          <p:nvPr/>
        </p:nvSpPr>
        <p:spPr>
          <a:xfrm>
            <a:off x="4241793" y="1698188"/>
            <a:ext cx="3708401" cy="5715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3200" b="1" dirty="0">
                <a:solidFill>
                  <a:schemeClr val="bg1"/>
                </a:solidFill>
                <a:latin typeface="Roboto" panose="02000000000000000000" pitchFamily="2" charset="0"/>
              </a:rPr>
              <a:t>Soquete ou Socket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11DDD5E-3B5A-88D0-98BB-A2FF8005E728}"/>
              </a:ext>
            </a:extLst>
          </p:cNvPr>
          <p:cNvSpPr txBox="1"/>
          <p:nvPr/>
        </p:nvSpPr>
        <p:spPr>
          <a:xfrm>
            <a:off x="620163" y="1945827"/>
            <a:ext cx="6527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/>
              <a:t>Registradores:</a:t>
            </a:r>
          </a:p>
          <a:p>
            <a:pPr algn="just"/>
            <a:endParaRPr lang="pt-BR" b="1" i="1" dirty="0"/>
          </a:p>
          <a:p>
            <a:pPr algn="just"/>
            <a:r>
              <a:rPr lang="pt-BR" dirty="0"/>
              <a:t>São tipos de memórias bem pequenas, mas extremamente velozes.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Tem a com principal função de </a:t>
            </a:r>
            <a:r>
              <a:rPr lang="pt-BR" b="1" dirty="0">
                <a:highlight>
                  <a:srgbClr val="00FFFF"/>
                </a:highlight>
              </a:rPr>
              <a:t>ARMAZENAR</a:t>
            </a:r>
            <a:r>
              <a:rPr lang="pt-BR" dirty="0"/>
              <a:t> dados ou instruções temporariamente, enquanto os demais componentes trabalham com ela.</a:t>
            </a:r>
          </a:p>
          <a:p>
            <a:pPr algn="just"/>
            <a:endParaRPr lang="pt-BR" dirty="0"/>
          </a:p>
          <a:p>
            <a:pPr algn="just"/>
            <a:endParaRPr lang="pt-BR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2563F0B-7AC2-DA2F-C126-AC116E495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298" y="1588287"/>
            <a:ext cx="2814012" cy="2600705"/>
          </a:xfrm>
          <a:prstGeom prst="rect">
            <a:avLst/>
          </a:prstGeom>
        </p:spPr>
      </p:pic>
      <p:grpSp>
        <p:nvGrpSpPr>
          <p:cNvPr id="21" name="Agrupar 20">
            <a:extLst>
              <a:ext uri="{FF2B5EF4-FFF2-40B4-BE49-F238E27FC236}">
                <a16:creationId xmlns:a16="http://schemas.microsoft.com/office/drawing/2014/main" id="{7627280B-7C58-FFD8-F497-F0DCC408470A}"/>
              </a:ext>
            </a:extLst>
          </p:cNvPr>
          <p:cNvGrpSpPr/>
          <p:nvPr/>
        </p:nvGrpSpPr>
        <p:grpSpPr>
          <a:xfrm>
            <a:off x="2837945" y="4588305"/>
            <a:ext cx="2627142" cy="2055003"/>
            <a:chOff x="2837945" y="4588305"/>
            <a:chExt cx="2627142" cy="2055003"/>
          </a:xfrm>
        </p:grpSpPr>
        <p:pic>
          <p:nvPicPr>
            <p:cNvPr id="6" name="Imagem 5" descr="Circuito eletrônico com fios&#10;&#10;O conteúdo gerado por IA pode estar incorreto.">
              <a:extLst>
                <a:ext uri="{FF2B5EF4-FFF2-40B4-BE49-F238E27FC236}">
                  <a16:creationId xmlns:a16="http://schemas.microsoft.com/office/drawing/2014/main" id="{DE3437C7-9450-F573-216B-8433E8DE4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 l="44" t="5052" r="37254" b="21435"/>
            <a:stretch/>
          </p:blipFill>
          <p:spPr>
            <a:xfrm>
              <a:off x="2837945" y="4588305"/>
              <a:ext cx="2627142" cy="2055003"/>
            </a:xfrm>
            <a:prstGeom prst="rect">
              <a:avLst/>
            </a:prstGeom>
          </p:spPr>
        </p:pic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8A4A74AC-0C99-4936-F0AB-7ADCE06CBDE0}"/>
                </a:ext>
              </a:extLst>
            </p:cNvPr>
            <p:cNvSpPr/>
            <p:nvPr/>
          </p:nvSpPr>
          <p:spPr>
            <a:xfrm>
              <a:off x="3225800" y="5266557"/>
              <a:ext cx="1117594" cy="698500"/>
            </a:xfrm>
            <a:prstGeom prst="ellips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2D919471-2534-F522-6869-1B2DD6FFE691}"/>
              </a:ext>
            </a:extLst>
          </p:cNvPr>
          <p:cNvGrpSpPr/>
          <p:nvPr/>
        </p:nvGrpSpPr>
        <p:grpSpPr>
          <a:xfrm>
            <a:off x="6715696" y="4618378"/>
            <a:ext cx="3174672" cy="1847714"/>
            <a:chOff x="6715696" y="4618378"/>
            <a:chExt cx="3174672" cy="1847714"/>
          </a:xfrm>
        </p:grpSpPr>
        <p:pic>
          <p:nvPicPr>
            <p:cNvPr id="11" name="Imagem 10" descr="Circuito eletrônico com fios&#10;&#10;O conteúdo gerado por IA pode estar incorreto.">
              <a:extLst>
                <a:ext uri="{FF2B5EF4-FFF2-40B4-BE49-F238E27FC236}">
                  <a16:creationId xmlns:a16="http://schemas.microsoft.com/office/drawing/2014/main" id="{FA9AC064-63E8-420E-7ACE-4327DBEC4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rcRect l="10996" t="17294" r="7375" b="19359"/>
            <a:stretch/>
          </p:blipFill>
          <p:spPr>
            <a:xfrm rot="20824124">
              <a:off x="6715696" y="4618378"/>
              <a:ext cx="3174672" cy="1847714"/>
            </a:xfrm>
            <a:prstGeom prst="rect">
              <a:avLst/>
            </a:prstGeom>
          </p:spPr>
        </p:pic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6602E8C6-4A75-9BDC-A461-53DDA11B8EC5}"/>
                </a:ext>
              </a:extLst>
            </p:cNvPr>
            <p:cNvSpPr/>
            <p:nvPr/>
          </p:nvSpPr>
          <p:spPr>
            <a:xfrm rot="20408475">
              <a:off x="7773942" y="5035337"/>
              <a:ext cx="1496519" cy="916198"/>
            </a:xfrm>
            <a:prstGeom prst="ellips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112389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AC961-8605-C7E8-4E5F-DC4B44818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EFF0D1-B6CA-3927-430E-D65F3DD6A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9FB0AE-4EA9-2722-9FB0-41765D8B2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A43052-1027-2A41-2CB1-9D6B7FC98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F5A862-4309-E05C-114C-F95D250B5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5843FC-5B58-D1F2-97C2-07D97BA8A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56D21B-F684-CD6C-FDD4-DFBCADF9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Fundamentos de Hardware e Software</a:t>
            </a:r>
            <a:br>
              <a:rPr lang="pt-BR"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Núcleo – ULA (Unidade Lógica e Aritmética)</a:t>
            </a:r>
          </a:p>
        </p:txBody>
      </p:sp>
      <p:sp>
        <p:nvSpPr>
          <p:cNvPr id="7" name="Content Placeholder 31">
            <a:extLst>
              <a:ext uri="{FF2B5EF4-FFF2-40B4-BE49-F238E27FC236}">
                <a16:creationId xmlns:a16="http://schemas.microsoft.com/office/drawing/2014/main" id="{A461CB1D-248B-3372-B576-FCA85D50CBAB}"/>
              </a:ext>
            </a:extLst>
          </p:cNvPr>
          <p:cNvSpPr txBox="1">
            <a:spLocks/>
          </p:cNvSpPr>
          <p:nvPr/>
        </p:nvSpPr>
        <p:spPr>
          <a:xfrm>
            <a:off x="4241793" y="1698188"/>
            <a:ext cx="3708401" cy="5715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3200" b="1" dirty="0">
                <a:solidFill>
                  <a:schemeClr val="bg1"/>
                </a:solidFill>
                <a:latin typeface="Roboto" panose="02000000000000000000" pitchFamily="2" charset="0"/>
              </a:rPr>
              <a:t>Soquete ou Socket</a:t>
            </a: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947C736D-0E4D-5A71-1DDC-087AFDF841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21" t="43212" r="38748" b="6390"/>
          <a:stretch/>
        </p:blipFill>
        <p:spPr>
          <a:xfrm>
            <a:off x="8996787" y="1621091"/>
            <a:ext cx="2663685" cy="2441255"/>
          </a:xfrm>
          <a:prstGeom prst="rect">
            <a:avLst/>
          </a:prstGeom>
        </p:spPr>
      </p:pic>
      <p:pic>
        <p:nvPicPr>
          <p:cNvPr id="9" name="Imagem 8" descr="Desenho de um cachorro&#10;&#10;O conteúdo gerado por IA pode estar incorreto.">
            <a:extLst>
              <a:ext uri="{FF2B5EF4-FFF2-40B4-BE49-F238E27FC236}">
                <a16:creationId xmlns:a16="http://schemas.microsoft.com/office/drawing/2014/main" id="{EBC1689B-AA1E-8878-ED33-2C7532F32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365087" y="4213800"/>
            <a:ext cx="2046217" cy="2046217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8854A6E1-43F1-48B6-FC36-6DBDE5949089}"/>
              </a:ext>
            </a:extLst>
          </p:cNvPr>
          <p:cNvSpPr/>
          <p:nvPr/>
        </p:nvSpPr>
        <p:spPr>
          <a:xfrm>
            <a:off x="10020300" y="2384519"/>
            <a:ext cx="755005" cy="393700"/>
          </a:xfrm>
          <a:prstGeom prst="ellipse">
            <a:avLst/>
          </a:prstGeom>
          <a:noFill/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1C6B5D1-4D31-5BBE-DD37-285B59FB3223}"/>
              </a:ext>
            </a:extLst>
          </p:cNvPr>
          <p:cNvSpPr txBox="1"/>
          <p:nvPr/>
        </p:nvSpPr>
        <p:spPr>
          <a:xfrm>
            <a:off x="620163" y="1945827"/>
            <a:ext cx="6527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/>
              <a:t>ULA – Unidade Lógica e Aritmética:</a:t>
            </a:r>
          </a:p>
          <a:p>
            <a:pPr algn="just"/>
            <a:endParaRPr lang="pt-BR" b="1" i="1" dirty="0"/>
          </a:p>
          <a:p>
            <a:pPr algn="just"/>
            <a:r>
              <a:rPr lang="pt-BR" dirty="0"/>
              <a:t>A ULA ou ALU, é responsável por processar os dado, e fazer operações, sejam elas Lógicas ou Aritméticas, ou seja:</a:t>
            </a:r>
          </a:p>
          <a:p>
            <a:pPr algn="just"/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Somar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Subtrair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Multiplicar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Dividir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AND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OR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XOR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/>
              <a:t>Etc</a:t>
            </a:r>
            <a:r>
              <a:rPr lang="pt-BR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80138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C51D1-5909-C879-2201-C4081D0D0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44D568-DBC6-B8F2-C839-AF0367A89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4BEEBA-572E-819C-C620-023B3DF9F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5ABFA7-ACEF-C730-CB41-1EB2469E1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64C3A7-11A7-207B-2DC7-B96BEFF47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5D18A8-49AD-F0C1-3E40-B0E677F7C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1A66F1-4602-1D2E-C909-98FB715C0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Fundamentos de Hardware e Software</a:t>
            </a:r>
            <a:br>
              <a:rPr lang="pt-BR"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Núcleo – UC (Unidade de Controle)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FD691BD-3CB6-E19A-511A-5406F9D9787E}"/>
              </a:ext>
            </a:extLst>
          </p:cNvPr>
          <p:cNvSpPr txBox="1"/>
          <p:nvPr/>
        </p:nvSpPr>
        <p:spPr>
          <a:xfrm>
            <a:off x="620163" y="1945827"/>
            <a:ext cx="6527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/>
              <a:t>UC – Unidade de Controle:</a:t>
            </a:r>
          </a:p>
          <a:p>
            <a:pPr algn="just"/>
            <a:endParaRPr lang="pt-BR" b="1" i="1" dirty="0"/>
          </a:p>
          <a:p>
            <a:pPr algn="just"/>
            <a:r>
              <a:rPr lang="pt-BR" dirty="0"/>
              <a:t>A Unidade de Controle é quem comando e controla o processo das instruções, ou seja, é ela quem INTERPRETA todos os comandos provenientes dos outros componentes do computador e os envia para ULA.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Ela controla a entrada a saída de dados para as memórias Primárias e Secundárias.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 UC também controla e sequencia as operação a fim de sincronizar o tempo de execução, controlando assim o fluxo de dados entre os </a:t>
            </a:r>
            <a:r>
              <a:rPr lang="pt-BR" b="1" dirty="0"/>
              <a:t>REGISTRADORES</a:t>
            </a:r>
            <a:r>
              <a:rPr lang="pt-BR" dirty="0"/>
              <a:t> e a </a:t>
            </a:r>
            <a:r>
              <a:rPr lang="pt-BR" b="1" dirty="0"/>
              <a:t>ULA</a:t>
            </a:r>
            <a:r>
              <a:rPr lang="pt-BR" dirty="0"/>
              <a:t>.</a:t>
            </a:r>
            <a:endParaRPr lang="pt-BR" b="1" dirty="0"/>
          </a:p>
        </p:txBody>
      </p:sp>
      <p:sp>
        <p:nvSpPr>
          <p:cNvPr id="4" name="Chave Direita 3">
            <a:extLst>
              <a:ext uri="{FF2B5EF4-FFF2-40B4-BE49-F238E27FC236}">
                <a16:creationId xmlns:a16="http://schemas.microsoft.com/office/drawing/2014/main" id="{6564527F-3BE7-C325-FF89-87E0BD3EC323}"/>
              </a:ext>
            </a:extLst>
          </p:cNvPr>
          <p:cNvSpPr/>
          <p:nvPr/>
        </p:nvSpPr>
        <p:spPr>
          <a:xfrm>
            <a:off x="6985000" y="1945827"/>
            <a:ext cx="609600" cy="4277173"/>
          </a:xfrm>
          <a:prstGeom prst="rightBrace">
            <a:avLst>
              <a:gd name="adj1" fmla="val 8333"/>
              <a:gd name="adj2" fmla="val 4970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90F4698-E198-7863-E69E-3975A9B94962}"/>
              </a:ext>
            </a:extLst>
          </p:cNvPr>
          <p:cNvSpPr txBox="1"/>
          <p:nvPr/>
        </p:nvSpPr>
        <p:spPr>
          <a:xfrm>
            <a:off x="7648051" y="1555079"/>
            <a:ext cx="426454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/>
              <a:t>Contador de Instruções (CI)</a:t>
            </a:r>
          </a:p>
          <a:p>
            <a:pPr algn="just"/>
            <a:r>
              <a:rPr lang="pt-BR" sz="1400" i="1" dirty="0"/>
              <a:t>Realiza a contagem das </a:t>
            </a:r>
            <a:r>
              <a:rPr lang="pt-BR" sz="1400" i="1" dirty="0">
                <a:highlight>
                  <a:srgbClr val="00FFFF"/>
                </a:highlight>
              </a:rPr>
              <a:t>Instruções</a:t>
            </a:r>
            <a:r>
              <a:rPr lang="pt-BR" sz="1400" i="1" dirty="0"/>
              <a:t>, e aponta qual a próxima etapa a ser buscada na memória pra ser executada.</a:t>
            </a:r>
          </a:p>
          <a:p>
            <a:pPr algn="just"/>
            <a:endParaRPr lang="pt-BR" sz="1400" b="1" i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94701E8-3631-2508-1466-8325D2FCCAC8}"/>
              </a:ext>
            </a:extLst>
          </p:cNvPr>
          <p:cNvSpPr txBox="1"/>
          <p:nvPr/>
        </p:nvSpPr>
        <p:spPr>
          <a:xfrm>
            <a:off x="7648051" y="2510843"/>
            <a:ext cx="426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/>
              <a:t>Registrador de Instruções (RI)</a:t>
            </a:r>
          </a:p>
          <a:p>
            <a:pPr algn="just"/>
            <a:r>
              <a:rPr lang="pt-BR" sz="1400" i="1" dirty="0"/>
              <a:t>Recebe a instrução que será executada naquele momento pela ULA.</a:t>
            </a:r>
          </a:p>
          <a:p>
            <a:pPr algn="just"/>
            <a:endParaRPr lang="pt-BR" sz="1400" b="1" i="1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CCFA246-2A4B-F08A-99CE-E64EFEB878FB}"/>
              </a:ext>
            </a:extLst>
          </p:cNvPr>
          <p:cNvSpPr txBox="1"/>
          <p:nvPr/>
        </p:nvSpPr>
        <p:spPr>
          <a:xfrm>
            <a:off x="7648051" y="3277621"/>
            <a:ext cx="426454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/>
              <a:t>Decodificador de Instruções</a:t>
            </a:r>
          </a:p>
          <a:p>
            <a:pPr algn="just"/>
            <a:r>
              <a:rPr lang="pt-BR" sz="1400" i="1" dirty="0"/>
              <a:t>Recebe a instrução que vem do RI (em código Binário, ou seja 0 e 1, e o decodifica para ser encaminhado a ULA.</a:t>
            </a:r>
          </a:p>
          <a:p>
            <a:pPr algn="just"/>
            <a:endParaRPr lang="pt-BR" sz="1400" i="1" dirty="0"/>
          </a:p>
          <a:p>
            <a:pPr algn="just"/>
            <a:endParaRPr lang="pt-BR" sz="1400" dirty="0"/>
          </a:p>
          <a:p>
            <a:pPr algn="just"/>
            <a:endParaRPr lang="pt-BR" sz="1400" b="1" i="1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8492E04-EAA3-1E41-3942-F653E9DA1742}"/>
              </a:ext>
            </a:extLst>
          </p:cNvPr>
          <p:cNvSpPr txBox="1"/>
          <p:nvPr/>
        </p:nvSpPr>
        <p:spPr>
          <a:xfrm>
            <a:off x="7648051" y="4500397"/>
            <a:ext cx="42645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/>
              <a:t>RDM – Registrador de Dados de Memória</a:t>
            </a:r>
          </a:p>
          <a:p>
            <a:pPr algn="just"/>
            <a:r>
              <a:rPr lang="pt-BR" sz="1600" i="1" dirty="0"/>
              <a:t>Armazena temporariamente os dados que chegam das memórias</a:t>
            </a:r>
            <a:r>
              <a:rPr lang="pt-BR" sz="1600" b="1" i="1" dirty="0"/>
              <a:t> </a:t>
            </a:r>
            <a:r>
              <a:rPr lang="pt-BR" sz="1600" i="1" dirty="0"/>
              <a:t>internas do processador, como a CACHE e os demais registradores.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EE8FE79-E0BD-312B-BBAA-C93DC08E34E8}"/>
              </a:ext>
            </a:extLst>
          </p:cNvPr>
          <p:cNvSpPr txBox="1"/>
          <p:nvPr/>
        </p:nvSpPr>
        <p:spPr>
          <a:xfrm>
            <a:off x="7594600" y="5901742"/>
            <a:ext cx="4264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/>
              <a:t>RDM – Registrado de Endereços de memória</a:t>
            </a:r>
          </a:p>
          <a:p>
            <a:pPr algn="just"/>
            <a:r>
              <a:rPr lang="pt-BR" sz="1600" i="1" dirty="0"/>
              <a:t>Armazena temporariamente o endereço da informação em determinada memória.</a:t>
            </a:r>
          </a:p>
        </p:txBody>
      </p:sp>
      <p:sp>
        <p:nvSpPr>
          <p:cNvPr id="19" name="Meio-quadro 18">
            <a:extLst>
              <a:ext uri="{FF2B5EF4-FFF2-40B4-BE49-F238E27FC236}">
                <a16:creationId xmlns:a16="http://schemas.microsoft.com/office/drawing/2014/main" id="{FBA58E45-8EA1-2B5E-966E-4F6D17F198F4}"/>
              </a:ext>
            </a:extLst>
          </p:cNvPr>
          <p:cNvSpPr/>
          <p:nvPr/>
        </p:nvSpPr>
        <p:spPr>
          <a:xfrm>
            <a:off x="9156700" y="177800"/>
            <a:ext cx="2110850" cy="914400"/>
          </a:xfrm>
          <a:prstGeom prst="halfFrame">
            <a:avLst>
              <a:gd name="adj1" fmla="val 15277"/>
              <a:gd name="adj2" fmla="val 16666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rgbClr val="FFC000"/>
                </a:solidFill>
                <a:highlight>
                  <a:srgbClr val="FF0000"/>
                </a:highlight>
              </a:rPr>
              <a:t>KAHOOT!</a:t>
            </a:r>
          </a:p>
        </p:txBody>
      </p:sp>
    </p:spTree>
    <p:extLst>
      <p:ext uri="{BB962C8B-B14F-4D97-AF65-F5344CB8AC3E}">
        <p14:creationId xmlns:p14="http://schemas.microsoft.com/office/powerpoint/2010/main" val="171592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11" grpId="0"/>
      <p:bldP spid="15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B080D3-3C83-5581-F5EE-C84EDA427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1803ACA-9EFF-9947-1212-AACC7F67D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68C890-E7DC-2DB4-074E-2D71DCAD9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6FCF87-864D-1081-6BAD-5B6D26DD1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81200B-94FE-F096-0305-30088AB48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359BB0-C8E4-F096-88F0-2DC23F765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7CBDA3-CF97-848D-5718-3AC116D04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Fundamentos de Hardware e Software</a:t>
            </a:r>
            <a:br>
              <a:rPr lang="pt-BR"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Núcleo – Buscar, Decodificar e Executar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7996CE8-5082-40B2-5F29-C434E9BA7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2745"/>
            <a:ext cx="12192000" cy="523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982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C2EF0E-48C7-40F9-751A-446768649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E29DDE4-C8C4-9779-541D-BA10019E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30FF29-38BA-FFD3-AFA7-357814327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1114F4-AE64-C89A-1A21-A2F4A04D8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C91142-B82A-63BF-D080-D3EC86DEF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87928B-B5C4-BC7B-B821-90200B1D2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E312D1-CE5B-BF7D-117D-6E7EE5393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Fundamentos de Hardware e Software</a:t>
            </a:r>
            <a:br>
              <a:rPr lang="pt-BR"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Núcleo – Buscar, Decodificar e Executar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7DD42E1-15ED-5393-8337-1DF2EFACC637}"/>
              </a:ext>
            </a:extLst>
          </p:cNvPr>
          <p:cNvSpPr txBox="1"/>
          <p:nvPr/>
        </p:nvSpPr>
        <p:spPr>
          <a:xfrm>
            <a:off x="706821" y="2304006"/>
            <a:ext cx="10635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rgbClr val="FF0000"/>
                </a:solidFill>
              </a:rPr>
              <a:t>Objetivamente o que nós chamamos de “Processar” os dados na verdade é TRANSFORMAR os códigos que vieram via ALGORITMO em códigos binários que irão INSTRUIR os componentes do computador.</a:t>
            </a:r>
          </a:p>
        </p:txBody>
      </p:sp>
    </p:spTree>
    <p:extLst>
      <p:ext uri="{BB962C8B-B14F-4D97-AF65-F5344CB8AC3E}">
        <p14:creationId xmlns:p14="http://schemas.microsoft.com/office/powerpoint/2010/main" val="54489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7D967BCA-C081-D3ED-8B1E-F68D6D61FE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32791731-3F63-B2BF-72D9-9AACEFDD817A}"/>
              </a:ext>
            </a:extLst>
          </p:cNvPr>
          <p:cNvGrpSpPr/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1E79FBE4-5409-89F7-A023-02624FCF11A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EAE5F415-F0CF-4EF5-3DE4-9493E56472FA}"/>
                </a:ext>
              </a:extLst>
            </p:cNvPr>
            <p:cNvSpPr txBox="1"/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5F65517F-E2BB-D571-20A9-C2A81EA4A531}"/>
              </a:ext>
            </a:extLst>
          </p:cNvPr>
          <p:cNvSpPr/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41E87DA3-8990-AFE8-71D8-B518527BE351}"/>
              </a:ext>
            </a:extLst>
          </p:cNvPr>
          <p:cNvSpPr/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3DE2787-D4B1-FB9D-0781-DCE062377883}"/>
              </a:ext>
            </a:extLst>
          </p:cNvPr>
          <p:cNvSpPr/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815AEBF2-2C52-0576-BEF2-6E0ECAAC4C84}"/>
              </a:ext>
            </a:extLst>
          </p:cNvPr>
          <p:cNvCxnSpPr>
            <a:cxnSpLocks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60415FAD-F0E3-D336-758D-B0C773A97848}"/>
              </a:ext>
            </a:extLst>
          </p:cNvPr>
          <p:cNvGrpSpPr/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A587BD10-A996-01A7-DABF-2C24509BE4C7}"/>
                </a:ext>
              </a:extLst>
            </p:cNvPr>
            <p:cNvSpPr/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F1D5B3C-C26F-FC16-A326-BB8A50789281}"/>
                </a:ext>
              </a:extLst>
            </p:cNvPr>
            <p:cNvSpPr txBox="1"/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8FC26F10-3AEE-DF52-A222-37CC08E302A1}"/>
              </a:ext>
            </a:extLst>
          </p:cNvPr>
          <p:cNvGrpSpPr/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83475FD1-A86C-D49D-4B4A-BF6FB8F5803C}"/>
                </a:ext>
              </a:extLst>
            </p:cNvPr>
            <p:cNvCxnSpPr>
              <a:cxnSpLocks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7480887F-C65E-5807-74B8-A3B6CFC56EBE}"/>
                </a:ext>
              </a:extLst>
            </p:cNvPr>
            <p:cNvGrpSpPr/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532D1C06-4061-8EBF-ED51-55B0D60620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4880D090-F646-AD14-2156-B1D47942A7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64F04319-124A-08C7-8745-9852461209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6E5281FD-6A7B-460A-1567-66ED163E8D3A}"/>
                </a:ext>
              </a:extLst>
            </p:cNvPr>
            <p:cNvGrpSpPr/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FF14B70E-9773-74EB-D73C-C3B7BE51F3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53DDF755-E403-708D-5D7B-EAED46E4F9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93F560D3-BFC5-DD6F-DD84-8C022C0919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922021E9-971C-5360-9B0B-DA47819570DE}"/>
              </a:ext>
            </a:extLst>
          </p:cNvPr>
          <p:cNvSpPr/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saída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DF3FA1FD-A4CE-626C-D95B-9A106ECB2081}"/>
              </a:ext>
            </a:extLst>
          </p:cNvPr>
          <p:cNvSpPr/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E66AC2AD-40A1-1DB5-FC31-A0EA3D2FD3D5}"/>
              </a:ext>
            </a:extLst>
          </p:cNvPr>
          <p:cNvSpPr/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FBF3E19E-4F21-0417-D0E4-25AC46ED7140}"/>
              </a:ext>
            </a:extLst>
          </p:cNvPr>
          <p:cNvSpPr/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D8B83251-4CBE-E22E-C4C5-BDBB986B8760}"/>
              </a:ext>
            </a:extLst>
          </p:cNvPr>
          <p:cNvSpPr/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F2A3631C-E6AC-1F9D-1420-D1FC0795E8E2}"/>
              </a:ext>
            </a:extLst>
          </p:cNvPr>
          <p:cNvSpPr/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C3FE191B-BB73-1D76-D9B5-0EF631516E55}"/>
              </a:ext>
            </a:extLst>
          </p:cNvPr>
          <p:cNvCxnSpPr>
            <a:cxnSpLocks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D4323B01-CDC5-A586-102A-830E35971EC4}"/>
              </a:ext>
            </a:extLst>
          </p:cNvPr>
          <p:cNvSpPr/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AEAA7951-1C11-D5BC-8D26-7F67F100E6CD}"/>
              </a:ext>
            </a:extLst>
          </p:cNvPr>
          <p:cNvSpPr/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1928291C-C834-9A94-0E7C-B605686D9BC7}"/>
              </a:ext>
            </a:extLst>
          </p:cNvPr>
          <p:cNvSpPr/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6B332031-15B9-A233-C428-40C47EAC56D3}"/>
              </a:ext>
            </a:extLst>
          </p:cNvPr>
          <p:cNvCxnSpPr>
            <a:cxnSpLocks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0C9C41F3-C5A2-0D95-144F-684F52CB5F0C}"/>
              </a:ext>
            </a:extLst>
          </p:cNvPr>
          <p:cNvSpPr/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043137CE-0991-0BCC-8A9A-F056E28CB099}"/>
              </a:ext>
            </a:extLst>
          </p:cNvPr>
          <p:cNvSpPr/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C5B6A50F-338B-D010-DCEA-4C308BDCE623}"/>
              </a:ext>
            </a:extLst>
          </p:cNvPr>
          <p:cNvSpPr/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C63617AD-748A-98CB-F602-CBE7626D87C2}"/>
              </a:ext>
            </a:extLst>
          </p:cNvPr>
          <p:cNvSpPr/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5CCEBF45-E376-E35A-1469-2ABCA37BB640}"/>
              </a:ext>
            </a:extLst>
          </p:cNvPr>
          <p:cNvSpPr/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A1629E5C-A971-353E-45A1-272A3FFEF563}"/>
              </a:ext>
            </a:extLst>
          </p:cNvPr>
          <p:cNvSpPr/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078A9AE5-F0A9-5CFE-3956-D8D6AFC8C4BB}"/>
              </a:ext>
            </a:extLst>
          </p:cNvPr>
          <p:cNvSpPr/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213E3708-169E-E34A-3C2D-B2F7AB39ED1A}"/>
              </a:ext>
            </a:extLst>
          </p:cNvPr>
          <p:cNvSpPr/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D8F96687-0320-A91F-D5C2-7543B9608186}"/>
              </a:ext>
            </a:extLst>
          </p:cNvPr>
          <p:cNvSpPr/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A03CF99F-41F8-E695-B822-70961C9B0F0B}"/>
              </a:ext>
            </a:extLst>
          </p:cNvPr>
          <p:cNvSpPr/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779A4192-C9D6-DDE9-FDE4-9F9274A1A11B}"/>
              </a:ext>
            </a:extLst>
          </p:cNvPr>
          <p:cNvSpPr/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0A09C91E-C94C-8BA2-C5F3-1DB7B6B79C0E}"/>
              </a:ext>
            </a:extLst>
          </p:cNvPr>
          <p:cNvSpPr/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F594E75D-2AA5-D1AB-308C-16E146F4FE63}"/>
              </a:ext>
            </a:extLst>
          </p:cNvPr>
          <p:cNvSpPr/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09360C7A-89D7-0BE4-B7C4-9FCF16833C34}"/>
              </a:ext>
            </a:extLst>
          </p:cNvPr>
          <p:cNvSpPr/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B73DFEE6-3540-9DD9-BA0B-093EC99993DB}"/>
              </a:ext>
            </a:extLst>
          </p:cNvPr>
          <p:cNvSpPr/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006FD33C-4B84-072B-6AFD-107A069E0D87}"/>
              </a:ext>
            </a:extLst>
          </p:cNvPr>
          <p:cNvSpPr/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988A3ED8-D758-4683-A17D-531489962D72}"/>
              </a:ext>
            </a:extLst>
          </p:cNvPr>
          <p:cNvSpPr/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4BA5A374-0B31-29A3-EB1D-6D089DE34238}"/>
              </a:ext>
            </a:extLst>
          </p:cNvPr>
          <p:cNvSpPr/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EA72CAE7-7D01-C807-F987-F3AA21527594}"/>
              </a:ext>
            </a:extLst>
          </p:cNvPr>
          <p:cNvSpPr/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0A9922D0-C662-7F69-BCB4-257A6737B14E}"/>
              </a:ext>
            </a:extLst>
          </p:cNvPr>
          <p:cNvSpPr/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5E3A809F-1330-01AF-B410-9B9B61E4A870}"/>
              </a:ext>
            </a:extLst>
          </p:cNvPr>
          <p:cNvSpPr/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92C1AE4E-4A02-9CD4-0F0A-DC5CC1F21DFB}"/>
              </a:ext>
            </a:extLst>
          </p:cNvPr>
          <p:cNvSpPr/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C9987BFF-DB1F-B924-95A2-84CF28EC10FB}"/>
              </a:ext>
            </a:extLst>
          </p:cNvPr>
          <p:cNvSpPr/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005140C8-D3AB-DF2F-0541-A39DE2B7DB8A}"/>
              </a:ext>
            </a:extLst>
          </p:cNvPr>
          <p:cNvGrpSpPr/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0633B56A-8873-70F6-53A4-83AE0926B2B8}"/>
                </a:ext>
              </a:extLst>
            </p:cNvPr>
            <p:cNvCxnSpPr>
              <a:cxnSpLocks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51B68982-32F2-E506-0065-33BF2A91E9DF}"/>
                </a:ext>
              </a:extLst>
            </p:cNvPr>
            <p:cNvGrpSpPr/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68E3A9F4-CB16-F984-EC7E-E3DEE64B22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EEE9F333-BAFE-6861-A2BA-011C0CD9A7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D1955898-DE81-6D3F-8A4F-62DF0C811D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3E84E47E-3F24-B577-4493-7104E683E4FD}"/>
                </a:ext>
              </a:extLst>
            </p:cNvPr>
            <p:cNvGrpSpPr/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2F3E77F8-CF3F-CFFA-2893-17F909DC14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866DCF9E-7CFC-4DFE-4B96-CBBE650969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1315A80D-EF28-8026-95E5-B18AB5F002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B73FB8EF-5042-4CB6-5F15-C6D2D0EA136C}"/>
              </a:ext>
            </a:extLst>
          </p:cNvPr>
          <p:cNvSpPr/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534D9569-677D-EA14-A649-BA3A03873824}"/>
              </a:ext>
            </a:extLst>
          </p:cNvPr>
          <p:cNvSpPr/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F3D96655-285C-8625-0300-DE0089340371}"/>
              </a:ext>
            </a:extLst>
          </p:cNvPr>
          <p:cNvSpPr/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24D98ED0-EB81-7676-F9DE-F15FF17F419C}"/>
              </a:ext>
            </a:extLst>
          </p:cNvPr>
          <p:cNvSpPr txBox="1"/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61455473-585C-68AF-CC4F-ACDF3AB44598}"/>
              </a:ext>
            </a:extLst>
          </p:cNvPr>
          <p:cNvSpPr txBox="1"/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0B7CE831-8F1F-190B-12A9-30A6E3E24E97}"/>
              </a:ext>
            </a:extLst>
          </p:cNvPr>
          <p:cNvSpPr/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C2606D9D-0D36-3009-DEA5-9CFA70399B99}"/>
              </a:ext>
            </a:extLst>
          </p:cNvPr>
          <p:cNvSpPr/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FAF9D944-6BE0-F7AB-EFAB-6949FE936313}"/>
              </a:ext>
            </a:extLst>
          </p:cNvPr>
          <p:cNvSpPr/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C3361D3E-E286-9744-12E5-77E78F50ACFF}"/>
              </a:ext>
            </a:extLst>
          </p:cNvPr>
          <p:cNvSpPr txBox="1"/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E2A3AD09-4122-3113-0AA4-D5A518ABB301}"/>
              </a:ext>
            </a:extLst>
          </p:cNvPr>
          <p:cNvSpPr/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572F56CD-CA04-FC28-B21F-798C63DCE4BE}"/>
              </a:ext>
            </a:extLst>
          </p:cNvPr>
          <p:cNvSpPr/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3B65C7D7-98A7-765C-DE12-FCD62513B893}"/>
              </a:ext>
            </a:extLst>
          </p:cNvPr>
          <p:cNvSpPr/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0AD25E6A-7886-78A9-EE58-E04CA5072807}"/>
              </a:ext>
            </a:extLst>
          </p:cNvPr>
          <p:cNvSpPr/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F72DE42A-3BEC-9FA4-283C-6E1C23959BA9}"/>
              </a:ext>
            </a:extLst>
          </p:cNvPr>
          <p:cNvSpPr/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E7DF3881-5929-5EDF-F648-CE6161B7B65B}"/>
              </a:ext>
            </a:extLst>
          </p:cNvPr>
          <p:cNvSpPr txBox="1"/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137FD31A-6D7E-B61F-4FBD-356153DA6CD3}"/>
              </a:ext>
            </a:extLst>
          </p:cNvPr>
          <p:cNvSpPr txBox="1"/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F10BFCBD-A2D5-874A-A215-AEB3EC487272}"/>
              </a:ext>
            </a:extLst>
          </p:cNvPr>
          <p:cNvSpPr/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88DF721-0026-FE40-0CCB-62D63819D74B}"/>
              </a:ext>
            </a:extLst>
          </p:cNvPr>
          <p:cNvSpPr/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CD1DC4B7-1D4B-F28F-59A1-6C83F3C02CDF}"/>
              </a:ext>
            </a:extLst>
          </p:cNvPr>
          <p:cNvCxnSpPr>
            <a:cxnSpLocks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911BFA9B-540B-60D5-F5C0-33DB4A77179A}"/>
              </a:ext>
            </a:extLst>
          </p:cNvPr>
          <p:cNvCxnSpPr>
            <a:cxnSpLocks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582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FD858-A224-D91C-CFF2-86298D2B5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286FF088-67F7-24B5-3D9D-1EDD4528F7F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72655E0F-FC18-16A2-0691-98BD8EAAB72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07A0DD60-4B2C-826D-E658-4E8A6730A2A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6CC173DE-AECE-D5B9-28EF-57186DF0D32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0F79472-418B-D3FB-9854-99E0524177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3A4DF878-3709-C820-63BA-8CBDDAA870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1F8F76A1-446B-3A60-9A99-AAB7DA5FC9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00C9410A-FE0A-74CC-D3F0-C4B4394ABFA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7CD52E85-D22E-6F12-C888-43011EE121F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3583B503-E488-F9DD-D0D2-E1A48BA7C4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9BA4B3DE-2422-D904-6F24-037F2F86AD5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5EC2D674-8848-41CA-D18D-D1D44109AB6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55E1F281-596A-7704-4261-D14E0626A97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CA1EECA5-A709-B6B1-2A8E-A59B3BE12C3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4EB6F007-CDC5-317B-C66C-987092421A3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EF27993C-960D-9AD1-A64A-D889C58D355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5CDC6256-7216-A457-B117-CCCB50396BB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A78D0FC7-7CCD-52FD-C216-4BBD7BDAD98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AA516AA6-81A2-D203-EE4E-8C39BBB4EAB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0316AA2F-E1EF-C1BD-0DAC-0A9DBB1B28D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FBE3872B-A6A8-7CEB-ABEF-09E5530530D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2852D352-F59B-678B-B850-E03B7F9DAE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saída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ACA997D5-F5E9-67DD-D948-5767E0915F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A103482A-8A3B-BA9F-D09B-DF087A848F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BA36FE4B-0B2F-BEE9-9F29-B0E8CCC066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286075D1-188F-B789-117F-953E7A0802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151D8DD9-D8A7-B540-40C0-381F32A897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B6E6B2A5-C92E-02C3-F27F-E8BC5F01E02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67CD0C9E-32A3-43D2-5142-EE969FF142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1743E513-B854-0F08-C3AA-67E3A506C7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ADC4674E-87B6-939B-D6B0-1E6965598E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3E297C4F-9D25-9BBC-3422-D9C4AAAA445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337F45D7-19A4-D156-EDDA-3C36BC7587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602347E4-5656-B6DB-630C-F0FDEA11C7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0DF3827F-9F73-48DD-2EC6-A1D0EF6D5B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5C7720C6-5351-9B95-BF45-9199947A04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D92E272B-5754-1A51-2FCF-AC224DDC74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44F3E34D-2D30-DE38-A2AF-A4C30987FB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0AB8E252-6B11-3C15-33A1-C7087EAFE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9D2D1124-07FD-8144-756F-F2AFD25B81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BB1A8C1D-AE5C-D526-E793-869D687C50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AE428647-F7E4-3A6B-7C91-8BC176C3D3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B775914C-7584-8F1F-811C-6614EC7B1B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CF274E88-CBEC-14E1-EE66-16CD2A83EE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260FAEC2-2B9D-7743-81EB-3FD83B4CEB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7B9255A5-FAB0-4693-43C5-4F9C20AEF4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BD532C9E-0B06-F1E7-BF12-384D0CC67E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8DD86225-6355-585C-2A6D-FA707A4F26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061C88DB-FBDF-F82A-C769-82F8AAD1C1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1E1A0EEC-6067-1291-8665-9941F1DD0D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C75B3C7A-9FB8-8112-3D22-A02591E6DD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14CB5C17-D57F-935A-3724-CFFC7C366A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9F563E2D-95D9-2CC3-8E6F-0BDA3F8F7E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9B895B89-2D68-1F0C-81DC-71B3EE7577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69C56AEE-1B4F-17FB-7111-A8DFF4831B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720C9375-3ED1-51F1-1D92-1ECFE6EB16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EBE9612E-11C8-116D-714A-53D95364E2B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BD6D45AF-3BCE-6B11-E5DA-8CE239AA22D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0C93258D-DB8E-1C9F-C505-3688D5FCDBE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C9B6D818-9A93-4A29-3424-E83F79CFB52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4A2117BC-1E75-5C15-318E-7C007B352A6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B399E55C-2094-6396-3DAE-A42467B679E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A7EBA566-FE94-B433-F93F-E953975D94B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8B97B3D9-890F-4CCF-D109-C421DACE6BD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DB9B0FF4-19B6-9D06-5DBD-1AFF8ABD6D4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DB3FBCB0-56AA-4F75-9763-CAD1FCB679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1BBC23B3-7B7A-A398-0B34-16A8184391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74989C66-06AA-1046-80C3-DCF6F38B00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46E57F64-766F-440C-906B-911F570E6A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0E322E0A-7026-492F-C1E4-1251CD4A2DA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A3C90649-F10B-98DA-9328-CC14B60BEB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0208AA82-4030-1F8E-0984-F44A600F79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3BCE8327-FD02-024C-54DD-963531B146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EFE8809A-36AE-2D57-2F6F-3A5AC8E16F0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96F0E24F-CD0B-D892-2828-97B728E171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DEE4C262-2AA7-5C13-DB23-17F7C40978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5914B3DD-CDA2-5DB6-344D-38A2304EA6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4CD4CC25-084F-A827-FF24-D31FB5EB1D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3069143F-7B6F-6151-2ECE-5B674DDE9B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BEBC8B2F-FD2B-FFD9-D2B1-2F76D93E8CB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7C0D27DE-1858-EA26-6601-CADA3D510C8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BFA7A23C-8B7A-EA94-E740-C6F5671350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A5B9E606-5EE0-09B3-D976-B717087A31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C593A6F4-5506-2419-D81C-A345820104D5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FB539D8B-4F35-B5F7-DFA6-EABC38919EF0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id="{CA834D36-9483-7689-782E-69624F0D7ACE}"/>
              </a:ext>
            </a:extLst>
          </p:cNvPr>
          <p:cNvSpPr/>
          <p:nvPr/>
        </p:nvSpPr>
        <p:spPr>
          <a:xfrm>
            <a:off x="8753029" y="5363750"/>
            <a:ext cx="1383005" cy="46269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pt-BR" sz="1000" b="1" i="0" dirty="0">
                <a:solidFill>
                  <a:schemeClr val="tx1"/>
                </a:solidFill>
                <a:effectLst/>
                <a:latin typeface="Google Sans"/>
              </a:rPr>
              <a:t>01000001</a:t>
            </a:r>
            <a:endParaRPr lang="pt-BR" sz="1000" b="1" dirty="0">
              <a:solidFill>
                <a:schemeClr val="tx1"/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DE9818F0-9877-DA1E-3331-DD596CA585C8}"/>
              </a:ext>
            </a:extLst>
          </p:cNvPr>
          <p:cNvSpPr/>
          <p:nvPr/>
        </p:nvSpPr>
        <p:spPr>
          <a:xfrm>
            <a:off x="8774942" y="5363204"/>
            <a:ext cx="407019" cy="20160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3BFA136-9464-7C56-42E0-DCC0B32C0DDF}"/>
              </a:ext>
            </a:extLst>
          </p:cNvPr>
          <p:cNvSpPr/>
          <p:nvPr/>
        </p:nvSpPr>
        <p:spPr>
          <a:xfrm>
            <a:off x="8768009" y="5612947"/>
            <a:ext cx="407019" cy="201605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09567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0.00185 L -0.0987 0.00046 C -0.09896 -0.09097 -0.09922 -0.18241 -0.09948 -0.27384 L -0.65573 -0.27384 L -0.64857 -0.50162 " pathEditMode="relative" ptsTypes="AAAAA">
                                      <p:cBhvr>
                                        <p:cTn id="2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463 L 0.00039 0.00463 C -0.01419 0.00532 -0.07761 0.00856 -0.08268 0.00463 C -0.08347 0.00393 -0.08164 -0.04352 -0.08125 -0.05347 C -0.08151 -0.06528 -0.08138 -0.07685 -0.0819 -0.08843 C -0.08203 -0.09121 -0.0832 -0.09352 -0.08347 -0.0963 C -0.08386 -0.10139 -0.08386 -0.10672 -0.08412 -0.11181 C -0.08451 -0.12778 -0.08503 -0.15949 -0.08555 -0.17662 C -0.08581 -0.18172 -0.08607 -0.18681 -0.08633 -0.19213 C -0.08659 -0.19861 -0.08685 -0.20509 -0.08711 -0.21158 C -0.08659 -0.22384 -0.08659 -0.23334 -0.08555 -0.24514 C -0.08529 -0.24908 -0.08464 -0.25301 -0.08412 -0.25672 C -0.0888 -0.28959 -0.08373 -0.26111 -0.13294 -0.26459 C -0.13555 -0.26482 -0.13828 -0.26551 -0.14089 -0.26597 L -0.16133 -0.26459 L -0.22539 -0.26204 C -0.2306 -0.26181 -0.23477 -0.25949 -0.23998 -0.2581 C -0.24206 -0.25741 -0.24427 -0.25718 -0.24649 -0.25672 C -0.24818 -0.25648 -0.24987 -0.25602 -0.25156 -0.25556 L -0.3207 -0.25672 C -0.33125 -0.25718 -0.32969 -0.2588 -0.34037 -0.26065 C -0.34453 -0.26134 -0.3487 -0.26158 -0.35274 -0.26204 C -0.37097 -0.26158 -0.38919 -0.26181 -0.40742 -0.26065 C -0.41042 -0.26042 -0.41315 -0.25857 -0.41615 -0.2581 C -0.42266 -0.25695 -0.4293 -0.25672 -0.43581 -0.25556 C -0.44701 -0.25347 -0.44063 -0.2544 -0.45469 -0.25301 C -0.48229 -0.25347 -0.51016 -0.25324 -0.53776 -0.25556 C -0.54115 -0.25579 -0.54453 -0.25648 -0.54792 -0.25672 C -0.56927 -0.26528 -0.54089 -0.2544 -0.56029 -0.26065 C -0.56107 -0.26088 -0.56172 -0.26181 -0.5625 -0.26204 C -0.56641 -0.26297 -0.57031 -0.26297 -0.57409 -0.26459 C -0.57513 -0.26505 -0.57604 -0.26551 -0.57708 -0.26597 C -0.58034 -0.2669 -0.58555 -0.26783 -0.58867 -0.26852 C -0.59063 -0.26922 -0.59258 -0.27084 -0.59453 -0.27107 C -0.59974 -0.27153 -0.60534 -0.26968 -0.61055 -0.26852 C -0.61836 -0.26898 -0.62643 -0.26551 -0.63386 -0.26968 C -0.6362 -0.27107 -0.63529 -0.28264 -0.63529 -0.28264 C -0.63555 -0.29005 -0.63607 -0.29746 -0.63607 -0.30463 C -0.63607 -0.30903 -0.6375 -0.31597 -0.63529 -0.31759 C -0.63034 -0.32153 -0.62461 -0.31759 -0.61927 -0.31759 " pathEditMode="relative" ptsTypes="AAAAAAAAAAAAAAAAAAAAAAAAAAAAAAAAAAAAAAAA">
                                      <p:cBhvr>
                                        <p:cTn id="2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2" grpId="0" animBg="1"/>
      <p:bldP spid="2" grpId="1" animBg="1"/>
      <p:bldP spid="5" grpId="0" animBg="1"/>
      <p:bldP spid="5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09D1C-C63B-EEB7-1397-09ACCA1E0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5D2C2CFE-7B0A-FE8C-9778-7A740E045C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C963EE16-F573-D98C-DDB5-3E452DBCC8E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A8B4E981-5CE0-F5B7-2DCF-85096F20680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471AB680-DE1C-6FDD-495B-98CFAE4E709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41C18F6-2DDD-7EB7-BD8F-51929C6690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43EF8656-4BF3-950E-8B8A-76DE624FA8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5E660140-C0C1-A527-00DF-49AF2B6D93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B527B4B6-B19B-F929-7731-807D6F168F4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54326EA1-38AB-BB86-D4E2-550958643AA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246179FE-69AC-84E3-C3FB-EC354F3FFE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B7BD00DC-9147-389C-0113-62503632B7C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D4DCBF47-304B-6677-23A9-6FCE5557154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46773397-2CDC-CCD4-040A-32D4D761A94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B7EA6340-ECAF-C5F2-24D9-B4ADB24BEC8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1D16E2FE-705A-02CB-D1D1-314547F9A23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ADB7AA61-AEA9-F41E-A38A-1E81E5D196B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0052973B-0FB0-A460-86E4-3374A3BE99B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28E17543-5954-D85D-A87D-200F44E6777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D44C4509-146E-8BDC-E12E-26E6882B62E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DBDE2067-32A9-E051-EEB7-8E7B79B6DAA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3DBF0256-1B89-F927-3BD8-4ADCBBF818A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13AE62AF-26DE-D26E-1A06-10B72D113E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saída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772735EE-1FF7-D626-6BD7-528D31BFEE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4864C740-6008-E93C-AB9C-E2BCCEE32E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82F8366B-32A5-8483-72D6-BD02CF49F6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FFD85A2D-F55E-A45C-74CC-4F2B27F995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73DDC80B-045F-C1A6-9C39-3E451A3DB8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B4545FE1-7AC1-6130-BAD3-9763C9B9D4A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D6C6CDA6-BC3F-DB29-0B61-593EB5C9F7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1D731A93-0A08-AB40-1BDE-C8F1695885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FAD7FB98-F8E8-51BD-83D2-58658F6030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18521F19-2635-7200-7CF4-8825223CFE4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CE476F3E-19E0-7CDB-03F1-F9A75ADC3E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7619F964-5D65-294D-63BE-9D84D2F88C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0D390333-35DD-1F98-C20A-CF44EDD3DE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557FC951-48DE-BDF7-CD5F-F43DEC1B6C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863A8433-7B4C-F305-9E6D-C89563CA0E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B18AF72C-4A66-098F-803E-EDEC462F60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5323B93E-18F8-99FC-33EC-DD70D6F153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0EDE42E6-0FF7-C8BB-73EF-0A1CC54429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18830914-8A28-3611-3440-FDF1FD7890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FDF1F9CD-BB08-37AC-BD48-3A76136D1D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57144C58-379B-D179-D1D4-70011D88A9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C8859DCD-910C-A2CC-6438-73FBCCA985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233BE6EC-0108-B937-BAD4-46C747AC3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0F4749ED-9CAD-9BE8-21C0-391EACF0CD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B97BD9CB-CCCB-31F9-FC96-7307D71D6A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4A08113C-C2E2-80FB-B271-6AD5833F5A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AB983ABC-3E7C-D4A0-0AA8-CD9FF0DC2E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F006C606-28E1-E6A8-405A-F6BE4D9F14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0099BDB2-4597-FAA0-FECE-99E9321D6E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5DD90630-DB0B-D1AD-6C6D-567AA5E7D8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8E1253E1-E8EA-C6CD-6771-7A3EEF87BC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655E57D1-D119-B320-7682-27959A5B51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308E899C-BAE4-3461-13B7-A307815937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9A6680A4-CBAC-033D-5C1B-8268824DF41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759198DA-FCFC-C976-AB7A-9931FB02D32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007A6E25-D79A-3BB7-A71B-C09B0CE3057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AE8D707F-2D3C-3297-8078-1E771FC29BF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CD820205-82A9-EF64-F7C7-372D60153E7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7CC97705-398D-9A0F-168E-E070837D856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B718BDFC-369F-03FA-98D5-34249E37B75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0811C3F8-95E1-C717-3D7D-1EBC01CF5B1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13068385-C281-FE32-FDD1-0AAB3B7876C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9A325CC9-87F1-8428-8DA4-80E66ACD4B2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8D51AFCA-8397-BB36-9BAF-4D8DDC96A5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F2DF73FD-AA34-464C-7D02-F8AFC85736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C16B6D88-2B28-4D56-23DE-18037A59EC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49F32242-2341-4EC4-D909-27DFF1A4140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79EDD6C0-D36D-627C-E92E-264CA3E35BB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B822FE6D-57EB-5D46-4915-94E9ADF6C0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8C994197-EA1E-D030-957B-328D983CE0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EA5D3086-4785-2606-D61A-0B336CDA49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8E31EC29-A940-33CF-F6DB-2CA01E3747A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BC648660-206F-1159-5D16-F24CA94770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4B70B80B-F1FA-D74F-84CC-6871F396B5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CE73EC58-9F24-FC52-0AD7-8A549547A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32B3B1C0-9D86-1544-D03E-5A5E451783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15AA0760-528C-ABB0-2C4F-413A08340A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369164E5-85CB-A921-CB72-5CA3FE1022E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E561DE7F-00E7-C91C-571C-543EE056687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A4DAD840-8C09-9544-BADF-8C0ACF2C85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FBAF481-32D7-1286-01C8-67241471BA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83BEA90E-E6F6-5F3D-2F00-BAE2F0BCC3B0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636585C0-F436-1B0A-CEFF-32AABB3C5517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id="{76B12AC5-57BF-1985-C79D-979B0A310D96}"/>
              </a:ext>
            </a:extLst>
          </p:cNvPr>
          <p:cNvSpPr/>
          <p:nvPr/>
        </p:nvSpPr>
        <p:spPr>
          <a:xfrm>
            <a:off x="8717861" y="5363750"/>
            <a:ext cx="1383005" cy="46269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ABELHA</a:t>
            </a:r>
          </a:p>
          <a:p>
            <a:pPr algn="ctr"/>
            <a:r>
              <a:rPr lang="pt-BR" sz="1050" b="1" dirty="0">
                <a:solidFill>
                  <a:schemeClr val="tx1"/>
                </a:solidFill>
              </a:rPr>
              <a:t>6 bytes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DF8EA697-504E-B3DC-A3EE-FC8F4601A8AB}"/>
              </a:ext>
            </a:extLst>
          </p:cNvPr>
          <p:cNvGrpSpPr/>
          <p:nvPr/>
        </p:nvGrpSpPr>
        <p:grpSpPr>
          <a:xfrm>
            <a:off x="961292" y="5022610"/>
            <a:ext cx="7183032" cy="1451916"/>
            <a:chOff x="2905244" y="4927315"/>
            <a:chExt cx="7183032" cy="1451916"/>
          </a:xfrm>
        </p:grpSpPr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E7743D84-89EB-C32C-1D9B-195CE306A793}"/>
                </a:ext>
              </a:extLst>
            </p:cNvPr>
            <p:cNvSpPr/>
            <p:nvPr/>
          </p:nvSpPr>
          <p:spPr>
            <a:xfrm>
              <a:off x="2905244" y="4927315"/>
              <a:ext cx="7183032" cy="145191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01100001 01100010 01100101 01101100 01101000 01100001 </a:t>
              </a:r>
            </a:p>
          </p:txBody>
        </p:sp>
        <p:sp>
          <p:nvSpPr>
            <p:cNvPr id="32" name="Chave Esquerda 31">
              <a:extLst>
                <a:ext uri="{FF2B5EF4-FFF2-40B4-BE49-F238E27FC236}">
                  <a16:creationId xmlns:a16="http://schemas.microsoft.com/office/drawing/2014/main" id="{A818AC9C-9E4F-2717-2F2C-5624963D18AD}"/>
                </a:ext>
              </a:extLst>
            </p:cNvPr>
            <p:cNvSpPr/>
            <p:nvPr/>
          </p:nvSpPr>
          <p:spPr>
            <a:xfrm rot="5400000">
              <a:off x="3792715" y="4940474"/>
              <a:ext cx="242806" cy="969269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have Esquerda 32">
              <a:extLst>
                <a:ext uri="{FF2B5EF4-FFF2-40B4-BE49-F238E27FC236}">
                  <a16:creationId xmlns:a16="http://schemas.microsoft.com/office/drawing/2014/main" id="{556D73BE-2D7F-AF57-BEF1-D2E96DB17102}"/>
                </a:ext>
              </a:extLst>
            </p:cNvPr>
            <p:cNvSpPr/>
            <p:nvPr/>
          </p:nvSpPr>
          <p:spPr>
            <a:xfrm rot="5400000">
              <a:off x="4842796" y="4940475"/>
              <a:ext cx="242806" cy="969269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Chave Esquerda 33">
              <a:extLst>
                <a:ext uri="{FF2B5EF4-FFF2-40B4-BE49-F238E27FC236}">
                  <a16:creationId xmlns:a16="http://schemas.microsoft.com/office/drawing/2014/main" id="{16146A39-BC58-E1CF-9B50-8AFD11050C1B}"/>
                </a:ext>
              </a:extLst>
            </p:cNvPr>
            <p:cNvSpPr/>
            <p:nvPr/>
          </p:nvSpPr>
          <p:spPr>
            <a:xfrm rot="5400000">
              <a:off x="5861907" y="4943737"/>
              <a:ext cx="242806" cy="969269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Chave Esquerda 34">
              <a:extLst>
                <a:ext uri="{FF2B5EF4-FFF2-40B4-BE49-F238E27FC236}">
                  <a16:creationId xmlns:a16="http://schemas.microsoft.com/office/drawing/2014/main" id="{560570FA-2ED0-1E0A-279B-1D9F4D8B9B73}"/>
                </a:ext>
              </a:extLst>
            </p:cNvPr>
            <p:cNvSpPr/>
            <p:nvPr/>
          </p:nvSpPr>
          <p:spPr>
            <a:xfrm rot="5400000">
              <a:off x="6911988" y="4943738"/>
              <a:ext cx="242806" cy="969269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Chave Esquerda 35">
              <a:extLst>
                <a:ext uri="{FF2B5EF4-FFF2-40B4-BE49-F238E27FC236}">
                  <a16:creationId xmlns:a16="http://schemas.microsoft.com/office/drawing/2014/main" id="{4DF81409-F080-1779-F3AD-7D00CEACE5BB}"/>
                </a:ext>
              </a:extLst>
            </p:cNvPr>
            <p:cNvSpPr/>
            <p:nvPr/>
          </p:nvSpPr>
          <p:spPr>
            <a:xfrm rot="5400000">
              <a:off x="7911370" y="4946427"/>
              <a:ext cx="242806" cy="969269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Chave Esquerda 36">
              <a:extLst>
                <a:ext uri="{FF2B5EF4-FFF2-40B4-BE49-F238E27FC236}">
                  <a16:creationId xmlns:a16="http://schemas.microsoft.com/office/drawing/2014/main" id="{218D7E6C-47C2-3734-90CB-C50ECCFC5DDB}"/>
                </a:ext>
              </a:extLst>
            </p:cNvPr>
            <p:cNvSpPr/>
            <p:nvPr/>
          </p:nvSpPr>
          <p:spPr>
            <a:xfrm rot="5400000">
              <a:off x="8961451" y="4946428"/>
              <a:ext cx="242806" cy="969269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638B85F-550B-7FDC-E68E-263352C6E22D}"/>
              </a:ext>
            </a:extLst>
          </p:cNvPr>
          <p:cNvSpPr txBox="1"/>
          <p:nvPr/>
        </p:nvSpPr>
        <p:spPr>
          <a:xfrm>
            <a:off x="6464678" y="5849564"/>
            <a:ext cx="1558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8 Bits = 1 Byte</a:t>
            </a:r>
          </a:p>
        </p:txBody>
      </p: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5AD03C9B-0DB1-4E7B-2F9F-6430076CE8B5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8023631" y="5744891"/>
            <a:ext cx="574359" cy="289339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Elipse 42">
            <a:extLst>
              <a:ext uri="{FF2B5EF4-FFF2-40B4-BE49-F238E27FC236}">
                <a16:creationId xmlns:a16="http://schemas.microsoft.com/office/drawing/2014/main" id="{DDA46AAB-75BB-377E-F8F6-B6F93F3296E8}"/>
              </a:ext>
            </a:extLst>
          </p:cNvPr>
          <p:cNvSpPr/>
          <p:nvPr/>
        </p:nvSpPr>
        <p:spPr>
          <a:xfrm>
            <a:off x="8737610" y="5340372"/>
            <a:ext cx="874836" cy="509192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6</a:t>
            </a:r>
          </a:p>
          <a:p>
            <a:pPr algn="ctr"/>
            <a:r>
              <a:rPr lang="pt-BR" sz="1400" dirty="0">
                <a:solidFill>
                  <a:schemeClr val="bg1"/>
                </a:solidFill>
              </a:rPr>
              <a:t>bytes</a:t>
            </a: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3D7493E9-1C39-2949-C856-3760C45913DA}"/>
              </a:ext>
            </a:extLst>
          </p:cNvPr>
          <p:cNvSpPr/>
          <p:nvPr/>
        </p:nvSpPr>
        <p:spPr>
          <a:xfrm>
            <a:off x="9124998" y="5547836"/>
            <a:ext cx="140684" cy="1189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258461B4-6578-9DCE-29E9-B6E7941C9786}"/>
              </a:ext>
            </a:extLst>
          </p:cNvPr>
          <p:cNvSpPr txBox="1"/>
          <p:nvPr/>
        </p:nvSpPr>
        <p:spPr>
          <a:xfrm>
            <a:off x="8486164" y="289610"/>
            <a:ext cx="2531527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pt-BR" b="0" i="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Curiosidade</a:t>
            </a:r>
          </a:p>
          <a:p>
            <a:pPr algn="ctr"/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</a:rPr>
              <a:t>A Bíblia pesa cerca de </a:t>
            </a:r>
          </a:p>
          <a:p>
            <a:pPr algn="ctr"/>
            <a:r>
              <a:rPr lang="pt-BR" b="0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3,116,480 </a:t>
            </a:r>
            <a:r>
              <a:rPr lang="pt-BR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bytes</a:t>
            </a:r>
            <a:endParaRPr lang="pt-BR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38432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4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1 0.00417 L -0.10235 -0.01898 L -0.10013 -0.27778 L -0.65534 -0.28055 L -0.65469 -0.33171 L -0.63959 -0.33287 " pathEditMode="relative" ptsTypes="AAAAAA">
                                      <p:cBhvr>
                                        <p:cTn id="5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3.7037E-7 L -0.11849 0.01875 L -0.11849 -0.24653 L -0.675 -0.24537 L -0.66563 -0.46343 " pathEditMode="relative" rAng="0" ptsTypes="AAAAA">
                                      <p:cBhvr>
                                        <p:cTn id="6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750" y="-22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24" grpId="0"/>
      <p:bldP spid="24" grpId="1"/>
      <p:bldP spid="43" grpId="0" animBg="1"/>
      <p:bldP spid="43" grpId="1" animBg="1"/>
      <p:bldP spid="44" grpId="0" animBg="1"/>
      <p:bldP spid="44" grpId="1" animBg="1"/>
      <p:bldP spid="4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1E387-DAE7-E587-9090-3A280B0CF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EC9EEA35-E084-2BA6-EC9B-2C030CF73C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B9313AAD-8059-74C2-79AB-9C7D08BCCAE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22A36BBE-0501-BB7D-76A7-9AF2C8D5781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1F2EAA64-E7F3-E3D2-7A4D-7F58B0B3231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8F342A8-A884-6A50-4720-7F8977018A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C09F515D-73D8-26F3-9ABC-1E17ECD096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7714CE7-4DC5-7230-C775-7B0C33A92E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86A1EFD7-5335-5E8B-D01F-B52D53BBD1A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E972BD70-4F1F-6181-F60A-5C57584B178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C0CF9B51-E11F-5DAE-E6CE-B69AACCD74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83244C96-1949-DD1A-1197-4631AF9E29D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641E39E6-987F-5509-850B-7EB012FA56B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CDFC16A7-F7DA-0184-2AD5-2C1336CE7E4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29ABB268-782F-AF20-D35F-6FA784BBAE6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D84AD325-3497-9890-3990-9ABCDEA8D49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B77759D0-E515-A383-E511-D46D51B2334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5BC09CFB-ED34-EA62-B7B8-D4432AC6AC5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51809EF1-1A2F-E6DB-D127-7EB0721D408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85F7D8AC-4B07-089F-9D99-8209287E076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E0CB4E86-725A-68DB-DB2C-6D84C67F754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A8D93FD5-6ADC-11F8-2F32-94CE111B227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28D4EC0D-3CD0-8E4D-84FF-027DBD89C8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saída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EBA211DA-AF6C-4466-30E5-5872A8C1E2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43E14B6B-213A-DAEF-A9F8-8F0E50301A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5C8455E6-4A87-C4DF-FCE6-3C9115DBB7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91E7BFF4-B23A-3AB6-F334-62E582B2E6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8AF94EA0-6B66-AFF0-85E2-6D82C7FFD1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EF5F179D-4A2C-7B35-B82B-8C460561D7B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C998B3C1-26A7-B054-128E-0898D6C0BF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DF8EA128-BA44-15CE-0DCA-7F900852CE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D99268EE-37DB-0883-F453-963B5934BD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D490083A-1C1D-AFF4-FFEF-851AB1C9A82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D01F0A36-FF98-34F4-A20E-0D51DF9747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FE37C7FF-3499-B9D1-A825-F2F670179B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85A5DAAA-191B-9F36-6A28-80B4BFD5C1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4E7ADA07-67EB-46DD-341A-4F02398CC5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C11C518A-0088-BF8F-D7E8-7A244505D4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6E5DE13C-52FA-5826-3642-854B481AE3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A7C1316C-1F15-18C9-E782-2370EA576D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9F837732-7035-F4D3-F327-F0CC332FF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930CFE93-2496-85BC-2003-A70EBB8641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902C69F1-7EC5-09FB-AD1F-B1DD4CFB18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BB9CFF41-6C28-D950-6C56-48523BD21B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ECD7BEFF-E2A0-A887-ECCA-600A938F72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6ADD2981-09D2-6509-4EF4-EA2418099A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F576E143-3DDF-2262-C415-F935452D12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8F60DA06-193B-16E1-0708-07860A8481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498108EB-7BAF-B16D-E796-0EC9815CCD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5CC97805-21FC-26B3-230E-7E01C5B51A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56C66EE9-6C13-B5A5-BC13-86D7D80834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DCC08005-32ED-D2BD-4759-6A38C8D291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DA5598B6-219E-E19D-C93C-4B1F10C0AE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7F28C11F-F5D9-14EA-EEA2-C10F6D24E9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EC8408FD-2F09-76C3-697C-F547AB1CAD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482A0989-AA02-C433-A1C5-3D6BEAC2D2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6CC5B43F-1C86-2EB9-B0C0-4216689DCD3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362899F5-08CC-E49A-13DD-38A54D9379D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E4E7210E-6284-79F9-FCBB-17462F066F0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5564BB52-E03D-B675-8654-A66D82F0DE9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152000AD-BF58-B2D9-4170-8790E9341F2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B9A633D1-CE75-F535-7103-79DE94DBD4F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73615315-635E-ACB1-3D2B-54C8FEE858A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7A7A2DF1-D8E1-E5F7-E0FA-AE965A9E36B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51CD0364-155C-1216-61A9-F70BF6F3A09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5EB8A6BE-B22D-7426-1A64-530F76D0906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347784C8-4A26-CA2E-1A78-91AABCE1CC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E4305D42-28C6-B133-8E31-4D20FA471B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7D94E252-9F82-5149-B1D8-5528DF22C6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D0E6CE6B-9ECB-5C4E-BC14-BCA509D11B6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E86E281C-F984-8310-2B06-1F25859206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92F07013-999C-6B9A-2FB3-45561FA1D0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816245D0-A699-7BA6-2E13-BF4F99801B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0392E7C6-2002-3C2A-BE75-E4A43C0527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9CB0B0EF-8360-78F0-3EF4-096F309DCB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02E6DF5A-0D93-0A3C-16C2-079B805F96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EA52D717-0671-A9AF-B216-E6DE566857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A509CD9A-3B03-FE5D-880D-E478A637BD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D55770EA-BDAF-0BEB-16C0-E9293715D8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645A5D28-030F-F7D7-BB79-2C88DC65A1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6228E1B8-3068-594A-C400-B1256B3EA3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B921AA49-DC9D-FD21-DE1E-4825C0AB06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A0FF100D-6C45-3CD2-F24F-EB0567D63C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E9114A69-5845-FDBF-52A2-D1E2EBB76E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C270C5FF-EE60-75C2-C6C9-F2CB675665E5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EFD4A5A0-E3DA-E256-8113-F4F08DB04642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id="{9411D9BD-AFD9-2180-BB9E-C9A409849E6E}"/>
              </a:ext>
            </a:extLst>
          </p:cNvPr>
          <p:cNvSpPr/>
          <p:nvPr/>
        </p:nvSpPr>
        <p:spPr>
          <a:xfrm>
            <a:off x="7681825" y="5363750"/>
            <a:ext cx="3960718" cy="46269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err="1">
                <a:solidFill>
                  <a:schemeClr val="tx1"/>
                </a:solidFill>
              </a:rPr>
              <a:t>Alg</a:t>
            </a:r>
            <a:r>
              <a:rPr lang="pt-BR" sz="1600" b="1" dirty="0">
                <a:solidFill>
                  <a:schemeClr val="tx1"/>
                </a:solidFill>
              </a:rPr>
              <a:t> “Escreve seu Nome“</a:t>
            </a:r>
          </a:p>
          <a:p>
            <a:pPr algn="ctr"/>
            <a:r>
              <a:rPr lang="pt-BR" sz="1600" b="1" dirty="0">
                <a:solidFill>
                  <a:schemeClr val="tx1"/>
                </a:solidFill>
              </a:rPr>
              <a:t>var    A: caractere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7721D09-A366-2BFB-2FE8-B9AC3B3ECAD2}"/>
              </a:ext>
            </a:extLst>
          </p:cNvPr>
          <p:cNvSpPr/>
          <p:nvPr/>
        </p:nvSpPr>
        <p:spPr>
          <a:xfrm>
            <a:off x="8764555" y="5414608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41 bytes</a:t>
            </a:r>
          </a:p>
        </p:txBody>
      </p:sp>
    </p:spTree>
    <p:extLst>
      <p:ext uri="{BB962C8B-B14F-4D97-AF65-F5344CB8AC3E}">
        <p14:creationId xmlns:p14="http://schemas.microsoft.com/office/powerpoint/2010/main" val="3777985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4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7 0.00093 L -0.10859 0.00093 C -0.10833 -0.08773 -0.10807 -0.17616 -0.10781 -0.26458 L -0.66237 -0.26713 L -0.6638 -0.47477 " pathEditMode="relative" ptsTypes="AAAAA">
                                      <p:cBhvr>
                                        <p:cTn id="2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2" grpId="0" animBg="1"/>
      <p:bldP spid="2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9909F-E737-5E5F-F23A-425F18A53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F26CB67B-EB6A-BEFE-27ED-D5F5702FC9C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4D3F9294-97C1-07F3-3AEE-8435B00228E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3B602565-032A-2D7C-472A-444C8758FC3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6B1A8F9B-7BB0-DD63-AC6D-37E1AA797F8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9568ECB-5BF9-8BA5-6FAA-2A76946A11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8FAD246-93C7-5672-085A-AEFB3CFE4E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E3246C6-D09D-29B4-0ED4-9B20DDD735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4532F123-096C-88E3-95C0-79EB936F2A6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E72B7AFC-A157-DE40-1AAA-F4054F1250C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A9EA3448-B4EE-38E6-B024-68BC1CA9A2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2833879E-CF83-9CEE-82B2-40C6BFBDB70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013330CE-C823-1C4E-63A5-36D1B5B3AB7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6E009117-C788-27F7-0D59-C9B96182247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7B9A665A-55EF-762E-3CC1-B8895A61681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61E1BB64-AE94-9092-10E5-88AD822ED8E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6B5924ED-9F48-1628-6626-6643BAD2FD6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24BE252B-FA0E-3919-D956-5BA26E99C6B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468278FE-8C58-6146-385B-9E949E746FE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A53D4DFA-2EAD-3291-17A6-4F2AEF7995B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267A41FD-8727-154D-8CF5-9CC7A0B59D2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F14470E2-A2AB-865C-F979-7E5C91E9C73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E4EA32A8-B895-30CA-F01B-1154BE7D46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saída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39FB5BF4-CD77-75E4-7C09-F49A6D01DB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26D437DA-FBE5-2AB2-31B0-BE0C33579B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F19DCA8D-DB17-E583-E25F-B39A52F8B4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0121A6E2-774B-A243-9626-9A76CA52AE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31F7DDC4-5614-607A-7D49-CCF10A3089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2F720EC4-03DB-E8B4-82CA-60C6ED9031F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12115ECC-72EE-420C-4283-D497CFA4C8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A46B78AF-711F-9830-0C8C-6AF63DFDE2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CEAA5738-C103-2FA0-6D78-F7EB2E22BA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C94014FD-6856-4F2E-9E54-E166083D769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C2633892-7840-9759-2FBE-378B58CE5A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808011CD-F858-9E3F-36A2-5891047342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D16826C6-F113-FEDC-7910-AB4FA6D513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0B6CED66-8ADC-4DCA-3FE6-A74BBD5DA0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0DC82B52-B964-8C3F-3242-497CA0F088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910A49C9-B6EC-885B-E63B-6A61D6C607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8E2B34F5-F79D-0521-606C-30713B6AC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06574CD2-872F-BA0E-6BBA-DFDE4DA768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869A78D8-AA9B-4B4D-A81A-C9D9EC6CAA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9AC78847-F20F-FC67-F3E0-BBFEBDF400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35592B44-608E-5131-1CCA-9D1CCB8C40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A7C804D5-E7DF-AA77-2DDA-8FFBAEF060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BADB0895-D34C-064B-EEC2-DA50092E2F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F0CD352B-8E09-887B-C11D-17540B484B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E587EFBE-BEC8-20DA-6E18-A340AD308C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11B7FCE9-A3AA-73F1-4A5F-117575A2C1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F4B9FDA7-49A4-5F2B-1286-4C0C91C06B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AFA1288D-703D-747D-229C-BAC199FC2F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D269CD39-F704-8474-689D-3B225F1BE6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D2315E3D-4901-862F-9B10-337BEB05D1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3CC46A68-2567-CF0B-83FA-6FFB249484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D42D92E5-7DA3-B4A2-91E9-25CCFEF1E8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366BBD46-FA28-2277-0DFC-3302D2C60D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645C6F78-BF66-A98F-7419-386BBD29531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2502820D-1761-7C88-2DE1-5E26BA22BB1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DFA8ED93-0788-9B48-E474-1D0D7E66170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392DA957-4925-898A-F220-52E369856CE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B0D4DF90-F66E-DDE6-3648-078B842ECF1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1DEAF528-40F0-1B31-B7E9-75D0067C545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86541AC9-3BEC-A97C-4B30-79BFC2A9398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814AA88E-5283-F17C-0D81-2DB8B0FE236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41C1DFBC-F12B-10C8-D53A-158D034AF2F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09FB34B0-C1E6-F806-D6C6-80B484CD81C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814C4F96-40BC-09E5-3732-F2BF5CC7A3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1F1729B3-065D-67DA-39A9-143AAE7873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5EDF67AF-6324-78F0-695D-2A082261AD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12A5C9FC-A3C3-A28A-4BFE-CA45E9B95B5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6087B942-FFB4-538E-A671-5EEFD7B5D6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82278B30-12BB-8B4A-3668-FA5003C0EE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072547C1-55D7-9E55-DAAC-0CD483B955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422EE7DC-8193-760F-67AD-34EF936E75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679D3C98-F3C0-E069-F0CF-4DFC418CDD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79A7D0E8-5BF5-FDD2-D98C-3545867099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46D64DCC-DFAE-297F-A39B-4067C1356E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D81748F0-125E-5BA2-62FB-A484C2D3DB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59CB243E-CE26-5822-8114-C3F6821D93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BE2EC2A5-C71A-3976-9D38-CF2109D149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FBBCA7C5-8CE8-F5F7-B49B-33E44DA18D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6CCA20FB-74E7-780F-7C38-B28AECFDAA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E03B6860-2FB4-6C58-3FCB-D162D13546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2C2B780F-2AFE-6119-5C7E-9D94102C79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A6DB65DD-A7C6-AA4B-0F05-B3549C71301B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238D5D96-1CA9-63A8-EED9-1E045EF3F57D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3E53AD00-B9F5-BF02-1593-EA740E9B5551}"/>
              </a:ext>
            </a:extLst>
          </p:cNvPr>
          <p:cNvSpPr/>
          <p:nvPr/>
        </p:nvSpPr>
        <p:spPr>
          <a:xfrm>
            <a:off x="675534" y="2281410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41 bytes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D2AFA41-B86A-5189-55AF-0DE3CADEB055}"/>
              </a:ext>
            </a:extLst>
          </p:cNvPr>
          <p:cNvSpPr/>
          <p:nvPr/>
        </p:nvSpPr>
        <p:spPr>
          <a:xfrm>
            <a:off x="7681825" y="5363750"/>
            <a:ext cx="3960718" cy="46269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tx1"/>
                </a:solidFill>
              </a:rPr>
              <a:t>escreva: (“Insira seu nome:”)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2649278-795C-A342-A9D4-5FFB4F01C0D7}"/>
              </a:ext>
            </a:extLst>
          </p:cNvPr>
          <p:cNvSpPr/>
          <p:nvPr/>
        </p:nvSpPr>
        <p:spPr>
          <a:xfrm>
            <a:off x="8765385" y="5422409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29 bytes</a:t>
            </a:r>
          </a:p>
        </p:txBody>
      </p:sp>
    </p:spTree>
    <p:extLst>
      <p:ext uri="{BB962C8B-B14F-4D97-AF65-F5344CB8AC3E}">
        <p14:creationId xmlns:p14="http://schemas.microsoft.com/office/powerpoint/2010/main" val="3231709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64 0.00625 L -0.10794 0.00231 C -0.10768 -0.0875 -0.10755 -0.17732 -0.10729 -0.2669 L -0.55729 -0.2669 C -0.55755 -0.32986 -0.55781 -0.39259 -0.55794 -0.45533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85" y="-23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6" grpId="0" animBg="1"/>
      <p:bldP spid="6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CC353-F293-0795-72B2-D693B3962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AC7E6557-641D-AE0F-CC8E-8246FDFBC7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6EC078E2-D23A-069C-02AC-EB2DE900AA6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DB76DA7C-456A-AA49-CF1A-8DB3CB0F1D4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FA60978-13DC-2D43-C4F6-17854E837CB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3E21AA2-F1D0-27D5-D7E5-BF658C77EE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AE7D048D-A6B0-11D1-7E7A-C317981846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F010EE7-DBEB-CB81-D304-6F0A6FB837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3AA5EBDA-5076-736F-A806-A618771D6AD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EFCF4C2D-230A-6FE4-3F17-E7C87A818D7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19032C41-92B2-8232-7E6E-CF27149348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AE82FD7D-2494-BC82-41BF-9DCA1FBB34E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670531C4-BC57-09EC-95D7-138EA19C7F2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483C945B-478F-0761-5593-3729745CD70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70CA5BB5-B1B2-4778-86D7-975E3B80BF2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45A9F509-1796-2226-DE08-646C86E9859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EDCDADA8-1F9D-8376-C170-A327FA4D30D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F3877779-DCEB-0EF0-A480-9E9FF8A53C2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EFDFADD1-4DFB-4F3C-D9E7-D3ADDE2DB0A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C3E6A847-73E1-45CE-7DEE-AB4029F13C9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7E882044-8BFC-22CD-1335-9E88905AE4F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53805830-34FD-E830-4DF2-9817A2432E7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5EA9D01F-F648-E538-7129-B8AB03FCE4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saída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B85758EF-CF13-3F4A-95E8-B3F29C5F70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6467753C-0D48-03E8-FC10-B9CE1355B8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7C131F7E-9E4E-02C3-EE3D-65DFC77DFC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664A74F5-285B-9E8A-A893-738D3A01C7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7CFA98D8-4D98-CD68-DBA2-CAEF084A5F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3CDAE791-9F60-F3DA-17A4-37FED047255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D0DDE2F4-7C19-98E3-1065-625A893A0B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F8E49083-D1EA-485F-6E6B-2168569D38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06923E70-1684-6D37-99CD-2F26DDBCBE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6B077321-FFBB-AE69-DA4B-D4ECCF96764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4B0F7636-A1F9-6E77-BB67-29AA909A38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9FB0F94B-2BBB-BA3E-CD34-3D315F1B6D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C41E455E-AEE1-64D5-038E-3FDBB5DC32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1C4782D3-CA66-6135-A415-BB01378ECF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88145D41-5CA9-D675-19CA-53B10E923E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F2D88740-8127-874A-A6AD-8A6F90ABEE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71B57A0E-7AAA-549D-01D8-C8E5089286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AC4CC0FE-DC46-42C5-0EA5-9BC7DE83E1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800AC66A-D91D-C519-7B9F-97235D6752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D16967FC-7E81-D50B-5C9E-8CD5EB25A3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8B448451-DA5D-16E5-F735-E047885FB6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7BE59C3B-72D4-BDB0-8863-6AD7101102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E076514C-ABFB-0CE0-672B-FC3CA98965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8881895F-C00B-70C7-84A6-44D221848F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94FA9EA3-C213-26B6-1C3C-C7FF029F06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72DA0206-3EC8-9094-3548-E0DAC2CE59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F15369D4-32F9-B0A6-CF93-2E42715730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52948601-CFB1-85CF-C9ED-5231FCF061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B1AB51E9-003E-EB38-8123-300B5859CC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EDB09804-D5B8-C749-5C02-A1612BEE0D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1B92798B-9867-98C1-5EB0-3297C76A74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D64AEDBA-1D6D-D43D-501E-2CF4220453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sz="1000" dirty="0"/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ACB7BD1D-BD8C-F05E-B369-9C94AAD7A1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5E2C2ABB-225E-FA51-2DE3-484513F7798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A2D21B8E-1EBB-29E8-7D49-E030278773C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F2602FDD-5EEB-B901-3892-3A0C7945710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63D066D8-DC4B-ECAC-F1FD-330DF5D5408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54CB8CA1-88B1-FA25-50FB-A01B66D24BE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632C6B06-D00F-F43D-83C3-4FBEBBF7CCB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DB7A38BB-BEBF-599D-8F80-E85F9C195CB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51076C66-D24B-8D7B-E08D-82F5F4EA3A9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0063CB3E-A283-C3A0-D97A-12ADB2256C1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925BFDD6-C386-6294-666D-0942A853492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BE8A01BE-2EC9-0327-EF8B-277F682F00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FA02381E-C3A8-7011-B082-8A8A82F2AF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F237B0C8-C225-E06D-2EC4-5EC8C1DDD6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FCE48A05-CE4D-D6D0-EFB9-670FC4C7A65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912B4F7A-764E-1864-407C-66647465F9B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0D73AAC6-0FDD-F16E-02AE-90400BF929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CF68F10E-29F7-7AEF-AE92-016B8A8518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9456579E-0F9A-CEF6-73D9-30D4496B15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4EC746FD-EF3D-AF9E-5D89-8861FAD20DD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815907A3-F601-501E-1518-BE56480A2E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EF0C21C2-14C9-777A-E6CB-CB087BF8A6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3DAD40BB-9769-2282-F863-B341CD18AC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E4CC9E3A-482B-1D2D-EFD2-26E3BD9B6E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E1F64490-CF87-C8E7-C362-7986564599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BD39E3C9-CD3C-5F50-4F85-D7FB5E96792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B19EF893-E774-C1D5-C229-1CFC3735F3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5515D610-4964-292D-9E73-D820781E0F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9A097B0-3A49-AB14-A6C5-D3FD681216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E8A18EFF-5C5B-B26C-28B1-13D21F206F34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07206657-2B3A-DC5D-67D7-E5EB8CB5CD2B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B1B165EA-C439-C01E-41A3-0B3B5C330D23}"/>
              </a:ext>
            </a:extLst>
          </p:cNvPr>
          <p:cNvSpPr/>
          <p:nvPr/>
        </p:nvSpPr>
        <p:spPr>
          <a:xfrm>
            <a:off x="667041" y="2371550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41 bytes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A2FAAB6-8A30-B269-9B21-1F515F262B16}"/>
              </a:ext>
            </a:extLst>
          </p:cNvPr>
          <p:cNvSpPr/>
          <p:nvPr/>
        </p:nvSpPr>
        <p:spPr>
          <a:xfrm>
            <a:off x="1993366" y="2371549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29 bytes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EA94C5A-7074-CDBF-CC0A-DA65AF242950}"/>
              </a:ext>
            </a:extLst>
          </p:cNvPr>
          <p:cNvSpPr/>
          <p:nvPr/>
        </p:nvSpPr>
        <p:spPr>
          <a:xfrm>
            <a:off x="8774941" y="5363750"/>
            <a:ext cx="1659607" cy="46269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tx1"/>
                </a:solidFill>
              </a:rPr>
              <a:t>Leia (a)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DE519C2-003E-50B0-53DA-B49411BE037E}"/>
              </a:ext>
            </a:extLst>
          </p:cNvPr>
          <p:cNvSpPr/>
          <p:nvPr/>
        </p:nvSpPr>
        <p:spPr>
          <a:xfrm>
            <a:off x="8792567" y="5401273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7 bytes</a:t>
            </a:r>
          </a:p>
        </p:txBody>
      </p:sp>
    </p:spTree>
    <p:extLst>
      <p:ext uri="{BB962C8B-B14F-4D97-AF65-F5344CB8AC3E}">
        <p14:creationId xmlns:p14="http://schemas.microsoft.com/office/powerpoint/2010/main" val="109908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99 0.00301 L -0.10833 -0.00231 C -0.10859 -0.09027 -0.10885 -0.17824 -0.10911 -0.2662 L -0.44791 -0.26875 L -0.44934 -0.44051 " pathEditMode="relative" ptsTypes="AAAAA">
                                      <p:cBhvr>
                                        <p:cTn id="2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4" grpId="0" animBg="1"/>
      <p:bldP spid="14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7B9DF-0E9C-F4DD-BD60-0FE4A82D8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DFCD23A1-FB01-96F2-DB1B-A567550F6E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83AC7DCD-4036-F27F-D116-261B51DF905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1F70CF5E-C267-E5A0-9B33-FE06E77EBA4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0466CDBC-6D39-07E9-7EA5-5C2D091B7EC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6B3CC7F-7330-6500-FE90-F1BB3BF35E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5803BA01-529B-045E-A23B-5276A10C30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09C1C7A-DB1E-4A45-EB10-3882E47550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7E18A90F-8D11-2A7B-DBA1-4D4240617B8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BA3B55F5-3933-2E59-047D-A3D9EEB22B9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75935739-1204-7DC5-AB24-6157793766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628823E7-36C8-212F-5B35-3B7F686933E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6F188923-ACA8-32CE-5239-321418A65A9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16BA5FEA-D31B-5B79-3CAB-1E53D64995E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70607AFB-0228-93B0-6767-20004994B55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105CB745-F230-F545-2667-30D868FF1F5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2D0A7643-F32B-0B19-EE13-52C9E8D683C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12EBFCDC-9974-1B44-CD0D-B9B8E5AE17E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5ABCD8AC-C5DE-BF5C-AE74-E7C68EF082F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37755903-44F9-5ED8-7CDC-C8744C9F791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17DF3FE1-1D64-82AE-BFBD-222B6AFD2DB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93117AA4-7A3B-AC5A-1B7D-81DBF39FDEF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866C540C-054A-2AB9-6CFE-63218C9071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saída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95BC6055-1FCF-5C2A-5342-8A81A81B2D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F3DB5EA4-1EF6-562F-4A3B-701C263DAE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FAE8B01C-A37D-8350-1225-3B06C9A21E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88BBA412-1326-3A03-BB34-7E0ED8FC90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8D64FC57-66D8-6F4F-7E1D-C4CD62C26C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ABD8688C-6860-7216-1A36-5F1FE9C2665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C6B76C13-1755-7924-605B-EF280CBEE7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5054E498-D8C7-1304-066B-DD40710DF6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E23C7639-AF85-F124-B951-B2DDC472A5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E99F09A7-D897-A9E3-BE1C-434CA3345D5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A3C92326-2AA9-5CD5-F559-186AAFBC38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258F520B-0F90-EE02-AA7F-E6E7A274EA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9B7AD2BD-0442-360F-D2F1-29CFA30F70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6B512FB7-9A26-B870-7E7E-9E07BE4BF8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EF7A234C-B567-E3C8-B220-4660E0834A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E59A800A-570D-6304-7B4E-D1F2E12B45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64D8AF54-5DAE-A3D7-48CC-BCE9673DD3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39C5D9E6-5193-56DE-5C4D-54DCC30137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EB61E483-C006-F06B-C74F-905EE4064F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201CABDD-B605-23F3-B788-5B4B2B882D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92B6538F-D942-D662-1BF7-B829C418FF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BC34CEF7-FD78-F119-7079-2EF1AC2BD1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960DBCB3-CE86-1D3B-740E-F4E4234512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912FF87E-64FE-22C7-3A6B-AC2C1FF470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39A612D9-8DE1-2A64-0D81-9A2A30E180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CC53057E-2953-C364-A70D-39BD96614C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F83254EE-EAF0-9582-F7F0-97EB6F8330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96DF99B2-49E9-85B8-84A8-8C36D33F22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834657AC-090F-9EFB-1EB8-54BBABB1ED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A7CAAA6C-E5C6-3879-D524-1188CCB238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9767582C-64E1-434E-99C3-58DC13959D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B5AB1067-EF1B-D3AB-5860-367F74347E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>
              <a:highlight>
                <a:srgbClr val="000080"/>
              </a:highlight>
            </a:endParaRPr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A59CCAA9-0430-F4A2-8146-11F07704EA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675E2D95-CEB7-5BD1-2EA1-C7C6317D45D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F1B6E7F3-B3DF-3C35-D5DF-1C463134969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3CD369BA-1A2F-162C-B887-B9A69F3767A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F52E3200-F77B-DEED-077D-9E4AFA4C8FE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7E4418D0-66B4-0884-2BE0-3B5F246E15E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13409277-A6DC-01C3-E33E-76D5C1D2F89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CFF2B6FA-FEB2-2AC1-BD06-8EBCD2DFE64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D81B5A6C-4E6A-BD7E-7980-45DED6B7A96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BD3E0775-D2A2-D912-C770-56ACD50C76E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24039171-6786-87B3-FED1-C1FD88AA470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0D5B7B03-6019-84B7-D04F-118A7E2C6F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D885C8F8-0630-D05E-D681-6AEC87680A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B12F43CC-4BAD-5C24-1AA1-E9DA10A1F7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6BBFF7A8-C545-6985-B38D-D150F9CF012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5F9A34A6-B5F2-E30E-90B9-D82921CB04F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6914F0EB-6F83-CD69-C886-8A67CA994D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71A534C8-40D0-851B-8A68-1DFCCF5F98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22EE07D9-97BF-937F-57EE-CD5BB59DCA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FCBEAF6D-3B98-08ED-96F8-D2AFE21078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6D405C24-EBDB-362C-4995-6021A2FF6B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AE174B40-603A-7EC2-866D-8A7B28DF3B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5BE0F0D9-6838-C847-011D-4C6130A527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24A43D3D-BE9C-CA2B-C077-3EB32ACE55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B59B264C-4980-AFBE-E810-EFA05F3A4E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1C2AF8BD-F64C-ACAE-7D12-21C8212E05B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A8291716-D623-E320-0FF1-2348B0B6EF6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B0D185B9-FD6D-15B4-CBF2-F4C2E58136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9616B0A-C776-C6F0-C803-A54BBA4892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C6304354-2F93-0105-78BF-BFE28923B16C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350E2E57-E319-1BBE-47D0-F5070E5DE473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54A7B89D-EA8C-3DAA-A307-D9F652F88B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90197" y="232933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29 bytes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91703A-FF0A-14DC-9CFA-5390B7D651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13201" y="2329334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7 bytes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2583E21-2FF6-BDA5-8BC9-B80778A56F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67835" y="234201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41 bytes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5B8D250-227F-90CB-9F0F-B73FF086B8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74941" y="5363750"/>
            <a:ext cx="1659607" cy="46269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tx1"/>
                </a:solidFill>
              </a:rPr>
              <a:t>escreva (“Seu nome é”, a)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EF60E62-0B7B-F16A-0C18-BB224BB769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17355" y="5402909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25 bytes</a:t>
            </a:r>
          </a:p>
        </p:txBody>
      </p:sp>
    </p:spTree>
    <p:extLst>
      <p:ext uri="{BB962C8B-B14F-4D97-AF65-F5344CB8AC3E}">
        <p14:creationId xmlns:p14="http://schemas.microsoft.com/office/powerpoint/2010/main" val="3303696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00162 L -0.11107 0.00023 C -0.11081 -0.0875 -0.11055 -0.175 -0.11029 -0.26274 L -0.34258 -0.26528 C -0.34284 -0.32593 -0.3431 -0.38658 -0.34323 -0.44723 " pathEditMode="relative" ptsTypes="AAAAA">
                                      <p:cBhvr>
                                        <p:cTn id="2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2731C-48CB-A5BE-F2E5-20CC19423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E8FA3E0E-7E2E-36F7-7D06-1114B8950F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62D8FADA-6631-A657-8AEE-C4480B26F02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BB778DA6-5CAB-9485-D519-70C117D447A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E506A82-7587-F1DC-2D16-FA14B6C2B8A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DD522E2-C6A0-E9AF-FF11-CCF2168118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31E1454B-0DE7-B3B9-464C-3992B56E4E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0D1F8D7-F187-DA07-764A-E5FE2F7060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1100" b="1" dirty="0"/>
          </a:p>
          <a:p>
            <a:pPr algn="ctr"/>
            <a:endParaRPr lang="pt-BR" sz="900" b="1" dirty="0"/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3D95A81C-E482-8AC7-1543-A6143AF76B4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35473006-6E65-6F3B-D51B-3F515B60920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9BC73475-6512-323D-82FA-0064A5F73F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86EBC03-B99A-97DC-EC4D-AE66342F398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03E6B3B7-16ED-46F9-69E6-08A3FF75E20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06704099-3CE3-3208-5E3D-832211CE1BD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8BFD0D26-A03A-FAA2-AB8D-5E72663C46C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899EEC82-5C96-0FE8-6C27-683A5823F4D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BC6A7AA0-E427-A09C-77F8-B50AE9104CA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A7294647-0B13-E20E-0C76-42F9DFCBB98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8BCB7CDB-0098-350A-A572-E16C7B0F971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116ACCB9-7DC6-8399-93F5-EA960776F76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2E3C6EA8-B523-517E-74D1-C2DC18603EA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C34605AD-978A-7ED3-1315-D83F12CADEF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8868FC57-F837-1E15-549F-7511AFECB2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saída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855D2988-4F98-2226-F11C-53B13B1033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413F0D4B-9731-7974-8CBD-B704486348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C4F13F67-546B-E874-7FB4-CE0F20504F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C1672D9B-F988-EB97-6506-B7F37EAD7F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C41BC1D0-2230-5D25-8584-8420575763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E24A64A6-29A4-6C21-7B39-D8D072D9501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0A77841E-C75C-5487-FA9F-836A117225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B5799BF0-2E8D-DE97-60BE-F1839A2EE7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F95A5274-A06A-0B94-F48D-ADF7F0947D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0F90E93E-D977-9972-ADCA-B199116B5A9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BD8F3AA7-4D0A-2EC0-6B1D-95828F93B8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0C317035-4BC8-53E0-C988-82FAD37FEB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83DDE59E-6FFE-EEE9-3B96-E09ECF1E90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A667115C-F1FA-EABC-FB23-A00CCE3A0F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81937949-071D-74E0-D6EC-59FC3926DC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75A66441-FCF2-39EE-E890-1FBC92357F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C08CF9DC-0681-3B1F-2EBE-26A3F40932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6844F825-87E2-C533-8DC1-6AFDF58303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ED06742E-C236-CC1C-7186-6F68E5A0E7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868096C8-D664-D939-A568-730A3291AB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467E6C9A-6655-0325-6621-CEF646D3F9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71E94BD4-9D55-B080-031A-CEDE844E11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3A5FED32-A15B-AD19-847A-1B88BBA89F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E2BFDD2A-3F58-E0A8-F41B-F7A21F0AE1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F4A45E08-A58C-5F35-C2BC-12F028231E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29B4F832-B3DC-59BD-10EA-B128ACEE5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4A386A47-E6E4-9B40-41B4-69FC62C19B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4675BFCA-455D-0F4B-85E5-252F5AF0B5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F2BEC57C-0CC2-95A5-69BA-10EE322337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448F1C0A-5B0A-64EC-BB95-4A9BD5DCAD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4C6B89E2-FE0F-CC79-AFBB-F19C643674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726B95B4-085D-0964-A18A-6C7DA10133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>
              <a:highlight>
                <a:srgbClr val="000080"/>
              </a:highlight>
            </a:endParaRPr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B30730CB-68AF-F667-C6B8-DE4F1B181E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7850B650-8C1B-8263-B827-9B97B8861A8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54629603-BB5B-7CD5-BF74-7FE00DB8363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FBB4CE79-866D-C9B4-C188-269D213AB7B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5C63505F-B370-8C8B-AB08-2E5C0B37AEA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233E5DC3-E84E-C9D6-2854-58097608587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D5337D0B-DA05-3C48-B358-9877181467C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0F03FBB9-FA83-C5C0-8AD6-6A0607882D4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71F67AE3-B439-2EF3-4576-94441F25100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59827893-7EBE-CE59-8C92-BD0D30E28D6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36CC85BC-7F1A-8B8B-07AC-ABEA8469D55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F8FA496C-0CB8-D153-47DA-76D905F267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CF5802AC-A810-0B53-CE6D-12879D54FA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82AEE0FB-4753-6FB5-5D5E-EA147C3C6F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6160629A-F75C-DA63-4ED8-937031A2114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FFCFABB1-7546-A430-AA1D-1A21ADFCFD7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948217A6-482B-2AEA-766B-6EB4211628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29DD9D77-20A5-F627-D253-F6785B96FB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C81DBEC9-159F-200F-5E4E-23B61AF566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F7174307-8613-56A4-1FF0-4911E12DC4A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22F5F523-73BB-FA13-3351-97E3A2C36E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A3FF848F-CACE-39AB-A149-AA9D559229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CFA87F84-8065-B7F6-B002-07AF527C05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7B1B35FE-FED8-BFB5-996A-404D6BA713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C505C50A-0A4D-36C5-F922-3D97CFAF55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976FB6E8-3C85-C01E-45EC-5C5274F821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A529DA94-AE10-5C84-A29E-D053E500EB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568ECDDF-CFA0-9692-E236-7C99E1A2B0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5EF3D69-BB1F-E183-CD3D-BB0EFB9616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7E77780C-41CF-0255-8D80-1F9C5B1BD5A4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BC6FEE23-2DD8-0DB5-224D-14F2A28CBAAD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54" idx="1"/>
          </p:cNvCxnSpPr>
          <p:nvPr/>
        </p:nvCxnSpPr>
        <p:spPr>
          <a:xfrm flipH="1">
            <a:off x="8731031" y="4865012"/>
            <a:ext cx="470840" cy="1178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BCA294D9-CC12-BE5C-C5B1-2CB823D636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90197" y="232933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29 bytes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4B21DC7-511F-9131-D49A-EB661D0519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13201" y="2329334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7 bytes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B622187-9B30-A089-4D50-51AB981D4B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67835" y="234201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41 bytes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54BD548-9DF5-D640-904B-A7C1B627BE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24180" y="2351320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25 bytes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C2FA711A-A3E5-58FE-E37D-D22FA65FCA85}"/>
              </a:ext>
            </a:extLst>
          </p:cNvPr>
          <p:cNvCxnSpPr>
            <a:cxnSpLocks noGrp="1" noRot="1" noMove="1" noResize="1" noEditPoints="1" noAdjustHandles="1" noChangeArrowheads="1" noChangeShapeType="1"/>
            <a:endCxn id="1025" idx="1"/>
          </p:cNvCxnSpPr>
          <p:nvPr/>
        </p:nvCxnSpPr>
        <p:spPr>
          <a:xfrm>
            <a:off x="1076685" y="1450731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DB12082E-9F09-2666-E0E2-665AE71BBF92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105" idx="1"/>
          </p:cNvCxnSpPr>
          <p:nvPr/>
        </p:nvCxnSpPr>
        <p:spPr>
          <a:xfrm>
            <a:off x="10054220" y="4069955"/>
            <a:ext cx="611350" cy="1731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B30ED148-E3D0-A092-50C0-EF6EE23C31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613938" y="4994775"/>
            <a:ext cx="234185" cy="21044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00</a:t>
            </a:r>
          </a:p>
        </p:txBody>
      </p: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7C5F728E-55F1-8E9A-A704-28D2AA5C13C6}"/>
              </a:ext>
            </a:extLst>
          </p:cNvPr>
          <p:cNvCxnSpPr>
            <a:cxnSpLocks noGrp="1" noRot="1" noMove="1" noResize="1" noEditPoints="1" noAdjustHandles="1" noChangeArrowheads="1" noChangeShapeType="1"/>
            <a:endCxn id="1110" idx="1"/>
          </p:cNvCxnSpPr>
          <p:nvPr/>
        </p:nvCxnSpPr>
        <p:spPr>
          <a:xfrm flipH="1">
            <a:off x="10663750" y="4626642"/>
            <a:ext cx="1820" cy="14759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D51B9D17-6EB4-E211-2DB6-07B2C779EFD5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0" idx="3"/>
          </p:cNvCxnSpPr>
          <p:nvPr/>
        </p:nvCxnSpPr>
        <p:spPr>
          <a:xfrm flipH="1">
            <a:off x="10054220" y="5186981"/>
            <a:ext cx="609530" cy="15548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1A19CD13-54FF-239E-F116-D904E5EE98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222723" y="4178439"/>
            <a:ext cx="936642" cy="525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b="1" dirty="0" err="1">
                <a:solidFill>
                  <a:schemeClr val="tx1"/>
                </a:solidFill>
              </a:rPr>
              <a:t>Alg</a:t>
            </a:r>
            <a:r>
              <a:rPr lang="pt-BR" sz="1000" b="1" dirty="0">
                <a:solidFill>
                  <a:schemeClr val="tx1"/>
                </a:solidFill>
              </a:rPr>
              <a:t> “Escreve seu Nome“</a:t>
            </a:r>
          </a:p>
          <a:p>
            <a:pPr algn="ctr"/>
            <a:r>
              <a:rPr lang="pt-BR" sz="700" b="1" dirty="0">
                <a:solidFill>
                  <a:schemeClr val="tx1"/>
                </a:solidFill>
              </a:rPr>
              <a:t>var    A: caractere</a:t>
            </a:r>
          </a:p>
        </p:txBody>
      </p:sp>
      <p:sp>
        <p:nvSpPr>
          <p:cNvPr id="1034" name="Retângulo 1033">
            <a:extLst>
              <a:ext uri="{FF2B5EF4-FFF2-40B4-BE49-F238E27FC236}">
                <a16:creationId xmlns:a16="http://schemas.microsoft.com/office/drawing/2014/main" id="{20FE0B0E-332B-19E7-94C7-ACC1583D2E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122644" y="649633"/>
            <a:ext cx="1894118" cy="525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b="1" dirty="0">
                <a:solidFill>
                  <a:schemeClr val="tx1"/>
                </a:solidFill>
              </a:rPr>
              <a:t>- Altera o nome do algoritmo</a:t>
            </a:r>
          </a:p>
          <a:p>
            <a:pPr algn="ctr"/>
            <a:r>
              <a:rPr lang="pt-BR" sz="900" b="1" dirty="0">
                <a:solidFill>
                  <a:schemeClr val="tx1"/>
                </a:solidFill>
              </a:rPr>
              <a:t>- Define uma memória como A</a:t>
            </a:r>
            <a:endParaRPr lang="pt-BR" sz="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004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82 0.00024 L 0.00026 0.17963 L 0.55482 0.1757 L 0.55768 0.45394 L 0.72722 0.45394 L 0.78711 0.36274 " pathEditMode="relative" ptsTypes="AAAAAA">
                                      <p:cBhvr>
                                        <p:cTn id="4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8711 0.36945 L 0.78711 0.28357 " pathEditMode="relative" ptsTypes="AA">
                                      <p:cBhvr>
                                        <p:cTn id="5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43 -0.00509 L -0.05273 -0.07569 L -0.11614 -0.07569 L -0.11836 -0.26157 L -0.12552 -0.51041 L -0.04843 -0.51157 " pathEditMode="relative" ptsTypes="AAAAAA">
                                      <p:cBhvr>
                                        <p:cTn id="6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0185 L 0.07552 0.00301 L 0.07474 0.44259 L -0.00234 0.43866 L 0.05091 0.51319 " pathEditMode="relative" ptsTypes="AAAAA">
                                      <p:cBhvr>
                                        <p:cTn id="76" dur="2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026 0.51574 L 0.04961 0.59537 " pathEditMode="relative" ptsTypes="AA">
                                      <p:cBhvr>
                                        <p:cTn id="80" dur="2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6" grpId="0" animBg="1"/>
      <p:bldP spid="6" grpId="1" animBg="1"/>
      <p:bldP spid="6" grpId="2" animBg="1"/>
      <p:bldP spid="54" grpId="0" animBg="1"/>
      <p:bldP spid="7" grpId="0" animBg="1"/>
      <p:bldP spid="7" grpId="1" animBg="1"/>
      <p:bldP spid="7" grpId="2" animBg="1"/>
      <p:bldP spid="1034" grpId="0" animBg="1"/>
      <p:bldP spid="1034" grpId="1" animBg="1"/>
      <p:bldP spid="1034" grpId="2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E2A58-D107-1227-A9EA-A7EB59A21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185E0BFA-2C71-2915-745A-BAB27918EC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001DC529-DDF9-514A-E102-5F204F55B535}"/>
              </a:ext>
            </a:extLst>
          </p:cNvPr>
          <p:cNvGrpSpPr>
            <a:grpSpLocks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A8F3EF03-E067-A07F-05D9-A7896C8A2F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16068359-93ED-D467-F8F3-537B67FFB0E5}"/>
                </a:ext>
              </a:extLst>
            </p:cNvPr>
            <p:cNvSpPr txBox="1">
              <a:spLocks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61F9C4D-3B8F-18EC-E3B6-1504E1AE326F}"/>
              </a:ext>
            </a:extLst>
          </p:cNvPr>
          <p:cNvSpPr>
            <a:spLocks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C007B676-B595-6C44-CC3B-BBDEFA56CEA7}"/>
              </a:ext>
            </a:extLst>
          </p:cNvPr>
          <p:cNvSpPr>
            <a:spLocks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0A8AF1B6-94F7-9E61-CC9B-2CFA63B39550}"/>
              </a:ext>
            </a:extLst>
          </p:cNvPr>
          <p:cNvSpPr>
            <a:spLocks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1100" b="1" dirty="0"/>
          </a:p>
          <a:p>
            <a:pPr algn="ctr"/>
            <a:endParaRPr lang="pt-BR" sz="900" b="1" dirty="0"/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9BE539B8-E232-3560-B0AC-683915FC4548}"/>
              </a:ext>
            </a:extLst>
          </p:cNvPr>
          <p:cNvCxnSpPr>
            <a:cxnSpLocks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EE79D5C7-E8DB-183E-F6FC-8A52F13C3569}"/>
              </a:ext>
            </a:extLst>
          </p:cNvPr>
          <p:cNvGrpSpPr>
            <a:grpSpLocks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160B2A78-93E4-2814-A164-DDA0A8417282}"/>
                </a:ext>
              </a:extLst>
            </p:cNvPr>
            <p:cNvSpPr>
              <a:spLocks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38A62A46-B6F3-3ED9-D5B4-C5406B3A7212}"/>
                </a:ext>
              </a:extLst>
            </p:cNvPr>
            <p:cNvSpPr txBox="1">
              <a:spLocks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B4B6FD8A-2543-6FE3-3EDD-897854966E9F}"/>
              </a:ext>
            </a:extLst>
          </p:cNvPr>
          <p:cNvGrpSpPr>
            <a:grpSpLocks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C597D634-B3E0-0760-B0EE-BFD4D2E6E931}"/>
                </a:ext>
              </a:extLst>
            </p:cNvPr>
            <p:cNvCxnSpPr>
              <a:cxnSpLocks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9E9248AC-9229-6FD9-806E-F2284F6DF0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774D79FD-6CB8-7AEE-FA69-0D70ABEE44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DDD97CB9-C55C-E0E8-6CF9-2213B481D8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E260E590-8751-28E5-7251-4890BF2A0A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48988404-3651-ED4D-DA96-4F6159757069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B4390FBE-012A-D5BB-AC8B-22CBEEA7FB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B60BD6C1-2D51-304E-3825-D642F020EA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1DD91FC4-F832-36AB-2E37-75140C638C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AFF0C04E-F85F-A93C-B582-F0746A91E8FD}"/>
              </a:ext>
            </a:extLst>
          </p:cNvPr>
          <p:cNvSpPr>
            <a:spLocks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saída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0EC2D91E-190E-2B1A-420D-83E3CBF1B12B}"/>
              </a:ext>
            </a:extLst>
          </p:cNvPr>
          <p:cNvSpPr>
            <a:spLocks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B6D2C5F6-9F89-9ACD-E43A-26FF6F66F96C}"/>
              </a:ext>
            </a:extLst>
          </p:cNvPr>
          <p:cNvSpPr>
            <a:spLocks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2F8A15CD-4339-D289-319D-2D1E36191A4B}"/>
              </a:ext>
            </a:extLst>
          </p:cNvPr>
          <p:cNvSpPr>
            <a:spLocks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5BDFC4FC-D4B9-249C-625B-FDC2C11C8DC1}"/>
              </a:ext>
            </a:extLst>
          </p:cNvPr>
          <p:cNvSpPr>
            <a:spLocks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E93D518E-2C30-3D17-83AF-6EA5F07F5104}"/>
              </a:ext>
            </a:extLst>
          </p:cNvPr>
          <p:cNvSpPr>
            <a:spLocks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33ECF295-E901-0732-9C53-CE3D0B04684F}"/>
              </a:ext>
            </a:extLst>
          </p:cNvPr>
          <p:cNvCxnSpPr>
            <a:cxnSpLocks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A4B0D72E-BD00-2959-A873-B86F7EA4E989}"/>
              </a:ext>
            </a:extLst>
          </p:cNvPr>
          <p:cNvSpPr>
            <a:spLocks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09605499-197A-2444-2A62-1039909CFBFA}"/>
              </a:ext>
            </a:extLst>
          </p:cNvPr>
          <p:cNvSpPr>
            <a:spLocks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9C619444-8731-4F12-EEA9-802116DD3DD7}"/>
              </a:ext>
            </a:extLst>
          </p:cNvPr>
          <p:cNvSpPr>
            <a:spLocks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751ED301-02B6-8D9C-509C-052BECD4A3CC}"/>
              </a:ext>
            </a:extLst>
          </p:cNvPr>
          <p:cNvCxnSpPr>
            <a:cxnSpLocks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317746BB-82ED-F557-FE7F-AE5C47E55D39}"/>
              </a:ext>
            </a:extLst>
          </p:cNvPr>
          <p:cNvSpPr>
            <a:spLocks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D1166644-DB54-24D9-3CC2-289EEBA98DF7}"/>
              </a:ext>
            </a:extLst>
          </p:cNvPr>
          <p:cNvSpPr>
            <a:spLocks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40421004-B89F-0D40-9EA3-829F7FB7B023}"/>
              </a:ext>
            </a:extLst>
          </p:cNvPr>
          <p:cNvSpPr>
            <a:spLocks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2694BB49-5E3A-C41D-0802-EB57C266771C}"/>
              </a:ext>
            </a:extLst>
          </p:cNvPr>
          <p:cNvSpPr>
            <a:spLocks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958FC82E-5243-7E10-616F-3591C110E8C9}"/>
              </a:ext>
            </a:extLst>
          </p:cNvPr>
          <p:cNvSpPr>
            <a:spLocks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894A9705-9C6A-387D-C95B-810EBED7D688}"/>
              </a:ext>
            </a:extLst>
          </p:cNvPr>
          <p:cNvSpPr>
            <a:spLocks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A6707606-39B2-7BEC-3623-142A8C52DC95}"/>
              </a:ext>
            </a:extLst>
          </p:cNvPr>
          <p:cNvSpPr>
            <a:spLocks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2D2FA663-C1D9-F7B1-C0D4-59A0A87D5CC3}"/>
              </a:ext>
            </a:extLst>
          </p:cNvPr>
          <p:cNvSpPr>
            <a:spLocks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E6C79D71-D15D-4E75-E85F-144422CB555D}"/>
              </a:ext>
            </a:extLst>
          </p:cNvPr>
          <p:cNvSpPr>
            <a:spLocks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FD141F02-45A8-8F4C-128C-B24EF0518BE6}"/>
              </a:ext>
            </a:extLst>
          </p:cNvPr>
          <p:cNvSpPr>
            <a:spLocks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8473ED5D-E2BB-394D-4E3C-774EBCD9CF24}"/>
              </a:ext>
            </a:extLst>
          </p:cNvPr>
          <p:cNvSpPr>
            <a:spLocks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7830F36D-ED54-65F9-B758-019744FD91AE}"/>
              </a:ext>
            </a:extLst>
          </p:cNvPr>
          <p:cNvSpPr>
            <a:spLocks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4EDADC88-EE3B-3FBC-BFD6-91999E7D3938}"/>
              </a:ext>
            </a:extLst>
          </p:cNvPr>
          <p:cNvSpPr>
            <a:spLocks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33396E41-DB52-B9EE-243B-A52698247D37}"/>
              </a:ext>
            </a:extLst>
          </p:cNvPr>
          <p:cNvSpPr>
            <a:spLocks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595B8038-A998-C866-AF28-0F2E389DBEA2}"/>
              </a:ext>
            </a:extLst>
          </p:cNvPr>
          <p:cNvSpPr>
            <a:spLocks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63661737-1734-86AD-F02E-2585877891B3}"/>
              </a:ext>
            </a:extLst>
          </p:cNvPr>
          <p:cNvSpPr>
            <a:spLocks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496B1F87-FF24-24F4-8F59-FFCD5CC9ED75}"/>
              </a:ext>
            </a:extLst>
          </p:cNvPr>
          <p:cNvSpPr>
            <a:spLocks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55C1823C-21B0-7277-DD6B-A047FEF42307}"/>
              </a:ext>
            </a:extLst>
          </p:cNvPr>
          <p:cNvSpPr>
            <a:spLocks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A37C2CC1-09DD-F242-2475-8A58095B9A6A}"/>
              </a:ext>
            </a:extLst>
          </p:cNvPr>
          <p:cNvSpPr>
            <a:spLocks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9196A56C-2476-B0B5-9632-A69FCC475149}"/>
              </a:ext>
            </a:extLst>
          </p:cNvPr>
          <p:cNvSpPr>
            <a:spLocks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CAF45AFB-E25A-29D0-886F-437E5EAD93BC}"/>
              </a:ext>
            </a:extLst>
          </p:cNvPr>
          <p:cNvSpPr>
            <a:spLocks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F8995D5F-8B47-A220-ECFA-C687288DF376}"/>
              </a:ext>
            </a:extLst>
          </p:cNvPr>
          <p:cNvSpPr>
            <a:spLocks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>
              <a:highlight>
                <a:srgbClr val="000080"/>
              </a:highlight>
            </a:endParaRPr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85894DA1-13B2-4977-EFBB-42ED7898B0CE}"/>
              </a:ext>
            </a:extLst>
          </p:cNvPr>
          <p:cNvSpPr>
            <a:spLocks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914BA0E6-9A04-CB39-A827-B522D00DD535}"/>
              </a:ext>
            </a:extLst>
          </p:cNvPr>
          <p:cNvGrpSpPr>
            <a:grpSpLocks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7417665D-C884-82D8-B2E6-ED42EF4DE464}"/>
                </a:ext>
              </a:extLst>
            </p:cNvPr>
            <p:cNvCxnSpPr>
              <a:cxnSpLocks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7EF8B1B6-10BA-2761-57F4-5BFD74CC41FB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33C96834-3838-65D1-ED2F-503AE6A6F7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A7028C3E-6D4E-089C-5A5B-ABF126676B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C0A79615-7579-42D7-3A21-D1DBC12A4A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F8D127A6-97FD-47BC-DDF4-EE6AE5A8D2B7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ECE76913-E303-7096-32A2-C5D6EC2A8C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55F2C801-DC93-4922-457D-C9C908F28A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901F218A-47E8-BFD9-EC30-8875092F4D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D09DFF4C-7BF9-B5CA-5BE9-14F5FF685512}"/>
              </a:ext>
            </a:extLst>
          </p:cNvPr>
          <p:cNvSpPr>
            <a:spLocks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C47FB8CC-1F94-8D31-45CB-55E07180F5E3}"/>
              </a:ext>
            </a:extLst>
          </p:cNvPr>
          <p:cNvSpPr>
            <a:spLocks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2C834D64-B1DC-0942-075D-36CAC8D75195}"/>
              </a:ext>
            </a:extLst>
          </p:cNvPr>
          <p:cNvSpPr>
            <a:spLocks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4FB26E82-E4E2-7485-7068-50C232852F36}"/>
              </a:ext>
            </a:extLst>
          </p:cNvPr>
          <p:cNvSpPr txBox="1">
            <a:spLocks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84F5DA5F-6C1B-F2C9-5AB9-643C7CCF0ECD}"/>
              </a:ext>
            </a:extLst>
          </p:cNvPr>
          <p:cNvSpPr txBox="1">
            <a:spLocks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8DA6B6F0-A63F-B475-761A-40995B343F39}"/>
              </a:ext>
            </a:extLst>
          </p:cNvPr>
          <p:cNvSpPr>
            <a:spLocks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5B85A46B-42FC-DF48-52EB-600F6C72314B}"/>
              </a:ext>
            </a:extLst>
          </p:cNvPr>
          <p:cNvSpPr>
            <a:spLocks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EE2ED5FB-6ECD-90FB-85E4-0BD912329840}"/>
              </a:ext>
            </a:extLst>
          </p:cNvPr>
          <p:cNvSpPr>
            <a:spLocks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22AE2341-0E29-2563-F50C-6A55724D66AB}"/>
              </a:ext>
            </a:extLst>
          </p:cNvPr>
          <p:cNvSpPr txBox="1">
            <a:spLocks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66FD0643-E9A6-BFB2-283B-74FBA8319FDA}"/>
              </a:ext>
            </a:extLst>
          </p:cNvPr>
          <p:cNvSpPr>
            <a:spLocks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E3658502-C052-FB8B-75F8-2BC421E0E3A4}"/>
              </a:ext>
            </a:extLst>
          </p:cNvPr>
          <p:cNvSpPr>
            <a:spLocks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6C79F088-3D10-21C1-C1B7-D38EC4E0DF30}"/>
              </a:ext>
            </a:extLst>
          </p:cNvPr>
          <p:cNvSpPr>
            <a:spLocks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5C70989D-08D9-48D1-4D75-0D99F3569C40}"/>
              </a:ext>
            </a:extLst>
          </p:cNvPr>
          <p:cNvSpPr>
            <a:spLocks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41B12104-48A0-F915-51E9-00350681B18B}"/>
              </a:ext>
            </a:extLst>
          </p:cNvPr>
          <p:cNvSpPr>
            <a:spLocks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DF14B51D-9911-AFC1-8108-E7C966936557}"/>
              </a:ext>
            </a:extLst>
          </p:cNvPr>
          <p:cNvSpPr txBox="1">
            <a:spLocks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3E7099AC-3E5C-B604-B1FC-F84561D8E21D}"/>
              </a:ext>
            </a:extLst>
          </p:cNvPr>
          <p:cNvSpPr>
            <a:spLocks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1686C2E-C1A0-C263-F99C-C01ECC8C7E86}"/>
              </a:ext>
            </a:extLst>
          </p:cNvPr>
          <p:cNvSpPr>
            <a:spLocks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FE395FF7-36D4-52C8-0BB6-B2BB8C6AB48E}"/>
              </a:ext>
            </a:extLst>
          </p:cNvPr>
          <p:cNvCxnSpPr>
            <a:cxnSpLocks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84B05450-953D-CC44-CBDA-D65C6D128A6D}"/>
              </a:ext>
            </a:extLst>
          </p:cNvPr>
          <p:cNvCxnSpPr>
            <a:cxnSpLocks/>
            <a:stCxn id="1031" idx="3"/>
            <a:endCxn id="54" idx="1"/>
          </p:cNvCxnSpPr>
          <p:nvPr/>
        </p:nvCxnSpPr>
        <p:spPr>
          <a:xfrm flipH="1">
            <a:off x="8731031" y="4865012"/>
            <a:ext cx="470840" cy="1178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265C2364-1D3C-EB2E-8253-349150572E9E}"/>
              </a:ext>
            </a:extLst>
          </p:cNvPr>
          <p:cNvSpPr>
            <a:spLocks/>
          </p:cNvSpPr>
          <p:nvPr/>
        </p:nvSpPr>
        <p:spPr>
          <a:xfrm>
            <a:off x="1990197" y="232933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29 bytes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92E09DF-7EAB-9E73-A0AC-84FA8543C351}"/>
              </a:ext>
            </a:extLst>
          </p:cNvPr>
          <p:cNvSpPr>
            <a:spLocks/>
          </p:cNvSpPr>
          <p:nvPr/>
        </p:nvSpPr>
        <p:spPr>
          <a:xfrm>
            <a:off x="10197908" y="4290303"/>
            <a:ext cx="936060" cy="3041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700" b="1" dirty="0">
                <a:solidFill>
                  <a:schemeClr val="tx1"/>
                </a:solidFill>
              </a:rPr>
              <a:t>escreva: (“Insira seu nome:”)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0269736-604E-033D-4B1E-A444DEC19DDC}"/>
              </a:ext>
            </a:extLst>
          </p:cNvPr>
          <p:cNvSpPr>
            <a:spLocks/>
          </p:cNvSpPr>
          <p:nvPr/>
        </p:nvSpPr>
        <p:spPr>
          <a:xfrm>
            <a:off x="3313201" y="2329334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7 bytes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6ECD803-E3AE-1EDF-7075-3B5CB1100D08}"/>
              </a:ext>
            </a:extLst>
          </p:cNvPr>
          <p:cNvSpPr>
            <a:spLocks/>
          </p:cNvSpPr>
          <p:nvPr/>
        </p:nvSpPr>
        <p:spPr>
          <a:xfrm>
            <a:off x="667835" y="234201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41 bytes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A12FFB7-03D5-BD48-7A75-9CBE39B489BB}"/>
              </a:ext>
            </a:extLst>
          </p:cNvPr>
          <p:cNvSpPr>
            <a:spLocks/>
          </p:cNvSpPr>
          <p:nvPr/>
        </p:nvSpPr>
        <p:spPr>
          <a:xfrm>
            <a:off x="5852979" y="2197623"/>
            <a:ext cx="967710" cy="41500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A</a:t>
            </a:r>
            <a:endParaRPr lang="pt-BR" sz="900" b="1" dirty="0">
              <a:solidFill>
                <a:schemeClr val="bg1"/>
              </a:solidFill>
            </a:endParaRPr>
          </a:p>
          <a:p>
            <a:pPr algn="ctr"/>
            <a:r>
              <a:rPr lang="pt-BR" sz="800" b="1" dirty="0">
                <a:solidFill>
                  <a:schemeClr val="bg1"/>
                </a:solidFill>
              </a:rPr>
              <a:t>Caractere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3579FE8-9B80-A556-A380-8EADECD2BB16}"/>
              </a:ext>
            </a:extLst>
          </p:cNvPr>
          <p:cNvSpPr>
            <a:spLocks/>
          </p:cNvSpPr>
          <p:nvPr/>
        </p:nvSpPr>
        <p:spPr>
          <a:xfrm>
            <a:off x="4624180" y="2351320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25 bytes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F47C549E-8F54-0A2F-7E26-9AEB390AC29D}"/>
              </a:ext>
            </a:extLst>
          </p:cNvPr>
          <p:cNvCxnSpPr>
            <a:cxnSpLocks/>
            <a:endCxn id="1025" idx="1"/>
          </p:cNvCxnSpPr>
          <p:nvPr/>
        </p:nvCxnSpPr>
        <p:spPr>
          <a:xfrm>
            <a:off x="1076685" y="1450731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D7A6C76C-D248-65FA-28ED-620A4F850F0F}"/>
              </a:ext>
            </a:extLst>
          </p:cNvPr>
          <p:cNvCxnSpPr>
            <a:cxnSpLocks/>
          </p:cNvCxnSpPr>
          <p:nvPr/>
        </p:nvCxnSpPr>
        <p:spPr>
          <a:xfrm>
            <a:off x="2407254" y="1481742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D038F30-CCF2-2757-56F7-1CEEE8C7BB15}"/>
              </a:ext>
            </a:extLst>
          </p:cNvPr>
          <p:cNvSpPr txBox="1">
            <a:spLocks/>
          </p:cNvSpPr>
          <p:nvPr/>
        </p:nvSpPr>
        <p:spPr>
          <a:xfrm>
            <a:off x="2150340" y="5899859"/>
            <a:ext cx="401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  <a:highlight>
                  <a:srgbClr val="FFFF00"/>
                </a:highlight>
              </a:rPr>
              <a:t>ESCREVE SEU NOME</a:t>
            </a:r>
          </a:p>
        </p:txBody>
      </p: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94F0C304-8BCA-6691-7250-8E3FE0837EC2}"/>
              </a:ext>
            </a:extLst>
          </p:cNvPr>
          <p:cNvCxnSpPr>
            <a:cxnSpLocks/>
            <a:stCxn id="1114" idx="2"/>
            <a:endCxn id="1105" idx="1"/>
          </p:cNvCxnSpPr>
          <p:nvPr/>
        </p:nvCxnSpPr>
        <p:spPr>
          <a:xfrm>
            <a:off x="10054220" y="4069955"/>
            <a:ext cx="611350" cy="1731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570D25B9-00FE-CCEF-E392-2232D30EF0F9}"/>
              </a:ext>
            </a:extLst>
          </p:cNvPr>
          <p:cNvSpPr>
            <a:spLocks/>
          </p:cNvSpPr>
          <p:nvPr/>
        </p:nvSpPr>
        <p:spPr>
          <a:xfrm rot="5400000">
            <a:off x="8613938" y="4994775"/>
            <a:ext cx="234185" cy="21044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01</a:t>
            </a:r>
          </a:p>
        </p:txBody>
      </p: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E4114860-FFE8-237A-9A89-F1BB6DF0792E}"/>
              </a:ext>
            </a:extLst>
          </p:cNvPr>
          <p:cNvCxnSpPr>
            <a:cxnSpLocks/>
            <a:endCxn id="1110" idx="1"/>
          </p:cNvCxnSpPr>
          <p:nvPr/>
        </p:nvCxnSpPr>
        <p:spPr>
          <a:xfrm flipH="1">
            <a:off x="10663750" y="4626642"/>
            <a:ext cx="1820" cy="14759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B6708D0B-C519-3AAE-E525-B4A36546F8B4}"/>
              </a:ext>
            </a:extLst>
          </p:cNvPr>
          <p:cNvCxnSpPr>
            <a:cxnSpLocks/>
            <a:stCxn id="1110" idx="3"/>
          </p:cNvCxnSpPr>
          <p:nvPr/>
        </p:nvCxnSpPr>
        <p:spPr>
          <a:xfrm flipH="1">
            <a:off x="10054220" y="5186981"/>
            <a:ext cx="609530" cy="15548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34" name="Retângulo 1033">
            <a:extLst>
              <a:ext uri="{FF2B5EF4-FFF2-40B4-BE49-F238E27FC236}">
                <a16:creationId xmlns:a16="http://schemas.microsoft.com/office/drawing/2014/main" id="{4574399F-F665-8BD3-E000-B32C0735ED6C}"/>
              </a:ext>
            </a:extLst>
          </p:cNvPr>
          <p:cNvSpPr>
            <a:spLocks/>
          </p:cNvSpPr>
          <p:nvPr/>
        </p:nvSpPr>
        <p:spPr>
          <a:xfrm>
            <a:off x="9754541" y="4747404"/>
            <a:ext cx="1894118" cy="525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b="1" dirty="0">
                <a:solidFill>
                  <a:schemeClr val="tx1"/>
                </a:solidFill>
              </a:rPr>
              <a:t>- Altera o nome do algoritmo</a:t>
            </a:r>
          </a:p>
          <a:p>
            <a:pPr algn="ctr"/>
            <a:r>
              <a:rPr lang="pt-BR" sz="900" b="1" dirty="0">
                <a:solidFill>
                  <a:schemeClr val="tx1"/>
                </a:solidFill>
              </a:rPr>
              <a:t>- Alocar uma memória como A</a:t>
            </a:r>
            <a:endParaRPr lang="pt-BR" sz="600" b="1" dirty="0">
              <a:solidFill>
                <a:schemeClr val="tx1"/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535DDB3-D739-89FD-D582-58B87E254EBD}"/>
              </a:ext>
            </a:extLst>
          </p:cNvPr>
          <p:cNvSpPr>
            <a:spLocks/>
          </p:cNvSpPr>
          <p:nvPr/>
        </p:nvSpPr>
        <p:spPr>
          <a:xfrm>
            <a:off x="9317745" y="669002"/>
            <a:ext cx="1468748" cy="348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b="1" dirty="0">
                <a:solidFill>
                  <a:schemeClr val="tx1"/>
                </a:solidFill>
              </a:rPr>
              <a:t>Insira seu nome</a:t>
            </a:r>
            <a:endParaRPr lang="pt-BR" sz="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62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42 0.00138 L -0.05781 0.08865 " pathEditMode="relative" ptsTypes="AA">
                                      <p:cBhvr>
                                        <p:cTn id="16" dur="2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1 -0.00185 C -0.00208 0.05903 -0.00182 0.12014 -0.00156 0.18125 L 0.44779 0.18403 L 0.44779 0.44931 L 0.62084 0.45324 L 0.67865 0.36852 L 0.67865 0.28125 " pathEditMode="relative" ptsTypes="AAAAAAA">
                                      <p:cBhvr>
                                        <p:cTn id="4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0.00231 L -0.06081 -0.07223 L -0.11276 -0.07477 L -0.11563 -0.25811 L -0.11771 -0.51436 L -0.04492 -0.5169 " pathEditMode="relative" ptsTypes="AAAAAA">
                                      <p:cBhvr>
                                        <p:cTn id="5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4" presetClass="exit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69 -0.00116 L 0.07773 -0.00116 L 0.07773 0.45393 L -0.00313 0.45254 L 0.05026 0.53078 L 0.05091 0.61041 " pathEditMode="relative" ptsTypes="AAAAAA">
                                      <p:cBhvr>
                                        <p:cTn id="6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" grpId="0" animBg="1"/>
      <p:bldP spid="2" grpId="1" animBg="1"/>
      <p:bldP spid="3" grpId="0" animBg="1"/>
      <p:bldP spid="3" grpId="1" animBg="1"/>
      <p:bldP spid="3" grpId="2" animBg="1"/>
      <p:bldP spid="12" grpId="0" animBg="1"/>
      <p:bldP spid="14" grpId="0"/>
      <p:bldP spid="54" grpId="0" animBg="1"/>
      <p:bldP spid="1034" grpId="0" animBg="1"/>
      <p:bldP spid="1034" grpId="1" animBg="1"/>
      <p:bldP spid="13" grpId="0" animBg="1"/>
      <p:bldP spid="13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7D049-5AA0-7598-5A98-B11B554C5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7CA75E83-16E9-4C35-6207-A11250BD07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52D43221-8E87-69A9-B91A-99897C62C9D4}"/>
              </a:ext>
            </a:extLst>
          </p:cNvPr>
          <p:cNvGrpSpPr>
            <a:grpSpLocks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24EF502E-D884-9B74-AA4A-94A037AA9F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E30225E8-5E40-23D0-D29B-FBA6C29F87E2}"/>
                </a:ext>
              </a:extLst>
            </p:cNvPr>
            <p:cNvSpPr txBox="1">
              <a:spLocks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5AF3DC91-40C6-8F5D-6230-5A84CE718F9F}"/>
              </a:ext>
            </a:extLst>
          </p:cNvPr>
          <p:cNvSpPr>
            <a:spLocks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8DFBEA6-398A-2075-07F2-955B3D9521D6}"/>
              </a:ext>
            </a:extLst>
          </p:cNvPr>
          <p:cNvSpPr>
            <a:spLocks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D39E255-FE88-39FE-EE68-C903ECD6AE30}"/>
              </a:ext>
            </a:extLst>
          </p:cNvPr>
          <p:cNvSpPr>
            <a:spLocks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1100" b="1" dirty="0"/>
          </a:p>
          <a:p>
            <a:pPr algn="ctr"/>
            <a:endParaRPr lang="pt-BR" sz="900" b="1" dirty="0"/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D2B85FB1-655F-6E03-E761-FD8B2542F591}"/>
              </a:ext>
            </a:extLst>
          </p:cNvPr>
          <p:cNvCxnSpPr>
            <a:cxnSpLocks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A2AB623D-F74E-10C3-93E6-E7F88E39848C}"/>
              </a:ext>
            </a:extLst>
          </p:cNvPr>
          <p:cNvGrpSpPr>
            <a:grpSpLocks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EC5E6CBC-A5B9-5EB6-46CA-BF641B2CD93B}"/>
                </a:ext>
              </a:extLst>
            </p:cNvPr>
            <p:cNvSpPr>
              <a:spLocks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600C5BB3-B91B-D168-8597-22D8FF8E6F08}"/>
                </a:ext>
              </a:extLst>
            </p:cNvPr>
            <p:cNvSpPr txBox="1">
              <a:spLocks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60F1E583-E648-2574-CD28-53AC261B5283}"/>
              </a:ext>
            </a:extLst>
          </p:cNvPr>
          <p:cNvGrpSpPr>
            <a:grpSpLocks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F7FFD510-472D-1AC5-FF8E-4D9E08CD1140}"/>
                </a:ext>
              </a:extLst>
            </p:cNvPr>
            <p:cNvCxnSpPr>
              <a:cxnSpLocks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3841D80E-EBB1-A2BF-A977-19BC97362F4E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8626ADEC-CA07-1954-2C35-9D823BF6EC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FE5D0924-E178-7305-9353-7EC36F1011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DD39EA22-CBA8-2FEA-3D9A-5545A17EDF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BD1A02D3-CEB4-6F39-5254-37923533EEFF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F088B287-BCB7-BC28-8CD3-CE31077743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C944B3C6-7D8D-636E-0457-2FAF290188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954214F0-980A-02BD-54DD-7393630E7BC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F689BE35-5112-EA5C-A855-F31D642D94AE}"/>
              </a:ext>
            </a:extLst>
          </p:cNvPr>
          <p:cNvSpPr>
            <a:spLocks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saída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BB401F6A-4970-40B4-9374-2A5C48A10FBE}"/>
              </a:ext>
            </a:extLst>
          </p:cNvPr>
          <p:cNvSpPr>
            <a:spLocks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BE1FF518-EAB0-A978-F624-71C0AE54FF0F}"/>
              </a:ext>
            </a:extLst>
          </p:cNvPr>
          <p:cNvSpPr>
            <a:spLocks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48B5CA29-F18A-DFBA-5D95-E096463795E9}"/>
              </a:ext>
            </a:extLst>
          </p:cNvPr>
          <p:cNvSpPr>
            <a:spLocks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EE7D50DF-EF56-ECBB-3D4A-1AD6A0187F7F}"/>
              </a:ext>
            </a:extLst>
          </p:cNvPr>
          <p:cNvSpPr>
            <a:spLocks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1E3C65BF-6158-F96F-BBC7-3368B4197162}"/>
              </a:ext>
            </a:extLst>
          </p:cNvPr>
          <p:cNvSpPr>
            <a:spLocks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889A694A-7CB7-ED4A-E45B-51284BF6A7A5}"/>
              </a:ext>
            </a:extLst>
          </p:cNvPr>
          <p:cNvCxnSpPr>
            <a:cxnSpLocks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3451C24A-2E16-2431-EF8D-4F459E7415D4}"/>
              </a:ext>
            </a:extLst>
          </p:cNvPr>
          <p:cNvSpPr>
            <a:spLocks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86212BD3-88F5-8F49-C121-29D5FFF39E2A}"/>
              </a:ext>
            </a:extLst>
          </p:cNvPr>
          <p:cNvSpPr>
            <a:spLocks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92572CF1-6FB5-5953-F863-F0790CC91D46}"/>
              </a:ext>
            </a:extLst>
          </p:cNvPr>
          <p:cNvSpPr>
            <a:spLocks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4F670BE9-6D2E-2143-53AF-8932534F8128}"/>
              </a:ext>
            </a:extLst>
          </p:cNvPr>
          <p:cNvCxnSpPr>
            <a:cxnSpLocks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BE14DF33-EF33-4FE2-184D-4FACDCC37BB2}"/>
              </a:ext>
            </a:extLst>
          </p:cNvPr>
          <p:cNvSpPr>
            <a:spLocks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290DC891-7CC0-DCBF-85F9-D2C59F49B241}"/>
              </a:ext>
            </a:extLst>
          </p:cNvPr>
          <p:cNvSpPr>
            <a:spLocks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644BDDA1-BD8C-CCCA-C169-D2E33B4CB12E}"/>
              </a:ext>
            </a:extLst>
          </p:cNvPr>
          <p:cNvSpPr>
            <a:spLocks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68F9F0E7-50DE-415A-3FA4-2E6F93897C54}"/>
              </a:ext>
            </a:extLst>
          </p:cNvPr>
          <p:cNvSpPr>
            <a:spLocks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78998445-28A4-5D04-8BBC-72448F824741}"/>
              </a:ext>
            </a:extLst>
          </p:cNvPr>
          <p:cNvSpPr>
            <a:spLocks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2A79995B-73DC-0698-9C3C-4C8D46CF0952}"/>
              </a:ext>
            </a:extLst>
          </p:cNvPr>
          <p:cNvSpPr>
            <a:spLocks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6ADBC616-BBC5-850B-2623-493B37FED204}"/>
              </a:ext>
            </a:extLst>
          </p:cNvPr>
          <p:cNvSpPr>
            <a:spLocks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75C2196E-7C13-F335-A81D-F84199AD0E9C}"/>
              </a:ext>
            </a:extLst>
          </p:cNvPr>
          <p:cNvSpPr>
            <a:spLocks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D3B899B0-4461-2ABE-6DCC-56DDCA3AA9C1}"/>
              </a:ext>
            </a:extLst>
          </p:cNvPr>
          <p:cNvSpPr>
            <a:spLocks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FD42D331-EA27-C0A7-1AFA-4605B8D72974}"/>
              </a:ext>
            </a:extLst>
          </p:cNvPr>
          <p:cNvSpPr>
            <a:spLocks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768936F2-1CDD-6380-0517-CAB35D4E519E}"/>
              </a:ext>
            </a:extLst>
          </p:cNvPr>
          <p:cNvSpPr>
            <a:spLocks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C0BD551B-8BE5-1129-FA59-B447F6E35555}"/>
              </a:ext>
            </a:extLst>
          </p:cNvPr>
          <p:cNvSpPr>
            <a:spLocks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C1A3C19F-ABE7-1853-05BA-6849FFC64A2E}"/>
              </a:ext>
            </a:extLst>
          </p:cNvPr>
          <p:cNvSpPr>
            <a:spLocks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14249456-3BA0-225E-26B6-82C8A70701DE}"/>
              </a:ext>
            </a:extLst>
          </p:cNvPr>
          <p:cNvSpPr>
            <a:spLocks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EF706AB5-341D-118B-AFFE-B1B973AE8A91}"/>
              </a:ext>
            </a:extLst>
          </p:cNvPr>
          <p:cNvSpPr>
            <a:spLocks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B8D09CC6-6D8D-A9BA-D399-3AC9783D77A9}"/>
              </a:ext>
            </a:extLst>
          </p:cNvPr>
          <p:cNvSpPr>
            <a:spLocks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DA9770A8-9B66-48E7-71D8-72E22B689BC9}"/>
              </a:ext>
            </a:extLst>
          </p:cNvPr>
          <p:cNvSpPr>
            <a:spLocks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1726B0D0-72D3-9D1D-07F2-88B11CC3BD9E}"/>
              </a:ext>
            </a:extLst>
          </p:cNvPr>
          <p:cNvSpPr>
            <a:spLocks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0FC39B91-AA33-AD22-02C3-29647ACBB8B9}"/>
              </a:ext>
            </a:extLst>
          </p:cNvPr>
          <p:cNvSpPr>
            <a:spLocks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B382AF41-A389-797A-017B-9F2905F9F801}"/>
              </a:ext>
            </a:extLst>
          </p:cNvPr>
          <p:cNvSpPr>
            <a:spLocks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DDC2E0C8-E486-2509-185E-55FCF011A2AB}"/>
              </a:ext>
            </a:extLst>
          </p:cNvPr>
          <p:cNvSpPr>
            <a:spLocks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7A6FF8E2-AA37-B98B-1AC1-5F2F9A056411}"/>
              </a:ext>
            </a:extLst>
          </p:cNvPr>
          <p:cNvSpPr>
            <a:spLocks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>
              <a:highlight>
                <a:srgbClr val="000080"/>
              </a:highlight>
            </a:endParaRPr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3F8785DB-D2D2-7F19-08AE-A97F923E8937}"/>
              </a:ext>
            </a:extLst>
          </p:cNvPr>
          <p:cNvSpPr>
            <a:spLocks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925AAB95-4058-42CD-0D69-B22449CBA67A}"/>
              </a:ext>
            </a:extLst>
          </p:cNvPr>
          <p:cNvGrpSpPr>
            <a:grpSpLocks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FF1C0C06-E668-EB6C-D767-DF3A8B76F0D6}"/>
                </a:ext>
              </a:extLst>
            </p:cNvPr>
            <p:cNvCxnSpPr>
              <a:cxnSpLocks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A8353882-094E-F5AC-D1C2-6EE181F1CFA7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CAFEBD74-30CE-4B34-9380-FD172024C7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4E5268EC-396F-6A27-985D-368FD2ADC5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B14612FC-ABC5-B885-C7CB-902F140A21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56584425-7871-67EF-8DE5-766E47007C08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986FEA51-294A-BA09-2338-B1CB7AB8D3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72655632-0A8A-51A5-41CC-C1E6F6A079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E5ABD440-F02C-84E8-097F-6CF8E29689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E534254A-6CE1-9132-893E-C91F08A52792}"/>
              </a:ext>
            </a:extLst>
          </p:cNvPr>
          <p:cNvSpPr>
            <a:spLocks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46D209DE-C7D2-9BB0-8AFA-EAF4E1BBFEC3}"/>
              </a:ext>
            </a:extLst>
          </p:cNvPr>
          <p:cNvSpPr>
            <a:spLocks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025A9850-5B35-FBD9-FF76-8927667E4D62}"/>
              </a:ext>
            </a:extLst>
          </p:cNvPr>
          <p:cNvSpPr>
            <a:spLocks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0F77F14B-2887-98AA-62B4-100B2435536B}"/>
              </a:ext>
            </a:extLst>
          </p:cNvPr>
          <p:cNvSpPr txBox="1">
            <a:spLocks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E04C310F-5192-B2B1-2C64-42C1C5C418E9}"/>
              </a:ext>
            </a:extLst>
          </p:cNvPr>
          <p:cNvSpPr txBox="1">
            <a:spLocks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83732326-E98E-B187-C7A8-F33A22B09A42}"/>
              </a:ext>
            </a:extLst>
          </p:cNvPr>
          <p:cNvSpPr>
            <a:spLocks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1F2CD067-79D5-263F-2C05-D6D9A526FD02}"/>
              </a:ext>
            </a:extLst>
          </p:cNvPr>
          <p:cNvSpPr>
            <a:spLocks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510DCE58-CA39-D454-618C-2809E9640B15}"/>
              </a:ext>
            </a:extLst>
          </p:cNvPr>
          <p:cNvSpPr>
            <a:spLocks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074C16F0-A56F-E2C0-B47C-4C3E3B0F9055}"/>
              </a:ext>
            </a:extLst>
          </p:cNvPr>
          <p:cNvSpPr txBox="1">
            <a:spLocks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209A0D05-75C0-6CEE-3E2A-568CB323B891}"/>
              </a:ext>
            </a:extLst>
          </p:cNvPr>
          <p:cNvSpPr>
            <a:spLocks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F8BA9BC4-BA36-8045-6F50-453ABAC10DB7}"/>
              </a:ext>
            </a:extLst>
          </p:cNvPr>
          <p:cNvSpPr>
            <a:spLocks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94C46692-2227-1825-F18B-D69F23F89555}"/>
              </a:ext>
            </a:extLst>
          </p:cNvPr>
          <p:cNvSpPr>
            <a:spLocks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2993F517-FD04-AAA0-3363-144F66780EDC}"/>
              </a:ext>
            </a:extLst>
          </p:cNvPr>
          <p:cNvSpPr>
            <a:spLocks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0F33D127-385A-D8E6-14E4-29BC148BCC20}"/>
              </a:ext>
            </a:extLst>
          </p:cNvPr>
          <p:cNvSpPr>
            <a:spLocks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3440E892-C7D0-5BBB-9855-33E262E773F2}"/>
              </a:ext>
            </a:extLst>
          </p:cNvPr>
          <p:cNvSpPr txBox="1">
            <a:spLocks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188AA693-D10F-373A-6929-C87267E31887}"/>
              </a:ext>
            </a:extLst>
          </p:cNvPr>
          <p:cNvSpPr>
            <a:spLocks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DB9223A4-121F-DFE1-C75A-A8F743389797}"/>
              </a:ext>
            </a:extLst>
          </p:cNvPr>
          <p:cNvSpPr>
            <a:spLocks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C2FBA2E2-C079-A1C9-5023-42868035D732}"/>
              </a:ext>
            </a:extLst>
          </p:cNvPr>
          <p:cNvCxnSpPr>
            <a:cxnSpLocks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E102DD07-1632-CACA-8FE7-7B9CBA8B35A9}"/>
              </a:ext>
            </a:extLst>
          </p:cNvPr>
          <p:cNvCxnSpPr>
            <a:cxnSpLocks/>
            <a:stCxn id="1031" idx="3"/>
            <a:endCxn id="54" idx="1"/>
          </p:cNvCxnSpPr>
          <p:nvPr/>
        </p:nvCxnSpPr>
        <p:spPr>
          <a:xfrm flipH="1">
            <a:off x="8731031" y="4865012"/>
            <a:ext cx="470840" cy="1178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4EEEB215-678B-EA0A-BCD2-CF2F0C09CE06}"/>
              </a:ext>
            </a:extLst>
          </p:cNvPr>
          <p:cNvSpPr>
            <a:spLocks/>
          </p:cNvSpPr>
          <p:nvPr/>
        </p:nvSpPr>
        <p:spPr>
          <a:xfrm>
            <a:off x="1990197" y="232933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29 bytes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21F89F0-387A-8E2F-E8EB-61CB8492543F}"/>
              </a:ext>
            </a:extLst>
          </p:cNvPr>
          <p:cNvSpPr>
            <a:spLocks/>
          </p:cNvSpPr>
          <p:nvPr/>
        </p:nvSpPr>
        <p:spPr>
          <a:xfrm>
            <a:off x="3313201" y="2329334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7 bytes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D5E9637-C7DD-A734-F858-F977885F8773}"/>
              </a:ext>
            </a:extLst>
          </p:cNvPr>
          <p:cNvSpPr>
            <a:spLocks/>
          </p:cNvSpPr>
          <p:nvPr/>
        </p:nvSpPr>
        <p:spPr>
          <a:xfrm>
            <a:off x="10245310" y="4277445"/>
            <a:ext cx="861503" cy="3041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tx1"/>
                </a:solidFill>
              </a:rPr>
              <a:t>leia (a)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402C2CD-49B0-864F-9263-87E1C4F4A3A8}"/>
              </a:ext>
            </a:extLst>
          </p:cNvPr>
          <p:cNvSpPr>
            <a:spLocks/>
          </p:cNvSpPr>
          <p:nvPr/>
        </p:nvSpPr>
        <p:spPr>
          <a:xfrm>
            <a:off x="667835" y="234201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41 bytes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9FAA8B5-192D-C6A1-EC71-E85CB3C7674A}"/>
              </a:ext>
            </a:extLst>
          </p:cNvPr>
          <p:cNvSpPr>
            <a:spLocks/>
          </p:cNvSpPr>
          <p:nvPr/>
        </p:nvSpPr>
        <p:spPr>
          <a:xfrm>
            <a:off x="5846018" y="2187798"/>
            <a:ext cx="967710" cy="41500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A</a:t>
            </a:r>
            <a:endParaRPr lang="pt-BR" sz="900" b="1" dirty="0">
              <a:solidFill>
                <a:schemeClr val="bg1"/>
              </a:solidFill>
            </a:endParaRPr>
          </a:p>
          <a:p>
            <a:pPr algn="ctr"/>
            <a:r>
              <a:rPr lang="pt-BR" sz="800" b="1" dirty="0">
                <a:solidFill>
                  <a:schemeClr val="bg1"/>
                </a:solidFill>
              </a:rPr>
              <a:t>Caractere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508E40A-94F9-98E5-6E7B-AD50671F1C6A}"/>
              </a:ext>
            </a:extLst>
          </p:cNvPr>
          <p:cNvSpPr>
            <a:spLocks/>
          </p:cNvSpPr>
          <p:nvPr/>
        </p:nvSpPr>
        <p:spPr>
          <a:xfrm>
            <a:off x="4624180" y="2351320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25 bytes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AB5C096A-1822-5B3E-505C-76B86C3EBEF0}"/>
              </a:ext>
            </a:extLst>
          </p:cNvPr>
          <p:cNvCxnSpPr>
            <a:cxnSpLocks/>
            <a:endCxn id="1025" idx="1"/>
          </p:cNvCxnSpPr>
          <p:nvPr/>
        </p:nvCxnSpPr>
        <p:spPr>
          <a:xfrm>
            <a:off x="1076685" y="1450731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92F11306-378E-E0DB-B4F6-B2BFCC6D83A9}"/>
              </a:ext>
            </a:extLst>
          </p:cNvPr>
          <p:cNvCxnSpPr>
            <a:cxnSpLocks/>
          </p:cNvCxnSpPr>
          <p:nvPr/>
        </p:nvCxnSpPr>
        <p:spPr>
          <a:xfrm>
            <a:off x="2407254" y="1481742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379CE81-60BE-281A-5467-6255F289BABF}"/>
              </a:ext>
            </a:extLst>
          </p:cNvPr>
          <p:cNvSpPr txBox="1">
            <a:spLocks/>
          </p:cNvSpPr>
          <p:nvPr/>
        </p:nvSpPr>
        <p:spPr>
          <a:xfrm>
            <a:off x="2150340" y="5899859"/>
            <a:ext cx="401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  <a:highlight>
                  <a:srgbClr val="FFFF00"/>
                </a:highlight>
              </a:rPr>
              <a:t>ESCREVE SEU NOME</a:t>
            </a:r>
          </a:p>
        </p:txBody>
      </p: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F35C2DC1-A571-33FB-E9B6-12584D3B0FC2}"/>
              </a:ext>
            </a:extLst>
          </p:cNvPr>
          <p:cNvCxnSpPr>
            <a:cxnSpLocks/>
            <a:stCxn id="1114" idx="2"/>
            <a:endCxn id="1105" idx="1"/>
          </p:cNvCxnSpPr>
          <p:nvPr/>
        </p:nvCxnSpPr>
        <p:spPr>
          <a:xfrm>
            <a:off x="10054220" y="4069955"/>
            <a:ext cx="611350" cy="1731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6A7F563B-1986-708D-B809-263C8B7D4F26}"/>
              </a:ext>
            </a:extLst>
          </p:cNvPr>
          <p:cNvSpPr>
            <a:spLocks/>
          </p:cNvSpPr>
          <p:nvPr/>
        </p:nvSpPr>
        <p:spPr>
          <a:xfrm rot="5400000">
            <a:off x="8613938" y="4994775"/>
            <a:ext cx="234185" cy="21044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02</a:t>
            </a:r>
          </a:p>
        </p:txBody>
      </p: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71FB558A-FDC3-1C3C-C21B-55F429893B09}"/>
              </a:ext>
            </a:extLst>
          </p:cNvPr>
          <p:cNvCxnSpPr>
            <a:cxnSpLocks/>
            <a:endCxn id="1110" idx="1"/>
          </p:cNvCxnSpPr>
          <p:nvPr/>
        </p:nvCxnSpPr>
        <p:spPr>
          <a:xfrm flipH="1">
            <a:off x="10663750" y="4626642"/>
            <a:ext cx="1820" cy="14759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9E96FA4E-978B-C53A-BC32-A67E5CE1837E}"/>
              </a:ext>
            </a:extLst>
          </p:cNvPr>
          <p:cNvCxnSpPr>
            <a:cxnSpLocks/>
            <a:stCxn id="1110" idx="3"/>
          </p:cNvCxnSpPr>
          <p:nvPr/>
        </p:nvCxnSpPr>
        <p:spPr>
          <a:xfrm flipH="1">
            <a:off x="10054220" y="5186981"/>
            <a:ext cx="609530" cy="15548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B889D11B-9172-CBBE-BDB6-321A335E19B2}"/>
              </a:ext>
            </a:extLst>
          </p:cNvPr>
          <p:cNvSpPr>
            <a:spLocks/>
          </p:cNvSpPr>
          <p:nvPr/>
        </p:nvSpPr>
        <p:spPr>
          <a:xfrm>
            <a:off x="9935985" y="4811007"/>
            <a:ext cx="1468748" cy="348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b="1" dirty="0">
                <a:solidFill>
                  <a:schemeClr val="tx1"/>
                </a:solidFill>
              </a:rPr>
              <a:t>Insira seu nome</a:t>
            </a:r>
            <a:endParaRPr lang="pt-BR" sz="600" b="1" dirty="0">
              <a:solidFill>
                <a:schemeClr val="tx1"/>
              </a:solidFill>
            </a:endParaRP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9C97B55E-853F-D124-69F3-63D485A86122}"/>
              </a:ext>
            </a:extLst>
          </p:cNvPr>
          <p:cNvCxnSpPr>
            <a:cxnSpLocks/>
          </p:cNvCxnSpPr>
          <p:nvPr/>
        </p:nvCxnSpPr>
        <p:spPr>
          <a:xfrm>
            <a:off x="3715519" y="1459522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tângulo 16">
            <a:extLst>
              <a:ext uri="{FF2B5EF4-FFF2-40B4-BE49-F238E27FC236}">
                <a16:creationId xmlns:a16="http://schemas.microsoft.com/office/drawing/2014/main" id="{6B863F54-4526-8DC9-CF01-0F0DEF812B9B}"/>
              </a:ext>
            </a:extLst>
          </p:cNvPr>
          <p:cNvSpPr>
            <a:spLocks/>
          </p:cNvSpPr>
          <p:nvPr/>
        </p:nvSpPr>
        <p:spPr>
          <a:xfrm>
            <a:off x="9335329" y="650955"/>
            <a:ext cx="1468748" cy="348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Aguarde “A”</a:t>
            </a:r>
          </a:p>
        </p:txBody>
      </p:sp>
    </p:spTree>
    <p:extLst>
      <p:ext uri="{BB962C8B-B14F-4D97-AF65-F5344CB8AC3E}">
        <p14:creationId xmlns:p14="http://schemas.microsoft.com/office/powerpoint/2010/main" val="407483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0.00093 L -0.05638 0.09167 L 0.27487 0.08796 " pathEditMode="relative" ptsTypes="AAA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6 0.00185 L 4.375E-6 0.18032 L 0.34153 0.1831 L 0.34231 0.4537 L 0.52356 0.45231 L 0.57317 0.36157 L 0.57239 0.2787 " pathEditMode="relative" ptsTypes="AAAAAAA">
                                      <p:cBhvr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0.00278 L -0.05143 -0.06852 L -0.1125 -0.07361 L -0.1125 -0.51504 L -0.04713 -0.51504 " pathEditMode="relative" ptsTypes="AAAAA">
                                      <p:cBhvr>
                                        <p:cTn id="3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4" presetClass="exit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82 -0.00232 L 0.07188 -0.00116 L 0.0763 0.45833 L -0.00534 0.45185 L 0.05222 0.53333 L 0.05 0.60856 " pathEditMode="relative" ptsTypes="AAAAAA">
                                      <p:cBhvr>
                                        <p:cTn id="4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5" grpId="0" animBg="1"/>
      <p:bldP spid="5" grpId="1" animBg="1"/>
      <p:bldP spid="4" grpId="0" animBg="1"/>
      <p:bldP spid="4" grpId="1" animBg="1"/>
      <p:bldP spid="4" grpId="2" animBg="1"/>
      <p:bldP spid="54" grpId="0" animBg="1"/>
      <p:bldP spid="13" grpId="0" animBg="1"/>
      <p:bldP spid="17" grpId="0" animBg="1"/>
      <p:bldP spid="17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396FF-B84B-009F-132D-EBDE275B7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93DA6775-2078-FC99-1DF9-FD390608D7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3A491752-B98F-F998-8312-8B9E97B8CE18}"/>
              </a:ext>
            </a:extLst>
          </p:cNvPr>
          <p:cNvGrpSpPr>
            <a:grpSpLocks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7FB11B82-CAE6-B99A-2D34-97AABCA79A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9633DCD-1F35-A780-925B-3CCA34985BC3}"/>
                </a:ext>
              </a:extLst>
            </p:cNvPr>
            <p:cNvSpPr txBox="1">
              <a:spLocks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EA17A9B-F137-3D09-8BBF-9518155B8450}"/>
              </a:ext>
            </a:extLst>
          </p:cNvPr>
          <p:cNvSpPr>
            <a:spLocks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90C0C04-A5C2-F444-638A-6987A3F6266B}"/>
              </a:ext>
            </a:extLst>
          </p:cNvPr>
          <p:cNvSpPr>
            <a:spLocks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FECDF5EE-DD92-5324-41EE-8214D1C81718}"/>
              </a:ext>
            </a:extLst>
          </p:cNvPr>
          <p:cNvSpPr>
            <a:spLocks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1100" b="1" dirty="0"/>
          </a:p>
          <a:p>
            <a:pPr algn="ctr"/>
            <a:endParaRPr lang="pt-BR" sz="900" b="1" dirty="0"/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8C93194A-7B43-82F2-7A2E-4FF1E4C22CFC}"/>
              </a:ext>
            </a:extLst>
          </p:cNvPr>
          <p:cNvCxnSpPr>
            <a:cxnSpLocks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78ABE816-15F9-39C4-56FF-93CFBF329AED}"/>
              </a:ext>
            </a:extLst>
          </p:cNvPr>
          <p:cNvGrpSpPr>
            <a:grpSpLocks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91A407B0-8ABA-2B7B-3A79-82FF72ECC3D2}"/>
                </a:ext>
              </a:extLst>
            </p:cNvPr>
            <p:cNvSpPr>
              <a:spLocks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52FCF02D-7CCF-B8B9-0A8A-FA7FC432375E}"/>
                </a:ext>
              </a:extLst>
            </p:cNvPr>
            <p:cNvSpPr txBox="1">
              <a:spLocks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B85321ED-0488-A70B-099E-E5D6F1CBF482}"/>
              </a:ext>
            </a:extLst>
          </p:cNvPr>
          <p:cNvGrpSpPr>
            <a:grpSpLocks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6791C620-F84A-7F6D-BBFC-ED1C56E40737}"/>
                </a:ext>
              </a:extLst>
            </p:cNvPr>
            <p:cNvCxnSpPr>
              <a:cxnSpLocks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FEC82467-14C9-9066-1E62-0C92440B1E73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31F91E7A-4506-FE60-D792-CFA1297742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5732D25C-207F-80CF-E945-1E24732E85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B245EC23-9AD0-77DC-FADD-D376AAAAA6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90E8C528-17B5-DF18-71CB-F44E086A4301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D1E4CB05-A568-4066-DACB-0BBE844982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3388133B-292C-0DB7-5C0C-6195D680B5E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4E7D41BE-35AA-9E7A-EF6C-1E4AF0D6D6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79F2821F-89AD-AA45-437B-20EFFAFF46F6}"/>
              </a:ext>
            </a:extLst>
          </p:cNvPr>
          <p:cNvSpPr>
            <a:spLocks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saída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0E28A7F3-7F45-8B6B-EFC6-738DB5E9FAAF}"/>
              </a:ext>
            </a:extLst>
          </p:cNvPr>
          <p:cNvSpPr>
            <a:spLocks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05B7D755-C4D3-CB67-31AF-867E6E06B387}"/>
              </a:ext>
            </a:extLst>
          </p:cNvPr>
          <p:cNvSpPr>
            <a:spLocks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A673CA6E-797A-4524-C092-25A619B5FA83}"/>
              </a:ext>
            </a:extLst>
          </p:cNvPr>
          <p:cNvSpPr>
            <a:spLocks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191C4EE5-6BF6-4887-EB95-F69BEF6D31DD}"/>
              </a:ext>
            </a:extLst>
          </p:cNvPr>
          <p:cNvSpPr>
            <a:spLocks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8832A941-C84B-13E7-FBE9-80894C571CA5}"/>
              </a:ext>
            </a:extLst>
          </p:cNvPr>
          <p:cNvSpPr>
            <a:spLocks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D14C6AE5-C756-6481-951B-5A502BBABAD2}"/>
              </a:ext>
            </a:extLst>
          </p:cNvPr>
          <p:cNvCxnSpPr>
            <a:cxnSpLocks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F2ED768E-8440-0F92-74EB-8645D0769F2B}"/>
              </a:ext>
            </a:extLst>
          </p:cNvPr>
          <p:cNvSpPr>
            <a:spLocks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CB8A2A07-23AF-DFD2-9596-02E61D5B923B}"/>
              </a:ext>
            </a:extLst>
          </p:cNvPr>
          <p:cNvSpPr>
            <a:spLocks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6BD3C0A9-1E67-FB04-0719-B5B61D39E969}"/>
              </a:ext>
            </a:extLst>
          </p:cNvPr>
          <p:cNvSpPr>
            <a:spLocks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F5D9627B-8620-A58A-4695-31F6CB84CCF5}"/>
              </a:ext>
            </a:extLst>
          </p:cNvPr>
          <p:cNvCxnSpPr>
            <a:cxnSpLocks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D6CEC257-C19C-1C11-B93B-E87E05E6055A}"/>
              </a:ext>
            </a:extLst>
          </p:cNvPr>
          <p:cNvSpPr>
            <a:spLocks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56BF7249-E560-2E17-9129-ED1C9A400F00}"/>
              </a:ext>
            </a:extLst>
          </p:cNvPr>
          <p:cNvSpPr>
            <a:spLocks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3707CCC0-A856-339E-C8D2-DA6A4A103DB0}"/>
              </a:ext>
            </a:extLst>
          </p:cNvPr>
          <p:cNvSpPr>
            <a:spLocks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FEED5B69-9941-73AE-35BD-F925F384A076}"/>
              </a:ext>
            </a:extLst>
          </p:cNvPr>
          <p:cNvSpPr>
            <a:spLocks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E4547897-7005-2E51-EEA3-C81F96EBBAB4}"/>
              </a:ext>
            </a:extLst>
          </p:cNvPr>
          <p:cNvSpPr>
            <a:spLocks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8AAD6EA2-A738-318A-C4F2-846FDDE3923C}"/>
              </a:ext>
            </a:extLst>
          </p:cNvPr>
          <p:cNvSpPr>
            <a:spLocks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B6021C18-77A4-0A26-6FDD-5C6E5E0789B9}"/>
              </a:ext>
            </a:extLst>
          </p:cNvPr>
          <p:cNvSpPr>
            <a:spLocks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BD8933B9-3A79-68F4-DE31-561832158BCA}"/>
              </a:ext>
            </a:extLst>
          </p:cNvPr>
          <p:cNvSpPr>
            <a:spLocks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B95B787C-0F75-94B1-A1B3-69451F1B7435}"/>
              </a:ext>
            </a:extLst>
          </p:cNvPr>
          <p:cNvSpPr>
            <a:spLocks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76D5FB02-5988-EC7E-14A4-02DF32E8D90E}"/>
              </a:ext>
            </a:extLst>
          </p:cNvPr>
          <p:cNvSpPr>
            <a:spLocks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7CE53BD4-101F-7500-CF69-ACBFC97EF06F}"/>
              </a:ext>
            </a:extLst>
          </p:cNvPr>
          <p:cNvSpPr>
            <a:spLocks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3EC26AD3-AED8-5C3C-18D0-85B31388C1EC}"/>
              </a:ext>
            </a:extLst>
          </p:cNvPr>
          <p:cNvSpPr>
            <a:spLocks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CF232AA5-3D57-BA7A-21AB-855CCDA20D32}"/>
              </a:ext>
            </a:extLst>
          </p:cNvPr>
          <p:cNvSpPr>
            <a:spLocks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0DA53F08-2439-F4A4-F8D2-15BD2FE15096}"/>
              </a:ext>
            </a:extLst>
          </p:cNvPr>
          <p:cNvSpPr>
            <a:spLocks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50F1F886-609A-A50B-F41E-3CFA497FBF74}"/>
              </a:ext>
            </a:extLst>
          </p:cNvPr>
          <p:cNvSpPr>
            <a:spLocks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B3F1C4F8-A0F3-6068-AF70-145A87F36DDD}"/>
              </a:ext>
            </a:extLst>
          </p:cNvPr>
          <p:cNvSpPr>
            <a:spLocks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D2F234A6-D3B9-65B1-A98B-32AFE947F543}"/>
              </a:ext>
            </a:extLst>
          </p:cNvPr>
          <p:cNvSpPr>
            <a:spLocks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ECA1322F-6898-7213-091F-F7B0EF63FD93}"/>
              </a:ext>
            </a:extLst>
          </p:cNvPr>
          <p:cNvSpPr>
            <a:spLocks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51F42CB5-588F-432D-5BBD-98AA1AC07A2F}"/>
              </a:ext>
            </a:extLst>
          </p:cNvPr>
          <p:cNvSpPr>
            <a:spLocks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FC9D50A2-2041-6BA5-4883-107076F2AE61}"/>
              </a:ext>
            </a:extLst>
          </p:cNvPr>
          <p:cNvSpPr>
            <a:spLocks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ADD20228-18D0-6D13-4291-1B9EFAE6A203}"/>
              </a:ext>
            </a:extLst>
          </p:cNvPr>
          <p:cNvSpPr>
            <a:spLocks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A288A886-9133-D1DA-2D05-204B4C0CB513}"/>
              </a:ext>
            </a:extLst>
          </p:cNvPr>
          <p:cNvSpPr>
            <a:spLocks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>
              <a:highlight>
                <a:srgbClr val="000080"/>
              </a:highlight>
            </a:endParaRPr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E8EAFAF8-C391-0392-CB35-C22C2EC583C4}"/>
              </a:ext>
            </a:extLst>
          </p:cNvPr>
          <p:cNvSpPr>
            <a:spLocks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E8876935-B61A-4FFB-43B9-92A3D58F824A}"/>
              </a:ext>
            </a:extLst>
          </p:cNvPr>
          <p:cNvGrpSpPr>
            <a:grpSpLocks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8551890C-27C1-F8F9-8E17-249001DA19C1}"/>
                </a:ext>
              </a:extLst>
            </p:cNvPr>
            <p:cNvCxnSpPr>
              <a:cxnSpLocks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B3578DFB-047B-15EB-588A-13A50ECF3A07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FB25383F-EA12-AAB6-76CD-3EF8FE0F9B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665461FE-12F7-C486-64FD-B753AF2561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C4AFDF5D-CBF0-EF6E-A6E9-4E0DC6CA70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CA455CE6-197E-C186-A156-B8E555E6F66F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B7ABA4C4-E9AF-9F6B-7928-22D175F6EF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D7180649-BDDE-A0E6-A2EF-DBC7A0BD99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FE950C51-8988-9659-6F99-AB07AFE707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65F4EFB4-2F4B-8827-D9E2-3A7A01832560}"/>
              </a:ext>
            </a:extLst>
          </p:cNvPr>
          <p:cNvSpPr>
            <a:spLocks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509E6CC1-8183-C5D7-2242-C32EE9706283}"/>
              </a:ext>
            </a:extLst>
          </p:cNvPr>
          <p:cNvSpPr>
            <a:spLocks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6680250C-C545-4E08-70D4-8FA2C57AE1F9}"/>
              </a:ext>
            </a:extLst>
          </p:cNvPr>
          <p:cNvSpPr>
            <a:spLocks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019AEF0C-50A9-1DE4-23F3-BE3741E86910}"/>
              </a:ext>
            </a:extLst>
          </p:cNvPr>
          <p:cNvSpPr txBox="1">
            <a:spLocks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2FEA9DE7-95AC-4E65-0B0A-6334497218BA}"/>
              </a:ext>
            </a:extLst>
          </p:cNvPr>
          <p:cNvSpPr txBox="1">
            <a:spLocks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721C9572-6A75-94B8-D317-2E534CFA48AE}"/>
              </a:ext>
            </a:extLst>
          </p:cNvPr>
          <p:cNvSpPr>
            <a:spLocks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DA9E0D9C-4271-85A0-1172-F3F23E1F7078}"/>
              </a:ext>
            </a:extLst>
          </p:cNvPr>
          <p:cNvSpPr>
            <a:spLocks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0FF36D2F-BCA3-D1C4-CE6E-F7ED600FCA52}"/>
              </a:ext>
            </a:extLst>
          </p:cNvPr>
          <p:cNvSpPr>
            <a:spLocks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A3959599-9583-23FF-E9DD-94ED7D6973D1}"/>
              </a:ext>
            </a:extLst>
          </p:cNvPr>
          <p:cNvSpPr txBox="1">
            <a:spLocks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8CC71F07-C3AB-4DC5-0953-C4CCC602D6D5}"/>
              </a:ext>
            </a:extLst>
          </p:cNvPr>
          <p:cNvSpPr>
            <a:spLocks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FBAFAE69-8C2D-6A72-D10A-F9472CECCE32}"/>
              </a:ext>
            </a:extLst>
          </p:cNvPr>
          <p:cNvSpPr>
            <a:spLocks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09228DE5-34AC-4B75-5A67-A29A6511EB01}"/>
              </a:ext>
            </a:extLst>
          </p:cNvPr>
          <p:cNvSpPr>
            <a:spLocks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4FC36BDD-495E-D925-41C3-F134DEB53D86}"/>
              </a:ext>
            </a:extLst>
          </p:cNvPr>
          <p:cNvSpPr>
            <a:spLocks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018618A7-D7A1-16DC-C1F7-84A5837F9EBE}"/>
              </a:ext>
            </a:extLst>
          </p:cNvPr>
          <p:cNvSpPr>
            <a:spLocks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D5991366-5286-6A60-372E-0BADD5284A0A}"/>
              </a:ext>
            </a:extLst>
          </p:cNvPr>
          <p:cNvSpPr txBox="1">
            <a:spLocks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6E78CCCD-E2BE-8C37-21E3-431B16C72DDD}"/>
              </a:ext>
            </a:extLst>
          </p:cNvPr>
          <p:cNvSpPr>
            <a:spLocks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6B13CC49-8117-7456-A4B0-904F4A59FA74}"/>
              </a:ext>
            </a:extLst>
          </p:cNvPr>
          <p:cNvSpPr>
            <a:spLocks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473D0E44-01E7-A576-F371-F11965398270}"/>
              </a:ext>
            </a:extLst>
          </p:cNvPr>
          <p:cNvCxnSpPr>
            <a:cxnSpLocks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6F9259B3-9654-347A-6A75-C2F8C966ADD4}"/>
              </a:ext>
            </a:extLst>
          </p:cNvPr>
          <p:cNvCxnSpPr>
            <a:cxnSpLocks/>
            <a:stCxn id="1031" idx="3"/>
            <a:endCxn id="54" idx="1"/>
          </p:cNvCxnSpPr>
          <p:nvPr/>
        </p:nvCxnSpPr>
        <p:spPr>
          <a:xfrm flipH="1">
            <a:off x="8731031" y="4865012"/>
            <a:ext cx="470840" cy="1178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BBA45D33-7320-59E8-8F4A-5DF5C6714F5B}"/>
              </a:ext>
            </a:extLst>
          </p:cNvPr>
          <p:cNvSpPr>
            <a:spLocks/>
          </p:cNvSpPr>
          <p:nvPr/>
        </p:nvSpPr>
        <p:spPr>
          <a:xfrm>
            <a:off x="1990197" y="232933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29 bytes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55BC9A5-C0F0-9641-A90B-83E484F921B5}"/>
              </a:ext>
            </a:extLst>
          </p:cNvPr>
          <p:cNvSpPr>
            <a:spLocks/>
          </p:cNvSpPr>
          <p:nvPr/>
        </p:nvSpPr>
        <p:spPr>
          <a:xfrm>
            <a:off x="3313201" y="2329334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7 bytes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21725C5-041F-277B-87BF-FE87FEBE3B02}"/>
              </a:ext>
            </a:extLst>
          </p:cNvPr>
          <p:cNvSpPr>
            <a:spLocks/>
          </p:cNvSpPr>
          <p:nvPr/>
        </p:nvSpPr>
        <p:spPr>
          <a:xfrm>
            <a:off x="667835" y="234201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41 bytes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AC29A710-1209-0519-EA7B-EBE45FB0FA6D}"/>
              </a:ext>
            </a:extLst>
          </p:cNvPr>
          <p:cNvSpPr>
            <a:spLocks/>
          </p:cNvSpPr>
          <p:nvPr/>
        </p:nvSpPr>
        <p:spPr>
          <a:xfrm>
            <a:off x="5842831" y="2176856"/>
            <a:ext cx="967710" cy="41500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A</a:t>
            </a:r>
            <a:endParaRPr lang="pt-BR" sz="900" b="1" dirty="0">
              <a:solidFill>
                <a:schemeClr val="bg1"/>
              </a:solidFill>
            </a:endParaRPr>
          </a:p>
          <a:p>
            <a:pPr algn="ctr"/>
            <a:r>
              <a:rPr lang="pt-BR" sz="800" b="1" dirty="0">
                <a:solidFill>
                  <a:schemeClr val="bg1"/>
                </a:solidFill>
              </a:rPr>
              <a:t>Caractere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8F8C89C-44B7-7BB4-E11A-EF4F103AD186}"/>
              </a:ext>
            </a:extLst>
          </p:cNvPr>
          <p:cNvSpPr>
            <a:spLocks/>
          </p:cNvSpPr>
          <p:nvPr/>
        </p:nvSpPr>
        <p:spPr>
          <a:xfrm>
            <a:off x="4624180" y="2351320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25 bytes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910CAC0C-0AF4-8BDE-F269-AC7087437EBD}"/>
              </a:ext>
            </a:extLst>
          </p:cNvPr>
          <p:cNvCxnSpPr>
            <a:cxnSpLocks/>
            <a:endCxn id="1025" idx="1"/>
          </p:cNvCxnSpPr>
          <p:nvPr/>
        </p:nvCxnSpPr>
        <p:spPr>
          <a:xfrm>
            <a:off x="1076685" y="1450731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978BB353-ECDA-39FE-E837-7F960789CBDE}"/>
              </a:ext>
            </a:extLst>
          </p:cNvPr>
          <p:cNvCxnSpPr>
            <a:cxnSpLocks/>
          </p:cNvCxnSpPr>
          <p:nvPr/>
        </p:nvCxnSpPr>
        <p:spPr>
          <a:xfrm>
            <a:off x="2407254" y="1481742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0F4A037-E4B5-B973-6D3B-47BA123FDF9E}"/>
              </a:ext>
            </a:extLst>
          </p:cNvPr>
          <p:cNvSpPr txBox="1">
            <a:spLocks/>
          </p:cNvSpPr>
          <p:nvPr/>
        </p:nvSpPr>
        <p:spPr>
          <a:xfrm>
            <a:off x="2150340" y="5899859"/>
            <a:ext cx="401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  <a:highlight>
                  <a:srgbClr val="FFFF00"/>
                </a:highlight>
              </a:rPr>
              <a:t>ESCREVE SEU NOME</a:t>
            </a:r>
          </a:p>
        </p:txBody>
      </p: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C7A35DF2-1D26-D799-CD46-56F08FF7DCC1}"/>
              </a:ext>
            </a:extLst>
          </p:cNvPr>
          <p:cNvCxnSpPr>
            <a:cxnSpLocks/>
            <a:stCxn id="1114" idx="2"/>
            <a:endCxn id="1105" idx="1"/>
          </p:cNvCxnSpPr>
          <p:nvPr/>
        </p:nvCxnSpPr>
        <p:spPr>
          <a:xfrm>
            <a:off x="10054220" y="4069955"/>
            <a:ext cx="611350" cy="1731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4707D6BE-70E9-49E0-812F-8314881F3C34}"/>
              </a:ext>
            </a:extLst>
          </p:cNvPr>
          <p:cNvSpPr>
            <a:spLocks/>
          </p:cNvSpPr>
          <p:nvPr/>
        </p:nvSpPr>
        <p:spPr>
          <a:xfrm rot="5400000">
            <a:off x="8613938" y="4994775"/>
            <a:ext cx="234185" cy="21044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03</a:t>
            </a:r>
          </a:p>
        </p:txBody>
      </p: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2C3B4991-CD6E-36B3-8DE9-94D33E8E6350}"/>
              </a:ext>
            </a:extLst>
          </p:cNvPr>
          <p:cNvCxnSpPr>
            <a:cxnSpLocks/>
            <a:endCxn id="1110" idx="1"/>
          </p:cNvCxnSpPr>
          <p:nvPr/>
        </p:nvCxnSpPr>
        <p:spPr>
          <a:xfrm flipH="1">
            <a:off x="10663750" y="4626642"/>
            <a:ext cx="1820" cy="14759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E7589A81-926A-B3E2-CA62-6C289E4BEC55}"/>
              </a:ext>
            </a:extLst>
          </p:cNvPr>
          <p:cNvCxnSpPr>
            <a:cxnSpLocks/>
            <a:stCxn id="1110" idx="3"/>
          </p:cNvCxnSpPr>
          <p:nvPr/>
        </p:nvCxnSpPr>
        <p:spPr>
          <a:xfrm flipH="1">
            <a:off x="10054220" y="5186981"/>
            <a:ext cx="609530" cy="15548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69DECF34-8157-4FF2-22EE-F0F6CA7C7ED3}"/>
              </a:ext>
            </a:extLst>
          </p:cNvPr>
          <p:cNvCxnSpPr>
            <a:cxnSpLocks/>
          </p:cNvCxnSpPr>
          <p:nvPr/>
        </p:nvCxnSpPr>
        <p:spPr>
          <a:xfrm>
            <a:off x="3715519" y="1459522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tângulo 16">
            <a:extLst>
              <a:ext uri="{FF2B5EF4-FFF2-40B4-BE49-F238E27FC236}">
                <a16:creationId xmlns:a16="http://schemas.microsoft.com/office/drawing/2014/main" id="{39859E29-3BEF-7436-2BFC-A14BF1FD8061}"/>
              </a:ext>
            </a:extLst>
          </p:cNvPr>
          <p:cNvSpPr>
            <a:spLocks/>
          </p:cNvSpPr>
          <p:nvPr/>
        </p:nvSpPr>
        <p:spPr>
          <a:xfrm>
            <a:off x="9935985" y="4810895"/>
            <a:ext cx="1468748" cy="348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Aguarde “A”</a:t>
            </a:r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A4C70DDB-D723-7F3A-7084-07D2F7682D4F}"/>
              </a:ext>
            </a:extLst>
          </p:cNvPr>
          <p:cNvCxnSpPr>
            <a:cxnSpLocks/>
          </p:cNvCxnSpPr>
          <p:nvPr/>
        </p:nvCxnSpPr>
        <p:spPr>
          <a:xfrm>
            <a:off x="5012146" y="1450730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tângulo 17">
            <a:extLst>
              <a:ext uri="{FF2B5EF4-FFF2-40B4-BE49-F238E27FC236}">
                <a16:creationId xmlns:a16="http://schemas.microsoft.com/office/drawing/2014/main" id="{26929C8B-C7E1-416F-2850-4CC7540F7747}"/>
              </a:ext>
            </a:extLst>
          </p:cNvPr>
          <p:cNvSpPr>
            <a:spLocks/>
          </p:cNvSpPr>
          <p:nvPr/>
        </p:nvSpPr>
        <p:spPr>
          <a:xfrm>
            <a:off x="13000238" y="5454914"/>
            <a:ext cx="1468748" cy="348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Bernardo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73C033A-AF63-06EF-9944-4D6A5FFAF5C4}"/>
              </a:ext>
            </a:extLst>
          </p:cNvPr>
          <p:cNvSpPr>
            <a:spLocks/>
          </p:cNvSpPr>
          <p:nvPr/>
        </p:nvSpPr>
        <p:spPr>
          <a:xfrm>
            <a:off x="8769606" y="5400282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8 bytes</a:t>
            </a:r>
          </a:p>
        </p:txBody>
      </p:sp>
    </p:spTree>
    <p:extLst>
      <p:ext uri="{BB962C8B-B14F-4D97-AF65-F5344CB8AC3E}">
        <p14:creationId xmlns:p14="http://schemas.microsoft.com/office/powerpoint/2010/main" val="210730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23 L -0.06055 0.08866 L 0.21224 0.09491 L 0.23151 0.09329 " pathEditMode="relative" ptsTypes="AAAA">
                                      <p:cBhvr>
                                        <p:cTn id="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34 0.00255 L -0.35026 -0.00509 " pathEditMode="relative" ptsTypes="AA">
                                      <p:cBhvr>
                                        <p:cTn id="1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0.00093 L -0.10573 -0.00231 L -0.10573 -0.26435 L -0.23216 -0.26435 L -0.23216 -0.37893 " pathEditMode="relative" ptsTypes="AAAAA">
                                      <p:cBhvr>
                                        <p:cTn id="3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54" grpId="0" animBg="1"/>
      <p:bldP spid="17" grpId="0" animBg="1"/>
      <p:bldP spid="18" grpId="0" animBg="1"/>
      <p:bldP spid="18" grpId="1" animBg="1"/>
      <p:bldP spid="21" grpId="0" animBg="1"/>
      <p:bldP spid="21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1C3AB-64D2-02DE-CCCB-046B305CB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A8FC33EA-8EB0-F17D-CED6-6D46DE6506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5AA8E835-4FB5-5183-80FF-48F16740B3DF}"/>
              </a:ext>
            </a:extLst>
          </p:cNvPr>
          <p:cNvGrpSpPr>
            <a:grpSpLocks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51DBE181-DA69-7BAE-F275-7423ACCCAA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435EADF3-6BAA-F25D-B5C2-51C718988D41}"/>
                </a:ext>
              </a:extLst>
            </p:cNvPr>
            <p:cNvSpPr txBox="1">
              <a:spLocks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791A3EF7-7C5E-2E6D-68CE-4A32DDFA5306}"/>
              </a:ext>
            </a:extLst>
          </p:cNvPr>
          <p:cNvSpPr>
            <a:spLocks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3752BB23-7D34-1AED-8EA0-DCEAD5FAB514}"/>
              </a:ext>
            </a:extLst>
          </p:cNvPr>
          <p:cNvSpPr>
            <a:spLocks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2ED8DE8-0B8F-E374-F097-63A9FB7F1F1B}"/>
              </a:ext>
            </a:extLst>
          </p:cNvPr>
          <p:cNvSpPr>
            <a:spLocks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1100" b="1" dirty="0"/>
          </a:p>
          <a:p>
            <a:pPr algn="ctr"/>
            <a:endParaRPr lang="pt-BR" sz="900" b="1" dirty="0"/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FFD28987-DC3B-50CA-919D-71689E9CB243}"/>
              </a:ext>
            </a:extLst>
          </p:cNvPr>
          <p:cNvCxnSpPr>
            <a:cxnSpLocks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EEC4CD3E-DBC0-9A59-E40B-F322434DCEE0}"/>
              </a:ext>
            </a:extLst>
          </p:cNvPr>
          <p:cNvGrpSpPr>
            <a:grpSpLocks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D7657CD7-2BA9-1965-2285-9EE6A0D90E17}"/>
                </a:ext>
              </a:extLst>
            </p:cNvPr>
            <p:cNvSpPr>
              <a:spLocks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E9E2CEFA-5702-1E26-3943-DC5A223FC51F}"/>
                </a:ext>
              </a:extLst>
            </p:cNvPr>
            <p:cNvSpPr txBox="1">
              <a:spLocks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CE8BFBDB-C46B-1FC3-37CE-47FA424E448C}"/>
              </a:ext>
            </a:extLst>
          </p:cNvPr>
          <p:cNvGrpSpPr>
            <a:grpSpLocks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CB443A99-424C-89EA-7573-CAC5A62C10B0}"/>
                </a:ext>
              </a:extLst>
            </p:cNvPr>
            <p:cNvCxnSpPr>
              <a:cxnSpLocks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B46BB41A-4C67-FFD3-7C6F-39B7CAD0626F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EECC6569-BFA3-C6E4-97F6-4C4AF9C527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4044C60C-55CF-78D8-5CEF-6248AFBA70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97CC05DE-5627-283B-AF94-D56B979467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DE6C16E8-F38C-94C9-CEE9-2AC63D09C47D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101D1CF3-1BA7-F9B9-B591-1DF222A8C2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EAA9320D-543A-6F4D-1297-92E4199906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0F64CFF5-97E5-0AAC-4748-4A41C003C8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067C60B7-6CD1-0E9A-B2BC-84F4A4F637EB}"/>
              </a:ext>
            </a:extLst>
          </p:cNvPr>
          <p:cNvSpPr>
            <a:spLocks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saída da ULA)</a:t>
            </a:r>
            <a:endParaRPr lang="pt-BR" sz="1100" dirty="0"/>
          </a:p>
          <a:p>
            <a:pPr algn="ctr"/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767ABE8C-B3BF-7406-51D8-35714FD94E4E}"/>
              </a:ext>
            </a:extLst>
          </p:cNvPr>
          <p:cNvSpPr>
            <a:spLocks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55EA6ED2-36B2-D05A-46A5-DE080FFC7953}"/>
              </a:ext>
            </a:extLst>
          </p:cNvPr>
          <p:cNvSpPr>
            <a:spLocks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2238F527-FCE1-3F47-AE2D-F19E530E858F}"/>
              </a:ext>
            </a:extLst>
          </p:cNvPr>
          <p:cNvSpPr>
            <a:spLocks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2A51E7DB-081D-8B98-4752-9E33BFF15FBD}"/>
              </a:ext>
            </a:extLst>
          </p:cNvPr>
          <p:cNvSpPr>
            <a:spLocks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44F3EA24-C2B9-5F90-B304-B6964D314BDF}"/>
              </a:ext>
            </a:extLst>
          </p:cNvPr>
          <p:cNvSpPr>
            <a:spLocks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C5259ED6-ED65-1D51-833C-EB4DDE22ED1F}"/>
              </a:ext>
            </a:extLst>
          </p:cNvPr>
          <p:cNvCxnSpPr>
            <a:cxnSpLocks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10B20468-9BFC-F9DB-4532-791D6AB14418}"/>
              </a:ext>
            </a:extLst>
          </p:cNvPr>
          <p:cNvSpPr>
            <a:spLocks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04A17A3E-6DB0-A00F-D4F8-62281838F642}"/>
              </a:ext>
            </a:extLst>
          </p:cNvPr>
          <p:cNvSpPr>
            <a:spLocks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20B79BD7-116B-B810-CEB8-E9B51A27C47C}"/>
              </a:ext>
            </a:extLst>
          </p:cNvPr>
          <p:cNvSpPr>
            <a:spLocks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05393F23-80CA-A1DD-8E30-E660E171C088}"/>
              </a:ext>
            </a:extLst>
          </p:cNvPr>
          <p:cNvCxnSpPr>
            <a:cxnSpLocks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DB77FED5-3E24-5A0C-BBF2-8B03206CF1BD}"/>
              </a:ext>
            </a:extLst>
          </p:cNvPr>
          <p:cNvSpPr>
            <a:spLocks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8ADC5976-4668-6DBB-C371-CAF5C638E52D}"/>
              </a:ext>
            </a:extLst>
          </p:cNvPr>
          <p:cNvSpPr>
            <a:spLocks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5A4DB4A9-6C3D-9439-2AF8-50570D16C9B6}"/>
              </a:ext>
            </a:extLst>
          </p:cNvPr>
          <p:cNvSpPr>
            <a:spLocks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EB099EDE-E294-008B-43AD-045CFBD019AC}"/>
              </a:ext>
            </a:extLst>
          </p:cNvPr>
          <p:cNvSpPr>
            <a:spLocks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3683CF8C-EAE2-99CB-A8DB-0144AED02FBC}"/>
              </a:ext>
            </a:extLst>
          </p:cNvPr>
          <p:cNvSpPr>
            <a:spLocks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A5CEF5BB-AAAB-3792-DAF4-A866F0F8DF3E}"/>
              </a:ext>
            </a:extLst>
          </p:cNvPr>
          <p:cNvSpPr>
            <a:spLocks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EA3840A1-344C-DF9A-E4BC-E61A930945C7}"/>
              </a:ext>
            </a:extLst>
          </p:cNvPr>
          <p:cNvSpPr>
            <a:spLocks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E6EC3B91-AE68-5128-5836-764BE2B77858}"/>
              </a:ext>
            </a:extLst>
          </p:cNvPr>
          <p:cNvSpPr>
            <a:spLocks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582F5989-44E6-8BE9-E886-DB7473A62D53}"/>
              </a:ext>
            </a:extLst>
          </p:cNvPr>
          <p:cNvSpPr>
            <a:spLocks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85B18C25-3ECF-ED4F-EBD9-D7101D8787A6}"/>
              </a:ext>
            </a:extLst>
          </p:cNvPr>
          <p:cNvSpPr>
            <a:spLocks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EB663AE4-29B2-9A18-EE16-644B4FCBE230}"/>
              </a:ext>
            </a:extLst>
          </p:cNvPr>
          <p:cNvSpPr>
            <a:spLocks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0A7B4AEF-5297-DFB3-2446-3CA87F5C4481}"/>
              </a:ext>
            </a:extLst>
          </p:cNvPr>
          <p:cNvSpPr>
            <a:spLocks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1D7BB322-80CC-8BA2-501D-53F98CFA0436}"/>
              </a:ext>
            </a:extLst>
          </p:cNvPr>
          <p:cNvSpPr>
            <a:spLocks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61FC7D44-D4CA-3008-302D-75A8ED779DB2}"/>
              </a:ext>
            </a:extLst>
          </p:cNvPr>
          <p:cNvSpPr>
            <a:spLocks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34FAA3A3-5637-9D1C-F529-9FE931F75F7F}"/>
              </a:ext>
            </a:extLst>
          </p:cNvPr>
          <p:cNvSpPr>
            <a:spLocks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29A46062-2B02-3689-0FDC-F7940C82DB42}"/>
              </a:ext>
            </a:extLst>
          </p:cNvPr>
          <p:cNvSpPr>
            <a:spLocks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4B6363EE-A5B3-CE7D-7E8D-920EDC330BD0}"/>
              </a:ext>
            </a:extLst>
          </p:cNvPr>
          <p:cNvSpPr>
            <a:spLocks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23927CFB-2B93-ABA5-9DA7-68FB41ACE575}"/>
              </a:ext>
            </a:extLst>
          </p:cNvPr>
          <p:cNvSpPr>
            <a:spLocks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C337ADFF-97D0-5F45-41CB-312238BDC656}"/>
              </a:ext>
            </a:extLst>
          </p:cNvPr>
          <p:cNvSpPr>
            <a:spLocks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4B5507BF-6D25-A2E2-4C56-A6E5BFF52859}"/>
              </a:ext>
            </a:extLst>
          </p:cNvPr>
          <p:cNvSpPr>
            <a:spLocks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7F98E664-F688-E458-9812-5E36289F260B}"/>
              </a:ext>
            </a:extLst>
          </p:cNvPr>
          <p:cNvSpPr>
            <a:spLocks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0F60141C-CD30-FFD1-75CD-0A234203105B}"/>
              </a:ext>
            </a:extLst>
          </p:cNvPr>
          <p:cNvSpPr>
            <a:spLocks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>
              <a:highlight>
                <a:srgbClr val="000080"/>
              </a:highlight>
            </a:endParaRPr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A88986FF-F8E6-36A3-9965-C01F4FFA05C1}"/>
              </a:ext>
            </a:extLst>
          </p:cNvPr>
          <p:cNvSpPr>
            <a:spLocks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C43D1730-72D5-5012-0930-9093E2118678}"/>
              </a:ext>
            </a:extLst>
          </p:cNvPr>
          <p:cNvGrpSpPr>
            <a:grpSpLocks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0A993C32-5341-2191-91C6-112C6F2DE051}"/>
                </a:ext>
              </a:extLst>
            </p:cNvPr>
            <p:cNvCxnSpPr>
              <a:cxnSpLocks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B71F2D45-479E-5F6C-D7AE-55309CD23BB3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1084411D-94F8-B5EE-F321-98C36850CB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156763AB-CEEC-E578-DAEB-1046A3B532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3C77AE6B-4C43-B902-EF20-B84F5F666C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106CC53C-AF0B-07A0-F684-1C6A24A7A23D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CC0DB3D9-0658-B7FE-6766-005BEB633B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460EFE5F-A284-B544-17BB-31564A14B6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1A6E6A5D-6CFB-13F9-95D8-DF33895F11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03239888-D09F-F7A9-D296-D7DE5B26582B}"/>
              </a:ext>
            </a:extLst>
          </p:cNvPr>
          <p:cNvSpPr>
            <a:spLocks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4C77E4FD-7AB9-1867-EB67-80007CBEB992}"/>
              </a:ext>
            </a:extLst>
          </p:cNvPr>
          <p:cNvSpPr>
            <a:spLocks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0E448092-E4C1-2AA7-51E1-2EA2D2AAC72C}"/>
              </a:ext>
            </a:extLst>
          </p:cNvPr>
          <p:cNvSpPr>
            <a:spLocks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283EE560-5859-21A5-AC53-F60F5652A35E}"/>
              </a:ext>
            </a:extLst>
          </p:cNvPr>
          <p:cNvSpPr txBox="1">
            <a:spLocks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FF62A511-25C0-BC52-11CE-070BB325315B}"/>
              </a:ext>
            </a:extLst>
          </p:cNvPr>
          <p:cNvSpPr txBox="1">
            <a:spLocks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3BC9DB22-9CF9-88BC-05C5-9BBF9CDC9202}"/>
              </a:ext>
            </a:extLst>
          </p:cNvPr>
          <p:cNvSpPr>
            <a:spLocks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E8643727-EF3C-5B44-FD1F-C90043C27D80}"/>
              </a:ext>
            </a:extLst>
          </p:cNvPr>
          <p:cNvSpPr>
            <a:spLocks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150EF3E4-252D-2CF3-30CF-DA85CEBF7A19}"/>
              </a:ext>
            </a:extLst>
          </p:cNvPr>
          <p:cNvSpPr>
            <a:spLocks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AFFCCDBD-1DC0-28B4-FC8C-D64F4A22AAD3}"/>
              </a:ext>
            </a:extLst>
          </p:cNvPr>
          <p:cNvSpPr txBox="1">
            <a:spLocks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27EE62BF-E4B2-CF46-F531-6637056DEC17}"/>
              </a:ext>
            </a:extLst>
          </p:cNvPr>
          <p:cNvSpPr>
            <a:spLocks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D2ABB009-5256-552C-EEEE-F0DA0F7F4AE5}"/>
              </a:ext>
            </a:extLst>
          </p:cNvPr>
          <p:cNvSpPr>
            <a:spLocks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FE873CD7-5309-0027-44DC-AE818B2FF662}"/>
              </a:ext>
            </a:extLst>
          </p:cNvPr>
          <p:cNvSpPr>
            <a:spLocks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41EC89E0-4DDA-040A-58B2-EBE4389F8852}"/>
              </a:ext>
            </a:extLst>
          </p:cNvPr>
          <p:cNvSpPr>
            <a:spLocks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299B3B5B-CDB0-CF33-E264-03FFF9767772}"/>
              </a:ext>
            </a:extLst>
          </p:cNvPr>
          <p:cNvSpPr>
            <a:spLocks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CDE07501-7E6C-CC28-11E8-4D87FE0C78E6}"/>
              </a:ext>
            </a:extLst>
          </p:cNvPr>
          <p:cNvSpPr txBox="1">
            <a:spLocks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B722EC79-F3AF-4413-6E01-DD774FCCF853}"/>
              </a:ext>
            </a:extLst>
          </p:cNvPr>
          <p:cNvSpPr>
            <a:spLocks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AC73A4DD-4C6F-F576-1EFA-7E275667A58F}"/>
              </a:ext>
            </a:extLst>
          </p:cNvPr>
          <p:cNvSpPr>
            <a:spLocks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13FC7934-4E30-3F6B-1BFD-C51AF90147EA}"/>
              </a:ext>
            </a:extLst>
          </p:cNvPr>
          <p:cNvCxnSpPr>
            <a:cxnSpLocks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765B1EA3-662D-D783-B417-02EED7D5A32B}"/>
              </a:ext>
            </a:extLst>
          </p:cNvPr>
          <p:cNvCxnSpPr>
            <a:cxnSpLocks/>
            <a:stCxn id="1031" idx="3"/>
            <a:endCxn id="54" idx="1"/>
          </p:cNvCxnSpPr>
          <p:nvPr/>
        </p:nvCxnSpPr>
        <p:spPr>
          <a:xfrm flipH="1">
            <a:off x="8731031" y="4865012"/>
            <a:ext cx="470840" cy="1178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EA677F8F-E35F-5B1F-940E-DB9ADF4C921A}"/>
              </a:ext>
            </a:extLst>
          </p:cNvPr>
          <p:cNvSpPr>
            <a:spLocks/>
          </p:cNvSpPr>
          <p:nvPr/>
        </p:nvSpPr>
        <p:spPr>
          <a:xfrm>
            <a:off x="1990197" y="232933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29 bytes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3E08BB7-36F8-64AA-C6F3-B9E3FFB04CD2}"/>
              </a:ext>
            </a:extLst>
          </p:cNvPr>
          <p:cNvSpPr>
            <a:spLocks/>
          </p:cNvSpPr>
          <p:nvPr/>
        </p:nvSpPr>
        <p:spPr>
          <a:xfrm>
            <a:off x="3313201" y="2329334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7 bytes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CD2BD98-263E-FAB5-07F0-68D341EE7750}"/>
              </a:ext>
            </a:extLst>
          </p:cNvPr>
          <p:cNvSpPr>
            <a:spLocks/>
          </p:cNvSpPr>
          <p:nvPr/>
        </p:nvSpPr>
        <p:spPr>
          <a:xfrm>
            <a:off x="667835" y="234201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41 bytes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EAC260-8768-1767-662C-59D48A5855B7}"/>
              </a:ext>
            </a:extLst>
          </p:cNvPr>
          <p:cNvSpPr>
            <a:spLocks/>
          </p:cNvSpPr>
          <p:nvPr/>
        </p:nvSpPr>
        <p:spPr>
          <a:xfrm>
            <a:off x="4624180" y="2351320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25 bytes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28ED0450-A907-8AD7-0721-BA57831C33F4}"/>
              </a:ext>
            </a:extLst>
          </p:cNvPr>
          <p:cNvCxnSpPr>
            <a:cxnSpLocks/>
            <a:endCxn id="1025" idx="1"/>
          </p:cNvCxnSpPr>
          <p:nvPr/>
        </p:nvCxnSpPr>
        <p:spPr>
          <a:xfrm>
            <a:off x="1076685" y="1450731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129BFAD2-4EE0-C9DB-9457-5C6A151C159B}"/>
              </a:ext>
            </a:extLst>
          </p:cNvPr>
          <p:cNvCxnSpPr>
            <a:cxnSpLocks/>
          </p:cNvCxnSpPr>
          <p:nvPr/>
        </p:nvCxnSpPr>
        <p:spPr>
          <a:xfrm>
            <a:off x="2407254" y="1481742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8BDF0A5-B08A-4EF6-5683-7C404880DD3D}"/>
              </a:ext>
            </a:extLst>
          </p:cNvPr>
          <p:cNvSpPr txBox="1">
            <a:spLocks/>
          </p:cNvSpPr>
          <p:nvPr/>
        </p:nvSpPr>
        <p:spPr>
          <a:xfrm>
            <a:off x="2150340" y="5899859"/>
            <a:ext cx="401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  <a:highlight>
                  <a:srgbClr val="FFFF00"/>
                </a:highlight>
              </a:rPr>
              <a:t>ESCREVE SEU NOME</a:t>
            </a:r>
          </a:p>
        </p:txBody>
      </p: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AE0C091F-5F4B-8A1F-5D67-F3DD448DF330}"/>
              </a:ext>
            </a:extLst>
          </p:cNvPr>
          <p:cNvCxnSpPr>
            <a:cxnSpLocks/>
            <a:stCxn id="1114" idx="2"/>
            <a:endCxn id="1105" idx="1"/>
          </p:cNvCxnSpPr>
          <p:nvPr/>
        </p:nvCxnSpPr>
        <p:spPr>
          <a:xfrm>
            <a:off x="10054220" y="4069955"/>
            <a:ext cx="611350" cy="1731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8B81ACC1-FEA8-15F1-5637-CA33C343E436}"/>
              </a:ext>
            </a:extLst>
          </p:cNvPr>
          <p:cNvSpPr>
            <a:spLocks/>
          </p:cNvSpPr>
          <p:nvPr/>
        </p:nvSpPr>
        <p:spPr>
          <a:xfrm rot="5400000">
            <a:off x="8613938" y="4994775"/>
            <a:ext cx="234185" cy="21044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03</a:t>
            </a:r>
          </a:p>
        </p:txBody>
      </p: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296EBB4F-F867-2B6F-15A9-9C00E57C4BC9}"/>
              </a:ext>
            </a:extLst>
          </p:cNvPr>
          <p:cNvCxnSpPr>
            <a:cxnSpLocks/>
            <a:endCxn id="1110" idx="1"/>
          </p:cNvCxnSpPr>
          <p:nvPr/>
        </p:nvCxnSpPr>
        <p:spPr>
          <a:xfrm flipH="1">
            <a:off x="10663750" y="4626642"/>
            <a:ext cx="1820" cy="14759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32757D11-AE60-ECEF-6B81-F5B8043314AF}"/>
              </a:ext>
            </a:extLst>
          </p:cNvPr>
          <p:cNvCxnSpPr>
            <a:cxnSpLocks/>
            <a:stCxn id="1110" idx="3"/>
          </p:cNvCxnSpPr>
          <p:nvPr/>
        </p:nvCxnSpPr>
        <p:spPr>
          <a:xfrm flipH="1">
            <a:off x="10054220" y="5186981"/>
            <a:ext cx="609530" cy="15548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22D519C8-0878-858B-9F3D-122D6DA45275}"/>
              </a:ext>
            </a:extLst>
          </p:cNvPr>
          <p:cNvCxnSpPr>
            <a:cxnSpLocks/>
          </p:cNvCxnSpPr>
          <p:nvPr/>
        </p:nvCxnSpPr>
        <p:spPr>
          <a:xfrm>
            <a:off x="3715519" y="1459522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F275F614-00B6-05C5-FB30-F0806F820845}"/>
              </a:ext>
            </a:extLst>
          </p:cNvPr>
          <p:cNvCxnSpPr>
            <a:cxnSpLocks/>
          </p:cNvCxnSpPr>
          <p:nvPr/>
        </p:nvCxnSpPr>
        <p:spPr>
          <a:xfrm>
            <a:off x="5012146" y="1450730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A4A3B935-B561-B108-6E9D-3A571F6869CB}"/>
              </a:ext>
            </a:extLst>
          </p:cNvPr>
          <p:cNvSpPr>
            <a:spLocks/>
          </p:cNvSpPr>
          <p:nvPr/>
        </p:nvSpPr>
        <p:spPr>
          <a:xfrm>
            <a:off x="10111077" y="4287268"/>
            <a:ext cx="1133898" cy="2951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050" b="1" dirty="0">
                <a:solidFill>
                  <a:schemeClr val="tx1"/>
                </a:solidFill>
              </a:rPr>
              <a:t>escreva (“Seu nome é”, a)</a:t>
            </a:r>
            <a:endParaRPr lang="pt-BR" sz="1050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7BC78BC-6989-4875-A980-CA51AD666D50}"/>
              </a:ext>
            </a:extLst>
          </p:cNvPr>
          <p:cNvSpPr>
            <a:spLocks/>
          </p:cNvSpPr>
          <p:nvPr/>
        </p:nvSpPr>
        <p:spPr>
          <a:xfrm>
            <a:off x="9044227" y="569322"/>
            <a:ext cx="2050952" cy="5676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tx1"/>
                </a:solidFill>
              </a:rPr>
              <a:t>Seu nome é “</a:t>
            </a:r>
            <a:r>
              <a:rPr lang="pt-BR" sz="1100" b="1" dirty="0">
                <a:solidFill>
                  <a:srgbClr val="FF0000"/>
                </a:solidFill>
              </a:rPr>
              <a:t>A</a:t>
            </a:r>
            <a:r>
              <a:rPr lang="pt-BR" sz="1100" b="1" dirty="0">
                <a:solidFill>
                  <a:schemeClr val="tx1"/>
                </a:solidFill>
              </a:rPr>
              <a:t>”</a:t>
            </a:r>
          </a:p>
          <a:p>
            <a:pPr algn="ctr"/>
            <a:r>
              <a:rPr lang="pt-BR" sz="1100" b="1" dirty="0">
                <a:solidFill>
                  <a:srgbClr val="FF0000"/>
                </a:solidFill>
              </a:rPr>
              <a:t>* Busque o valor de A na memória 5</a:t>
            </a:r>
            <a:endParaRPr lang="pt-BR" sz="1100" dirty="0">
              <a:solidFill>
                <a:srgbClr val="FF0000"/>
              </a:solidFill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70BEBD4C-90D9-A320-C695-B28B692A0609}"/>
              </a:ext>
            </a:extLst>
          </p:cNvPr>
          <p:cNvSpPr>
            <a:spLocks/>
          </p:cNvSpPr>
          <p:nvPr/>
        </p:nvSpPr>
        <p:spPr>
          <a:xfrm>
            <a:off x="5842831" y="2176856"/>
            <a:ext cx="967710" cy="41500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A</a:t>
            </a:r>
            <a:endParaRPr lang="pt-BR" sz="900" b="1" dirty="0">
              <a:solidFill>
                <a:schemeClr val="bg1"/>
              </a:solidFill>
            </a:endParaRPr>
          </a:p>
          <a:p>
            <a:pPr algn="ctr"/>
            <a:r>
              <a:rPr lang="pt-BR" sz="800" b="1" dirty="0">
                <a:solidFill>
                  <a:schemeClr val="bg1"/>
                </a:solidFill>
              </a:rPr>
              <a:t>Caractere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13EFD6A-1635-D2EF-6D06-ED70CC265D0E}"/>
              </a:ext>
            </a:extLst>
          </p:cNvPr>
          <p:cNvSpPr>
            <a:spLocks/>
          </p:cNvSpPr>
          <p:nvPr/>
        </p:nvSpPr>
        <p:spPr>
          <a:xfrm>
            <a:off x="5942971" y="2689009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8 bytes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418579E-6FF5-AAD2-F031-11B65EFA9396}"/>
              </a:ext>
            </a:extLst>
          </p:cNvPr>
          <p:cNvSpPr>
            <a:spLocks/>
          </p:cNvSpPr>
          <p:nvPr/>
        </p:nvSpPr>
        <p:spPr>
          <a:xfrm>
            <a:off x="9044227" y="5425834"/>
            <a:ext cx="1909072" cy="2951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tx1"/>
                </a:solidFill>
              </a:rPr>
              <a:t>Seu nome é </a:t>
            </a:r>
            <a:r>
              <a:rPr lang="pt-BR" sz="1100" b="1" dirty="0">
                <a:solidFill>
                  <a:srgbClr val="FF0000"/>
                </a:solidFill>
              </a:rPr>
              <a:t>Bernardo</a:t>
            </a:r>
            <a:endParaRPr lang="pt-BR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09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-0.00093 L 0.00312 0.18032 L 0.23502 0.18032 L 0.23333 0.44398 L 0.39817 0.4456 L 0.46445 0.35856 L 0.46627 0.27037 " pathEditMode="relative" ptsTypes="AAAAA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64 -0.00046 L -0.05169 -0.07176 L -0.11445 -0.07014 C -0.11419 -0.13357 -0.11393 -0.19722 -0.11367 -0.26088 C -0.11393 -0.34815 -0.11419 -0.43542 -0.11445 -0.52269 L -0.04818 -0.5213 " pathEditMode="relative" ptsTypes="AAAAAA">
                                      <p:cBhvr>
                                        <p:cTn id="1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4" presetClass="exit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0416 L 0.07669 -0.00186 L 0.07761 0.4493 L -0.00273 0.44606 L 0.05313 0.52685 L 0.05313 0.60902 L -0.00794 0.69282 " pathEditMode="relative" ptsTypes="AAAAAAA">
                                      <p:cBhvr>
                                        <p:cTn id="3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-0.00532 L 0.0013 0.13102 L 0.12774 0.13565 L 0.12513 0.39468 L 0.29792 0.3963 " pathEditMode="relative" ptsTypes="AAAAA">
                                      <p:cBhvr>
                                        <p:cTn id="3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3" grpId="0" animBg="1"/>
      <p:bldP spid="13" grpId="1" animBg="1"/>
      <p:bldP spid="13" grpId="2" animBg="1"/>
      <p:bldP spid="19" grpId="0" animBg="1"/>
      <p:bldP spid="19" grpId="1" animBg="1"/>
      <p:bldP spid="19" grpId="2" animBg="1"/>
      <p:bldP spid="24" grpId="0" animBg="1"/>
      <p:bldP spid="24" grpId="1" animBg="1"/>
      <p:bldP spid="25" grpId="0" animBg="1"/>
      <p:bldP spid="25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753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833BD-6CB7-F4D8-2D14-D46490D5F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E001DCA9-70A7-9B4A-45DD-7AB7A4F4B43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ECCAAB10-30D8-05E8-CE68-A7BC3CB1E13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FDF4504B-C5CB-9583-CDA9-C9B69A4B8749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EF4BB6DC-50C6-C577-55B2-F19289EE982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6248526-98A0-C9BD-D3EC-970CE7C9A2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B66EEF5C-1768-CA4B-EA6B-B350B1CF62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E15E4060-8802-88EF-B450-DA55FCD3C6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B61CF3FF-2FB6-4FCD-DFBA-64C85A95C21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0CA48A18-0AC9-4BCD-D65E-D0B004BBFE9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64CFE0E8-CF55-5E09-0F89-8B381C98BB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9FBBEF01-8C5D-C61E-CFDD-FCEC852AE55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C9C2B397-02E5-0B45-E106-91A177EE033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A285347C-F737-BCE4-F375-E7347A818A3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A4A96659-079C-00A7-4CCF-6E31187588F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E0676111-EE6D-3F99-02C1-533B14ED657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21082E4A-A394-2D3D-7186-C598F1BB2AE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1650B9D5-A4A5-CCFE-76B7-7C81CDE43D2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B01BA54F-31D9-C392-562C-5F5C76F5F35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8159C239-B19B-EF0F-2BDE-A7E17C0BFD4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FAAA8365-304D-994E-FC90-983830E2246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D8A9FBE2-CA4A-7906-90E0-B9130E6D967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94BD06B7-F5A1-F140-79A5-B62DF2D5C0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saída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85F3401A-3033-9D2B-B0CC-A2BF819C14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DBA4F8AA-29B3-32D9-3161-8BA1DF0726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DD8CC336-D8B5-11A0-AAA4-6F6AE658D2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25870A02-6E88-A20F-DEC3-F40DAE304A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37EC6BA0-EAD7-4A80-754C-4C02BDCCCB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F9BC7B82-086E-0C5A-951D-8991D95E9E2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7801850A-512C-F47D-351A-A72DED0C6A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D7AF2ECB-1623-4206-E2A4-2AC3BCB5C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76333E7E-1FA0-5000-2D63-42C8F9BE4F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BB1920B6-899B-BA8B-1E72-DA791235160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C6654107-C958-75F5-5780-46E8141345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2A1DD539-5F8B-C358-C869-B72E0B2700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A70613B9-DA79-3D52-7F6C-D6A18379D4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F404AB64-7E9C-6CE6-4659-49F016B837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7E2A3E24-0627-BE53-8E8F-EC234FFF61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26480901-029B-8E93-E2FB-EA0D67912F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8538970F-872C-16B9-5DA3-7BBAA0E5DF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6F653749-19E7-21C4-37C2-08F3D2D5B6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DD253991-1A16-0CB8-C8D1-3CD208EC67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73D262C7-0500-50E1-621C-44022EE2C1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D8D04C34-F857-63F3-3307-DA73568FC7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0CDCD718-461F-4FF0-6974-EEC0C9347C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B53370DF-D538-AD97-43D3-D91010D50D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4927E3A4-07EC-D4A4-9CB8-E4EE6B0631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C1493022-B2BA-0183-FC24-7771C1002E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01CFE047-011B-C173-7F18-E7CF32F22A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FE497140-08D9-0F1B-C064-904603A768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E2F61D79-DBD2-C0B9-BAE5-F7B45D351C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614E725C-927F-3FF9-DB8E-94F3296F7D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0840BFED-B792-E91B-CF80-40E57893F8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169AA7EE-C90B-BEB9-7967-A397E536D5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9764742B-A13A-9F77-E39C-68790272BC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97D7A181-D133-EC47-7CD3-AA7A0C4C2E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A39051BF-8561-DC99-39CB-0269FF49246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47D2CC4B-9868-5071-2E6D-818605B00DF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7CD67064-EE18-8C0F-C369-0F4A05E9508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57332B3E-BCCD-8F37-DE30-5E78D9FBA06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B40B17D2-5130-4DA7-0F6B-39A96DE992F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5DE8846A-6AEB-9B18-9E3E-402CF6D10FB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6AF0BAD0-9F23-0C5D-170D-28B65CEAD56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C3EB9EEC-D3F4-9BE9-2403-29AB0C3BFC8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D14FFC98-A299-771D-245A-F2F505DBB24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51B4B9BE-8003-A7FE-0827-D02120818C1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0D352B8E-A6C4-8E30-EB07-971DB7BDF2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DC589F0A-7F78-B84F-CF5D-73498ABCA7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4302C1E3-8924-ED45-5EFC-835F7B17AE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8A38C584-E88E-B4FA-2F62-490224042B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8F3A1CE7-2801-9B57-627D-5DE808382A5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E731962D-29A9-AF0C-4652-0FEAEC4ECB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C94737B0-710D-334D-51AC-4BAD050EB7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6D220BE1-3DD3-0497-1F90-62C50DE3D4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06F16B16-B781-6930-8284-66826378BFA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657C6ABA-A9BC-FE7C-E943-FD925E7DED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E74613E9-46C3-D588-F9FC-B2E9363937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F18B1D24-54B9-2E8E-3CC7-D4A9D1A16C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2FDFBCAC-0774-FAEC-A155-7AAB370005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22BE5D63-7DF5-F306-AB98-E6D16FA9B8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692C7B22-0F31-C2B4-C8C2-487B8CA4FF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1021222E-CBED-78F8-A2CA-D525FB1403D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7CA81F96-A834-138E-E3C7-552761711A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A83E338E-B173-D569-70E3-AEBF3DF709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35241F50-76FB-E09C-E9DE-CAA2211238E5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9E4EE1D1-F3A2-8DE6-03CC-F5DE55930DCE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id="{626FEEF4-FD85-43D5-D95F-78D9897B12C0}"/>
              </a:ext>
            </a:extLst>
          </p:cNvPr>
          <p:cNvSpPr/>
          <p:nvPr/>
        </p:nvSpPr>
        <p:spPr>
          <a:xfrm>
            <a:off x="7681825" y="5363750"/>
            <a:ext cx="3960718" cy="46269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err="1">
                <a:solidFill>
                  <a:schemeClr val="tx1"/>
                </a:solidFill>
              </a:rPr>
              <a:t>Alg</a:t>
            </a:r>
            <a:r>
              <a:rPr lang="pt-BR" sz="1600" b="1" dirty="0">
                <a:solidFill>
                  <a:schemeClr val="tx1"/>
                </a:solidFill>
              </a:rPr>
              <a:t> "Movimente o Ponteiro do Mouse"</a:t>
            </a:r>
          </a:p>
          <a:p>
            <a:pPr algn="ctr"/>
            <a:r>
              <a:rPr lang="pt-BR" sz="1600" b="1" dirty="0">
                <a:solidFill>
                  <a:schemeClr val="tx1"/>
                </a:solidFill>
              </a:rPr>
              <a:t>var    A: real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5D697A1-5778-9E59-0304-5F67A00BA620}"/>
              </a:ext>
            </a:extLst>
          </p:cNvPr>
          <p:cNvSpPr/>
          <p:nvPr/>
        </p:nvSpPr>
        <p:spPr>
          <a:xfrm>
            <a:off x="8764555" y="5414608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56 bytes</a:t>
            </a:r>
          </a:p>
        </p:txBody>
      </p:sp>
    </p:spTree>
    <p:extLst>
      <p:ext uri="{BB962C8B-B14F-4D97-AF65-F5344CB8AC3E}">
        <p14:creationId xmlns:p14="http://schemas.microsoft.com/office/powerpoint/2010/main" val="340532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4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7 0.00093 L -0.10859 0.00093 C -0.10833 -0.08773 -0.10807 -0.17616 -0.10781 -0.26458 L -0.66237 -0.26713 L -0.6638 -0.47477 " pathEditMode="relative" ptsTypes="AAAAA">
                                      <p:cBhvr>
                                        <p:cTn id="2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2" grpId="0" animBg="1"/>
      <p:bldP spid="2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4A27C-03A8-73B2-E881-340C6D638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19FFBA7D-0FFF-55CC-C34A-ECD9DB583E8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3BD3FCAB-E04A-D74D-D84D-8FA0676C7B6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B06DA34F-893C-0817-CBE5-E20D65117F3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935DF4ED-B3BC-98AB-71D9-1F0A9FD4904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0475656C-0479-322C-B283-30E231A10B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B219A379-9244-422B-1F5E-70542969CF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9927D348-5F0F-459E-2C0A-EB277E3AC8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79436534-45AC-CC8E-853F-77B1A694613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E15A8B4E-C1EE-579A-E68A-5A4C41BC63E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965EB714-8365-91C1-2356-5BBC3812C6C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C4B806FC-9548-D0F2-DBA1-69CED44E7C6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8FECAB44-B109-21A1-6529-F3B1B4D5746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0C237FAA-467E-479E-FBAD-CF1752B6643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12DDEE75-14EE-6112-35EE-B8CB3BFAE26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5AD02F0B-5FF4-33D5-3764-F5CAB1EB41F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F0F2871C-C05D-24A3-9583-0D412C7BB85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AC69F31D-DB39-F370-E507-747B6BC66C8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E530B4BC-6455-A3BD-3FED-BE0ED601E7E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1B7E52EF-5524-C57C-B864-AB82F90E11B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0014E997-E579-3E27-2612-48999C48139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DD7BF3D5-8C0D-8323-AC28-DCE0575F29B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E3F2D042-3191-F1D8-79D3-DE721B2656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saída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DFA6599A-8F48-144E-AFFF-BD2726EDD9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E32C6291-3ECD-4AA7-40FE-F24D881367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46B76BC4-30AF-C4AB-925D-5782AC1020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DEBDD706-5050-11D9-F61F-1D6D4590EE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E3CA4A64-85EA-E6FD-52E4-CD3174BE6D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DAC66167-8E98-ABC6-0C56-BC70D4A5246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C74F398D-47B9-FA00-DF88-9ED3FC9491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8CB987F6-9286-7EBF-96FE-B9EE8F25DF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FB109605-D31F-E6C0-B7B3-724BDD1282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9D05B5CF-4D76-5283-FC76-2CAF4E4FF03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4CD384FC-E4CE-BDF1-2098-41F8BE50AD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622AB7B7-5FA9-372B-D440-85D8D8DC82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4A3C6581-B3B9-2D9B-C29F-E111C2B209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97E40434-F3C1-D2A4-B831-07618580C6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85620425-1C4D-DECE-4670-6C6A4D45D4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D2B08A9D-9A7F-EA71-429C-840C385CF4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3B023546-40CE-E12D-B39B-4068321B33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76D266D0-0E91-1EBD-DD98-87BFA1C28D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895AACE9-3DDC-A267-3BBF-64EBEA886E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551AC673-5129-E79B-3B12-6CB0A3661C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F00D9E48-D8D0-D315-F960-74E39DF395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F67902A7-BE5C-4F01-0214-F9E19B0484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17F26943-2901-31A8-F7D2-8677B188C3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5AF37858-861D-BF07-3833-9953E1E859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8ACE9E0F-171B-B4A0-2A2F-43931C7331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CA845CB3-D232-5FCA-5002-8129CA42E5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635D46AA-502F-7433-EB5E-F12D2260B6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2A2D3EF6-4438-F6B2-6B60-E91503AD76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32D90A79-8F63-D28D-C939-8B713FBB5D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EF39A4C3-59A0-900E-B2D3-5B08F19EB9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0D4C43CD-BE33-2B92-49C1-12B3C25465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04870E9C-4163-C2A5-3CA6-63E9F4D6A8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ED3B71CF-257A-4A1C-F936-8BA6C4AC1E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870A18C1-A38C-FC0E-6E7E-05465141A62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C58E45C2-98E4-0E82-9227-BCA7C943964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90CCF20B-2DBE-BEA0-5C8D-EB00990BD26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E670952B-EA1C-CAC2-9A27-121466A8940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03701E6E-4216-6028-E087-AEFA28C38D7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628C369E-B0A7-2440-A0A1-42E9724ECCA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BE3918CA-391A-8439-11B8-366F2E118F7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9341CEFA-A45D-FC4B-87FA-442689C8342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1508C88C-CD41-A8B3-992B-563E36EF452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DB8750E3-D65E-2FE4-6AFE-A07C30B74AE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DA891C4C-DEB3-C96D-7FAB-FB7458435C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ECE71709-4E7D-564B-CBA6-5A40B59C4A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B80D26F0-65D4-E670-0E84-3999D9550B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238F3B43-BF70-6B69-4C15-D2B19C8EE3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5EA44326-BE20-610F-D4FD-7685A0B0F5E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BC024CFE-A2AF-DC19-AAAB-5CC6D5ED8A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A8BA899A-2947-3CAE-722F-0AAA787933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D0EA6F3B-9DA0-32CC-C41D-E60F6E890A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D949A4E1-FD9E-A354-56AE-B0AC7438617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0CDC9E68-7C00-E50E-21E5-CF21BA1465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C7905AD8-1010-22C2-D45E-790367FAE2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E2853EC2-4430-5537-7EB7-E10C06E198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EDFEF7BB-4937-5CAF-1D65-14903E2CAD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2CB21B1C-CC75-A8A5-8630-C2640E23D9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59C636FF-12FF-76BF-F539-83041A8ABB8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0B242274-4E57-0D20-1D21-39D37DA8C11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1505FD84-6836-C5B6-864F-8E20FBCD1B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D520CAB8-8D92-C203-A788-9898543AFA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E6F67AD0-670B-1D51-B09B-003037C4D77A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474F2A8B-DC78-6EDA-DA8D-96FE3938AB65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ECA3DE25-0AC0-C7D7-3EFE-37C97C0638A6}"/>
              </a:ext>
            </a:extLst>
          </p:cNvPr>
          <p:cNvSpPr/>
          <p:nvPr/>
        </p:nvSpPr>
        <p:spPr>
          <a:xfrm>
            <a:off x="675534" y="2281410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56 bytes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B343FB7-88A2-93D5-5C62-166268C0C62F}"/>
              </a:ext>
            </a:extLst>
          </p:cNvPr>
          <p:cNvSpPr/>
          <p:nvPr/>
        </p:nvSpPr>
        <p:spPr>
          <a:xfrm>
            <a:off x="8712911" y="5363750"/>
            <a:ext cx="2693105" cy="46269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receba o sinal do sensor ótico e armazene em 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FA0C09F-720B-2148-DC01-89CF75591098}"/>
              </a:ext>
            </a:extLst>
          </p:cNvPr>
          <p:cNvSpPr/>
          <p:nvPr/>
        </p:nvSpPr>
        <p:spPr>
          <a:xfrm>
            <a:off x="8765385" y="5422409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46 bytes</a:t>
            </a:r>
          </a:p>
        </p:txBody>
      </p:sp>
    </p:spTree>
    <p:extLst>
      <p:ext uri="{BB962C8B-B14F-4D97-AF65-F5344CB8AC3E}">
        <p14:creationId xmlns:p14="http://schemas.microsoft.com/office/powerpoint/2010/main" val="210167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64 0.00625 L -0.10794 0.00231 C -0.10768 -0.0875 -0.10755 -0.17732 -0.10729 -0.2669 L -0.55729 -0.2669 C -0.55755 -0.32986 -0.55781 -0.39259 -0.55794 -0.45533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385" y="-23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6" grpId="0" animBg="1"/>
      <p:bldP spid="6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0191D-9D63-27CB-DD5B-86AF498EC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104D352B-6D1F-39C7-AB2E-2ACBDD0DB9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5668247C-2462-DBE8-6DF3-A24BE3D97BA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74814B66-1040-1CB4-7BCD-EA4D11B9F48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092BCF2D-DAF1-3517-8899-6D1E7C8C740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B8148F0-9082-DF5E-E6D8-A6937B4481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43C33BDC-F6E3-B938-18CA-975F92666E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8C36F2B-64D2-221E-7D80-2F5722691B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1991B4F0-A1DE-69B8-390F-769B9F37D5B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C7148A32-505F-72B1-E957-37F2BD4868A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D6C3CBC0-9503-36B6-C1CB-4955C1C7668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73FE3A2B-8467-301E-80EB-FF30AEC6759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D2B5CA9C-B39F-4BCE-778B-225B951E929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767E5246-8238-F534-D2BB-8CA779BE721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E073326B-7B26-2A75-3AAD-4CDC8134E7B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B65CFC00-23A3-C262-445F-DF57D14F160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57CEEE7F-D78D-4336-BDE9-847F337F625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5F3094DE-A35E-1FF5-C8CF-6A8847B8C4A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4DE3362D-B5BF-733E-B861-5EED5617D94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B7DF2C9C-FC41-F050-1B56-FA25E35A5BD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9A21C495-640F-DA6A-69C4-C9CE59FD316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49141929-5856-09FC-8A8F-31D7350320B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5144CA73-99BE-222E-2E82-8614326D4F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saída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56A26839-8D6E-F8A5-326D-E61E65943C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B76B8371-C864-645B-FE28-03ABEADF62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D43B0AE4-04E1-52D1-76C5-F239F16CF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24B294AA-061E-F5B7-786C-8231A76FA1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42A567D0-5C43-AC18-2B1C-9EADC3FA85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C60D3B62-C9FF-1CE6-B1FC-815A7D44736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2DAEDCA0-9064-0411-2C03-ED408DF5F1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8EC1D768-39F5-3113-F0AF-60DB2F1E2D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8626F335-475A-45F0-0225-FC0EC14978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89BD9048-1BA8-9E26-86D1-8D7A572237B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961AADC0-DCD4-C96E-B6D8-276AE5CA74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A3A63F0B-DBEB-ACC2-A82D-CE1397AA58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3E09B28A-3D38-C455-5E54-1ADF2679AD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7EADDF3F-B3B7-4CBC-1193-9803D5D24D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9126F77A-CC73-E62D-4F34-873C35F0BE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E579A70F-B1AC-E98A-5A6C-E78E27B23A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96602A95-ED88-651C-8546-55E6B51804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965F6479-EC41-9277-50D1-E5407E46E2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A625AD5C-9608-1D1F-BF55-A50C74D93B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E24FFAEE-6B6F-D83E-E3F4-73B2A83718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1C95AE1A-48F8-6688-FE85-4C60A84F9C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76ED072C-BDE5-EDC0-DDE5-C813F1F962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956BFDB3-3C6E-B62F-1C88-A0917478EF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F0D1E05C-1A91-AE11-663B-F5812B962F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5A7F108A-6B98-1BCE-3EED-FCB45359F6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8ED35B21-F877-3DFF-CD17-F145ECB823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E9980D3D-95F0-5B22-5398-1C7CF833B2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415952A3-ECE1-86E8-82B4-FB134C8822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9661A564-6F5E-FC79-0CE2-C1CA85714A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19BC8D8B-8A82-B69A-54F7-FD5153C0E7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DFC0737C-2ED2-18AC-1161-6BF5FFAEBE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5BE3355B-93BC-E088-F1A4-01DCB085EC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sz="1000" dirty="0"/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3020C728-FDD7-DC9F-BAD1-3CF19D763D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07BEE13A-E4DD-D1EB-2787-AC2E13E5442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5E6241C4-00A6-A953-26FD-833B83DBF68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B7DA4692-2A4D-5865-DB64-0A7C7CA743F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78FB5070-9A42-02AD-83A3-DDFE1C3C1EC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C7BACA0F-F238-9079-09AB-6C3DF5DD972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4A8A3471-9713-2A15-FAD9-D26B3788C52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3C8E39F9-D88A-54E9-2110-5207458C11B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96C12CD5-ABDA-1FA6-A644-340701DABDF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B2DCA1EB-E55A-F07E-8AB3-4B3634A12D0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883E231E-B773-CF2B-07A7-4DE641E20D2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49AAB1C9-C2E6-AEAA-4D7F-78827BA40F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2658A6E2-E06F-31BB-CC2E-49D1DF1EF6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BE8A715C-76D1-DFC1-10A2-B6F12DD275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26C7C4D4-95D8-1E5A-884D-C1DF1861106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A9AA6070-EE6B-BA65-A5C3-9CD8BAA973C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7A43A848-70E7-1EBD-5610-6462938BC4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E9A3DDBE-9890-3F0E-CD81-53B15BD017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E458116A-CA0D-A0E1-47B4-5F8B51C7FB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9760694E-7E45-DC17-7A59-8C404781C6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E604C653-C3E4-23A1-0896-F5FDF64484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1C2AD09D-B0C7-F63C-37E0-73D97CECFF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D3653846-3A9D-AB01-FB48-0DCE123631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FFBCEEC6-C621-2801-C64B-984222948C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4C205510-EFD4-3541-27C0-D0D2E68B66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3B767D54-6FB2-4CDE-41E0-8605385E029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AB857713-8367-812F-CBD1-8FE6DBE25C0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D622C5D0-26E6-0B34-C176-2F12DACEA0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F52A032-B56C-90DF-B13F-282990E637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04A13B58-7A6D-A035-62A1-841A2BA3B50D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D0846C0A-806C-28EB-AF51-BFEB52697B82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DA934995-432A-90A4-752F-0BA73DDD08BA}"/>
              </a:ext>
            </a:extLst>
          </p:cNvPr>
          <p:cNvSpPr/>
          <p:nvPr/>
        </p:nvSpPr>
        <p:spPr>
          <a:xfrm>
            <a:off x="667041" y="2371550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56 bytes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D948046-4C7C-43E3-215A-4BBC80DA7546}"/>
              </a:ext>
            </a:extLst>
          </p:cNvPr>
          <p:cNvSpPr/>
          <p:nvPr/>
        </p:nvSpPr>
        <p:spPr>
          <a:xfrm>
            <a:off x="1993366" y="2371549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46 bytes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041C880-8F4B-07DF-6793-4830E45A98C4}"/>
              </a:ext>
            </a:extLst>
          </p:cNvPr>
          <p:cNvSpPr/>
          <p:nvPr/>
        </p:nvSpPr>
        <p:spPr>
          <a:xfrm>
            <a:off x="8774941" y="5363750"/>
            <a:ext cx="2513009" cy="46269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movimente o cursor da tela pra a posição de 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66DF4B0-AAB6-6CB0-D306-69507DB177B2}"/>
              </a:ext>
            </a:extLst>
          </p:cNvPr>
          <p:cNvSpPr/>
          <p:nvPr/>
        </p:nvSpPr>
        <p:spPr>
          <a:xfrm>
            <a:off x="8792567" y="5401273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45 bytes</a:t>
            </a:r>
          </a:p>
        </p:txBody>
      </p:sp>
    </p:spTree>
    <p:extLst>
      <p:ext uri="{BB962C8B-B14F-4D97-AF65-F5344CB8AC3E}">
        <p14:creationId xmlns:p14="http://schemas.microsoft.com/office/powerpoint/2010/main" val="264677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99 0.00301 L -0.10833 -0.00231 C -0.10859 -0.09027 -0.10885 -0.17824 -0.10911 -0.2662 L -0.44791 -0.26875 L -0.44934 -0.44051 " pathEditMode="relative" ptsTypes="AAAAA">
                                      <p:cBhvr>
                                        <p:cTn id="2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4" grpId="0" animBg="1"/>
      <p:bldP spid="14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FC934-A642-8F7B-66AB-4EAAD2973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FA6CDB3B-A9F0-6997-FB40-D7A6D368621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E9EA48E3-8E2E-9C0E-C48E-0D2394D062A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C3CD8723-5AC9-D3A3-6065-7A51CFA323C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1DB4BD7E-0A58-AAD3-35F4-D8746A2A949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08EC0180-78B4-CF43-0092-4B98A4C3E0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C3AE6FFA-A6B0-AC8E-E693-4EF736208F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99573622-807C-3D41-D460-1E1046BD62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1100" b="1" dirty="0"/>
          </a:p>
          <a:p>
            <a:pPr algn="ctr"/>
            <a:endParaRPr lang="pt-BR" sz="900" b="1" dirty="0"/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DC5FFD9B-D384-4BF3-4D1A-6FE4CE7EEE4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4C85A232-91BC-7FA1-4286-B7376C9D6E5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E3CD9DD1-F300-EF3C-C687-565D0DFB8C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A8D15C46-BF9A-765F-B0E3-59EEE4FE988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F9A01E8B-4E31-6A55-C8CA-D559EB4BA91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D5A15CC4-FAAC-0A91-9012-930F9C67D4F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57DDD5A7-3AA5-4F4B-77E9-68EE78BCE86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15736670-F0A6-3C04-96AD-51054526F06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606A4553-0307-2581-3B55-5BC80009336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21F4E5FB-CE12-AA60-5416-C48ECD8BF906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F1AAD2CD-DE82-29B6-E358-7A21144A234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570D1FB4-D7E2-6748-3A49-55DC38B0622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BFFE7F1E-014B-1E72-CD61-0A028B17B08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DE80C846-6770-DCC0-EBBC-8BB89E79F0F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F9183BEB-56D3-FED5-C02D-AA5769DE57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saída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4D7FD868-7AA2-BCA3-EA85-5218976E3B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C27FF5BB-A263-38E5-F4B3-85116A4CA3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A90590CF-FC76-BAC1-6AE7-D8FE3E3E1C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0B062051-BE4A-ED07-1614-EF0D300462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43BACE67-DD8F-2568-7933-A1A4D9C153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35B682C0-BC5D-C96F-FA8A-F0213C273EF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7CEFCB06-2F88-1AFA-94EC-970AAB0000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EEC99ED6-A782-E443-AEE8-9C71453A85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82038572-1169-C8E9-CEF7-A7EE6E64E5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C192345B-FC8A-4DA3-56E1-FBC50BC6AA0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F5A9253F-2D33-12F6-CCFC-7D86634AA1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4245577C-4CB2-7F27-E247-A3FCE93BAF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2ED76F93-579B-CD15-2522-126A1CB06D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E60380DE-9EC8-7E5E-2D1B-DC491DE7D1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2C3242C7-FDAC-C62E-2CA1-102B37C545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F3F788F0-D84D-1426-8A6D-7C8A4B3015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BB79A206-DE80-2DC9-ECA0-9C0A82BE67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42D60CE7-0EDA-043E-EDAD-DCF30C0525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77E7ED1B-C9A1-2507-88EA-675F0CBCF5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6102374D-6D8B-713E-01E7-89D2F3A521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7F787417-8392-62BE-78DD-C81E64C6B2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D057E4F6-6663-8DF6-3184-D6A0DDA633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095AAC55-8719-A232-3DF5-676CB0A80F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692FB931-D422-F36D-AD8D-FB7F76E60A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BF43A19A-D97D-817D-ED28-74A8AA0B32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B324AB81-A3F8-B2B1-21DD-907B2AA005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967DB3B4-8C65-0183-11D3-576E0F6175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5C505BBA-8DCA-E80E-1350-9EF1616FF5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6A59FD21-7327-C909-8C7A-F5224C9221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BF4D9FB4-8926-EBA5-089A-C2A783616E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4FB7A43B-C18B-539F-42C0-D6036D4345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1334C5D5-DE9A-6C50-F8EE-9196DD3AEC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>
              <a:highlight>
                <a:srgbClr val="000080"/>
              </a:highlight>
            </a:endParaRPr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A2218B90-C1A4-0707-12B9-B99922BD5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20363CE3-2055-E264-7BD6-C30598F06B8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833B4AC4-27E4-3323-4914-E0E16D2D974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099F1201-D87B-9FAF-3E5B-DA7ECF70B51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CB102C89-6F94-1896-D092-BDAFCA7FE9D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BBBD47D3-1131-00B6-0E75-D56B456DFD9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512625C8-312F-6DF8-634F-15E8ED086257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E914AFB5-6574-3E31-B24A-E43260FBE6E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984CE8F9-E0FF-6A3E-0C30-9FF5605AD2B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146DCFE4-393B-F98F-9A8A-6C0D1881433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A3AFC1BB-5D50-2025-4E32-7401FB48C66E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8827CF2F-EECC-2111-0CDC-6A45AA51FB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2A618AB5-D7B6-69C3-B430-4801DF6227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1FA07AE6-9391-C7F7-33B2-D9C7DEBC1C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5D36ABB3-829B-1833-F67D-7DBC9BE0A4E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4DCD5418-7C5C-C16B-246D-CF3094EE82F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2186E933-07EB-BA22-5C46-FD31AC78C9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CCBF7B8B-14FF-DFA0-7923-8BF3720F1A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07B377CC-A16E-9F77-2E53-5F33F091E8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57F0C23C-7F1B-75AC-EC95-CE4DE475DBF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E32186FA-FFD8-3AC3-4D35-88360EEDE7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D40783DE-8E4C-61F3-DD0C-570A048EC1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12B9A690-4368-195E-EF78-DA90323DBE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6405DDA2-52B4-0490-7A63-E289F2FB4A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6497BE12-1D0C-82DB-75E8-A836E2E192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B0E02A81-F2DF-5EBE-131D-C76C1C395F0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26355DC4-99B4-DDFE-0493-D72964B1CE1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DC3CE1C8-8E94-ED3F-AE4B-3709FCB020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E9DCB9FA-7007-2B08-AC92-21B63C273F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A5213FF8-3713-D4A1-74FB-3BD1D5B571DC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214CBC17-DE8D-E069-1D29-2DE2786A4F93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54" idx="1"/>
          </p:cNvCxnSpPr>
          <p:nvPr/>
        </p:nvCxnSpPr>
        <p:spPr>
          <a:xfrm flipH="1">
            <a:off x="8731031" y="4865012"/>
            <a:ext cx="470840" cy="1178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3AB59438-A604-99E8-F4E3-479114B7E7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90197" y="232933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46 bytes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852C9F4-F2B4-245C-E1B1-98DC8D11EE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13201" y="2329334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45 bytes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5E379CE-D960-CA2D-09C4-17D13609BD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67835" y="234201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56 bytes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26D1C6F2-83F8-889C-6B47-532ED5E98A4A}"/>
              </a:ext>
            </a:extLst>
          </p:cNvPr>
          <p:cNvCxnSpPr>
            <a:cxnSpLocks noGrp="1" noRot="1" noMove="1" noResize="1" noEditPoints="1" noAdjustHandles="1" noChangeArrowheads="1" noChangeShapeType="1"/>
            <a:endCxn id="1025" idx="1"/>
          </p:cNvCxnSpPr>
          <p:nvPr/>
        </p:nvCxnSpPr>
        <p:spPr>
          <a:xfrm>
            <a:off x="1076685" y="1450731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50E56359-E15F-DA4C-44F3-5D69D14D78B2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105" idx="1"/>
          </p:cNvCxnSpPr>
          <p:nvPr/>
        </p:nvCxnSpPr>
        <p:spPr>
          <a:xfrm>
            <a:off x="10054220" y="4069955"/>
            <a:ext cx="611350" cy="1731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83AEEABC-868B-99D4-5B26-C5C5D296B2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613938" y="4994775"/>
            <a:ext cx="234185" cy="21044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00</a:t>
            </a:r>
          </a:p>
        </p:txBody>
      </p: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B2C3BA0A-FAB2-B6CA-BC6F-661ED2EFCFFD}"/>
              </a:ext>
            </a:extLst>
          </p:cNvPr>
          <p:cNvCxnSpPr>
            <a:cxnSpLocks noGrp="1" noRot="1" noMove="1" noResize="1" noEditPoints="1" noAdjustHandles="1" noChangeArrowheads="1" noChangeShapeType="1"/>
            <a:endCxn id="1110" idx="1"/>
          </p:cNvCxnSpPr>
          <p:nvPr/>
        </p:nvCxnSpPr>
        <p:spPr>
          <a:xfrm flipH="1">
            <a:off x="10663750" y="4626642"/>
            <a:ext cx="1820" cy="14759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8B862330-3E6E-06FE-0CDF-1DE7F95EEF2F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0" idx="3"/>
          </p:cNvCxnSpPr>
          <p:nvPr/>
        </p:nvCxnSpPr>
        <p:spPr>
          <a:xfrm flipH="1">
            <a:off x="10054220" y="5186981"/>
            <a:ext cx="609530" cy="15548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645214B6-FF32-FC34-2188-51C11858B1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222723" y="4178439"/>
            <a:ext cx="936642" cy="525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700" b="1" dirty="0" err="1">
                <a:solidFill>
                  <a:schemeClr val="tx1"/>
                </a:solidFill>
              </a:rPr>
              <a:t>Alg</a:t>
            </a:r>
            <a:r>
              <a:rPr lang="pt-BR" sz="700" b="1" dirty="0">
                <a:solidFill>
                  <a:schemeClr val="tx1"/>
                </a:solidFill>
              </a:rPr>
              <a:t> "Movimente o Ponteiro do Mouse"</a:t>
            </a:r>
          </a:p>
          <a:p>
            <a:pPr algn="ctr"/>
            <a:r>
              <a:rPr lang="pt-BR" sz="700" b="1" dirty="0">
                <a:solidFill>
                  <a:schemeClr val="tx1"/>
                </a:solidFill>
              </a:rPr>
              <a:t>var    A: real</a:t>
            </a:r>
          </a:p>
        </p:txBody>
      </p:sp>
      <p:sp>
        <p:nvSpPr>
          <p:cNvPr id="1034" name="Retângulo 1033">
            <a:extLst>
              <a:ext uri="{FF2B5EF4-FFF2-40B4-BE49-F238E27FC236}">
                <a16:creationId xmlns:a16="http://schemas.microsoft.com/office/drawing/2014/main" id="{93AE0433-95CE-F5B8-A1B3-C220587C7D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122644" y="649633"/>
            <a:ext cx="1894118" cy="525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b="1" dirty="0">
                <a:solidFill>
                  <a:schemeClr val="tx1"/>
                </a:solidFill>
              </a:rPr>
              <a:t>- Altera o nome da tarefa</a:t>
            </a:r>
          </a:p>
          <a:p>
            <a:pPr algn="ctr"/>
            <a:r>
              <a:rPr lang="pt-BR" sz="900" b="1" dirty="0">
                <a:solidFill>
                  <a:schemeClr val="tx1"/>
                </a:solidFill>
              </a:rPr>
              <a:t>- Define uma memória como A</a:t>
            </a:r>
            <a:endParaRPr lang="pt-BR" sz="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951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82 0.00024 L 0.00026 0.17963 L 0.55482 0.1757 L 0.55768 0.45394 L 0.72722 0.45394 L 0.78711 0.36274 " pathEditMode="relative" ptsTypes="AAAAAA">
                                      <p:cBhvr>
                                        <p:cTn id="4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8711 0.36945 L 0.78711 0.28357 " pathEditMode="relative" ptsTypes="AA">
                                      <p:cBhvr>
                                        <p:cTn id="5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43 -0.00509 L -0.05273 -0.07569 L -0.11614 -0.07569 L -0.11836 -0.26157 L -0.12552 -0.51041 L -0.04843 -0.51157 " pathEditMode="relative" ptsTypes="AAAAAA">
                                      <p:cBhvr>
                                        <p:cTn id="6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0185 L 0.07552 0.00301 L 0.07474 0.44259 L -0.00234 0.43866 L 0.05091 0.51319 " pathEditMode="relative" ptsTypes="AAAAA">
                                      <p:cBhvr>
                                        <p:cTn id="76" dur="2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026 0.51574 L 0.04961 0.59537 " pathEditMode="relative" ptsTypes="AA">
                                      <p:cBhvr>
                                        <p:cTn id="80" dur="2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6" grpId="0" animBg="1"/>
      <p:bldP spid="6" grpId="1" animBg="1"/>
      <p:bldP spid="6" grpId="2" animBg="1"/>
      <p:bldP spid="54" grpId="0" animBg="1"/>
      <p:bldP spid="7" grpId="0" animBg="1"/>
      <p:bldP spid="7" grpId="1" animBg="1"/>
      <p:bldP spid="7" grpId="2" animBg="1"/>
      <p:bldP spid="1034" grpId="0" animBg="1"/>
      <p:bldP spid="1034" grpId="1" animBg="1"/>
      <p:bldP spid="1034" grpId="2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1D762-3FAC-EF84-9A88-6A40CD539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1612887C-0058-25D7-4E6C-FF26E23A62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79765539-A103-3B4E-9DEC-70EAB99DD08D}"/>
              </a:ext>
            </a:extLst>
          </p:cNvPr>
          <p:cNvGrpSpPr>
            <a:grpSpLocks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516ABA64-972F-7212-6C0F-4B0E12F942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2A5FA7B4-451B-002C-38BF-6E58F38BD1FD}"/>
                </a:ext>
              </a:extLst>
            </p:cNvPr>
            <p:cNvSpPr txBox="1">
              <a:spLocks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C9D7C8C-7F92-9C9F-C39B-29C6587977AA}"/>
              </a:ext>
            </a:extLst>
          </p:cNvPr>
          <p:cNvSpPr>
            <a:spLocks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0BD04AF0-1555-F7BB-EF45-13F98F025BDB}"/>
              </a:ext>
            </a:extLst>
          </p:cNvPr>
          <p:cNvSpPr>
            <a:spLocks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F5ADE617-B7D6-5780-174F-435380709247}"/>
              </a:ext>
            </a:extLst>
          </p:cNvPr>
          <p:cNvSpPr>
            <a:spLocks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1100" b="1" dirty="0"/>
          </a:p>
          <a:p>
            <a:pPr algn="ctr"/>
            <a:endParaRPr lang="pt-BR" sz="900" b="1" dirty="0"/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05BB655B-CC64-A552-93FE-9B4B1C5C5674}"/>
              </a:ext>
            </a:extLst>
          </p:cNvPr>
          <p:cNvCxnSpPr>
            <a:cxnSpLocks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EB6DF9A2-9E5E-84E9-F4AB-A813F53AD7F6}"/>
              </a:ext>
            </a:extLst>
          </p:cNvPr>
          <p:cNvGrpSpPr>
            <a:grpSpLocks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CCCCB2F3-DEC2-F754-B53F-88B7F8682104}"/>
                </a:ext>
              </a:extLst>
            </p:cNvPr>
            <p:cNvSpPr>
              <a:spLocks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056E7233-21C2-CA55-5E1A-5A195A2F4F53}"/>
                </a:ext>
              </a:extLst>
            </p:cNvPr>
            <p:cNvSpPr txBox="1">
              <a:spLocks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323C09B8-7054-43D4-A8A9-0D45D6C8A642}"/>
              </a:ext>
            </a:extLst>
          </p:cNvPr>
          <p:cNvGrpSpPr>
            <a:grpSpLocks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A228D7E8-47E0-5383-9DB5-34324A39373B}"/>
                </a:ext>
              </a:extLst>
            </p:cNvPr>
            <p:cNvCxnSpPr>
              <a:cxnSpLocks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7D7D05F7-510C-A5D6-7340-4C36FBBE0C4D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7DB6B2A5-66CA-3974-707C-9AB25DB473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F9F08ED5-BC98-5F8A-487C-56AB302051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20CEA67D-6E76-2AD0-A66A-E425EAA413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A95ABFEC-4A34-779A-0E0C-95FBD66E443F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CCF28520-7AF0-4281-6745-BEBE9E0B7F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7BC03AD9-6BC1-C4E8-0707-9A6C83ACCB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D30C3B09-269A-1450-C1B4-5353F2DB3E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7025DEAC-6EBF-31F1-AA79-835C5C304D5D}"/>
              </a:ext>
            </a:extLst>
          </p:cNvPr>
          <p:cNvSpPr>
            <a:spLocks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saída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E7ABEC06-C031-2356-4713-84D042C226CA}"/>
              </a:ext>
            </a:extLst>
          </p:cNvPr>
          <p:cNvSpPr>
            <a:spLocks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F8675758-1455-01C0-4D88-BCF5BE046262}"/>
              </a:ext>
            </a:extLst>
          </p:cNvPr>
          <p:cNvSpPr>
            <a:spLocks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5DAC8104-4F9D-E87C-22E3-3E12AB990475}"/>
              </a:ext>
            </a:extLst>
          </p:cNvPr>
          <p:cNvSpPr>
            <a:spLocks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9681E2CE-5735-F1C8-061F-DCD2E0D45BA9}"/>
              </a:ext>
            </a:extLst>
          </p:cNvPr>
          <p:cNvSpPr>
            <a:spLocks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6AB76597-4D80-E6B2-6D76-3F12CF4ED4FC}"/>
              </a:ext>
            </a:extLst>
          </p:cNvPr>
          <p:cNvSpPr>
            <a:spLocks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69A59ED7-9FEE-C1AB-68D9-58C7F0AFCEFD}"/>
              </a:ext>
            </a:extLst>
          </p:cNvPr>
          <p:cNvCxnSpPr>
            <a:cxnSpLocks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80771AD3-F5B4-50B9-85D9-6064CFF720A8}"/>
              </a:ext>
            </a:extLst>
          </p:cNvPr>
          <p:cNvSpPr>
            <a:spLocks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407239CA-2CFF-1545-C0A4-5CF3D94532C7}"/>
              </a:ext>
            </a:extLst>
          </p:cNvPr>
          <p:cNvSpPr>
            <a:spLocks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628F96B2-A017-22AC-B45E-EF65D1437B4F}"/>
              </a:ext>
            </a:extLst>
          </p:cNvPr>
          <p:cNvSpPr>
            <a:spLocks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88D31BE7-C08D-4B96-2710-3BBE627C58A4}"/>
              </a:ext>
            </a:extLst>
          </p:cNvPr>
          <p:cNvCxnSpPr>
            <a:cxnSpLocks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E0AF912B-6FA0-CCC1-EAD1-25E438B89CA8}"/>
              </a:ext>
            </a:extLst>
          </p:cNvPr>
          <p:cNvSpPr>
            <a:spLocks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B923A247-D3A3-C962-EBCA-C850DCFBC031}"/>
              </a:ext>
            </a:extLst>
          </p:cNvPr>
          <p:cNvSpPr>
            <a:spLocks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A80EA98B-869C-3C1D-9416-45D429234A12}"/>
              </a:ext>
            </a:extLst>
          </p:cNvPr>
          <p:cNvSpPr>
            <a:spLocks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71DC8ADB-F346-99E8-CD40-4C0CA3003F89}"/>
              </a:ext>
            </a:extLst>
          </p:cNvPr>
          <p:cNvSpPr>
            <a:spLocks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85B7C334-E085-6C87-2110-4F7B3928AD44}"/>
              </a:ext>
            </a:extLst>
          </p:cNvPr>
          <p:cNvSpPr>
            <a:spLocks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D7B74830-CE1F-BEE4-FDCF-2DEB62E1330C}"/>
              </a:ext>
            </a:extLst>
          </p:cNvPr>
          <p:cNvSpPr>
            <a:spLocks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BD9B311B-AD3C-06A1-A7C9-ABB3BB7CBA62}"/>
              </a:ext>
            </a:extLst>
          </p:cNvPr>
          <p:cNvSpPr>
            <a:spLocks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577E2D32-3475-831B-2273-B3736870D366}"/>
              </a:ext>
            </a:extLst>
          </p:cNvPr>
          <p:cNvSpPr>
            <a:spLocks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47BA6763-DFFB-BFE7-1A1D-4525C76F6D83}"/>
              </a:ext>
            </a:extLst>
          </p:cNvPr>
          <p:cNvSpPr>
            <a:spLocks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8F148627-D803-006B-41D2-7E450006D919}"/>
              </a:ext>
            </a:extLst>
          </p:cNvPr>
          <p:cNvSpPr>
            <a:spLocks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D3CF4A0C-DC0C-45E2-D1F9-7B7DB51485CE}"/>
              </a:ext>
            </a:extLst>
          </p:cNvPr>
          <p:cNvSpPr>
            <a:spLocks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51D00AD9-EED4-5921-B859-03CEE48EFC64}"/>
              </a:ext>
            </a:extLst>
          </p:cNvPr>
          <p:cNvSpPr>
            <a:spLocks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83853EE0-7F72-2F96-5E2D-670C377E347C}"/>
              </a:ext>
            </a:extLst>
          </p:cNvPr>
          <p:cNvSpPr>
            <a:spLocks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C773C0E5-6BF1-0341-DA52-19EDA0805B78}"/>
              </a:ext>
            </a:extLst>
          </p:cNvPr>
          <p:cNvSpPr>
            <a:spLocks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6D462626-D5FD-83F2-767E-6F072E211FDA}"/>
              </a:ext>
            </a:extLst>
          </p:cNvPr>
          <p:cNvSpPr>
            <a:spLocks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D690CB3F-E132-7A96-D927-335F565740E0}"/>
              </a:ext>
            </a:extLst>
          </p:cNvPr>
          <p:cNvSpPr>
            <a:spLocks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0A0E01E5-F6AE-07A8-992C-341E964E35BD}"/>
              </a:ext>
            </a:extLst>
          </p:cNvPr>
          <p:cNvSpPr>
            <a:spLocks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16178D38-D589-4915-7E21-18CFC3C4D322}"/>
              </a:ext>
            </a:extLst>
          </p:cNvPr>
          <p:cNvSpPr>
            <a:spLocks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1AF0710A-5CE4-3B4F-D176-9E326150C8C4}"/>
              </a:ext>
            </a:extLst>
          </p:cNvPr>
          <p:cNvSpPr>
            <a:spLocks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63156CD8-EE13-222A-2030-A643F71E44EF}"/>
              </a:ext>
            </a:extLst>
          </p:cNvPr>
          <p:cNvSpPr>
            <a:spLocks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08A09B3F-F7D8-9A35-01D9-6418F29D2FAE}"/>
              </a:ext>
            </a:extLst>
          </p:cNvPr>
          <p:cNvSpPr>
            <a:spLocks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955C56EF-0140-83B2-4498-EC95A4CC491F}"/>
              </a:ext>
            </a:extLst>
          </p:cNvPr>
          <p:cNvSpPr>
            <a:spLocks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>
              <a:highlight>
                <a:srgbClr val="000080"/>
              </a:highlight>
            </a:endParaRPr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6C93ADFF-7438-0740-8DD8-FEC8EC06DCF7}"/>
              </a:ext>
            </a:extLst>
          </p:cNvPr>
          <p:cNvSpPr>
            <a:spLocks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F67BE867-636E-C129-0853-0B5BC94BF264}"/>
              </a:ext>
            </a:extLst>
          </p:cNvPr>
          <p:cNvGrpSpPr>
            <a:grpSpLocks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6164E379-E792-4EA1-3D48-71763D016939}"/>
                </a:ext>
              </a:extLst>
            </p:cNvPr>
            <p:cNvCxnSpPr>
              <a:cxnSpLocks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4568F4DF-AD3B-F7E0-058C-30977E1508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A0A9C58F-7112-E8DE-B9B5-1F6041A3D9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F73465FC-A707-FAE9-3D09-CF6DFFAA1A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99092821-FCA4-1615-9B81-947DA30FD8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F9B8020A-6E12-5D63-106E-81A929469B22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A0EFE211-5F89-F8CA-5D53-0E9DCD0ABD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532A63C0-6DE9-9AA2-53E1-F8E1A64FBA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8F3B8536-1AA1-22C2-D1DE-EFB8125F82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3945EB4C-241D-BF1C-6E8D-C104066436F6}"/>
              </a:ext>
            </a:extLst>
          </p:cNvPr>
          <p:cNvSpPr>
            <a:spLocks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D3471051-D0BA-D151-D149-BB98F383BDF1}"/>
              </a:ext>
            </a:extLst>
          </p:cNvPr>
          <p:cNvSpPr>
            <a:spLocks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FCCDE508-7E34-AA2A-1FAB-E03C740D3C83}"/>
              </a:ext>
            </a:extLst>
          </p:cNvPr>
          <p:cNvSpPr>
            <a:spLocks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EB9A04DC-8B48-61F7-D635-0D20A6748786}"/>
              </a:ext>
            </a:extLst>
          </p:cNvPr>
          <p:cNvSpPr txBox="1">
            <a:spLocks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632E61DE-C490-29D5-52F9-DE56F2BB278B}"/>
              </a:ext>
            </a:extLst>
          </p:cNvPr>
          <p:cNvSpPr txBox="1">
            <a:spLocks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2342BF39-3BB7-88FA-19D1-607EF5AB90FE}"/>
              </a:ext>
            </a:extLst>
          </p:cNvPr>
          <p:cNvSpPr>
            <a:spLocks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BE20AA23-658F-0C02-FA40-EB64BA061A7F}"/>
              </a:ext>
            </a:extLst>
          </p:cNvPr>
          <p:cNvSpPr>
            <a:spLocks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6251D859-BA11-47DD-9F06-C5F96D34D4F4}"/>
              </a:ext>
            </a:extLst>
          </p:cNvPr>
          <p:cNvSpPr>
            <a:spLocks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794DAC6F-1197-B228-AE9B-3CF47FEE4279}"/>
              </a:ext>
            </a:extLst>
          </p:cNvPr>
          <p:cNvSpPr txBox="1">
            <a:spLocks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D3715F7F-3DA6-6383-62B8-EF3BC00AA24D}"/>
              </a:ext>
            </a:extLst>
          </p:cNvPr>
          <p:cNvSpPr>
            <a:spLocks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5B9DCA5E-9D23-2886-7F48-40F0BB2D92A2}"/>
              </a:ext>
            </a:extLst>
          </p:cNvPr>
          <p:cNvSpPr>
            <a:spLocks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D4185358-E49A-63FF-718A-0557F84C95A8}"/>
              </a:ext>
            </a:extLst>
          </p:cNvPr>
          <p:cNvSpPr>
            <a:spLocks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2220AFA0-F869-C941-445B-DD2E40C38DE2}"/>
              </a:ext>
            </a:extLst>
          </p:cNvPr>
          <p:cNvSpPr>
            <a:spLocks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8AB5058B-8964-176C-632D-E867F08FBF92}"/>
              </a:ext>
            </a:extLst>
          </p:cNvPr>
          <p:cNvSpPr>
            <a:spLocks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3D4FC764-E93A-D0A4-5093-06078EE50F20}"/>
              </a:ext>
            </a:extLst>
          </p:cNvPr>
          <p:cNvSpPr txBox="1">
            <a:spLocks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24EF7A4D-1172-5C13-7ECB-23A33E0D745C}"/>
              </a:ext>
            </a:extLst>
          </p:cNvPr>
          <p:cNvSpPr>
            <a:spLocks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56BF514F-FAD4-CB77-7FCE-DEF3499896D4}"/>
              </a:ext>
            </a:extLst>
          </p:cNvPr>
          <p:cNvSpPr>
            <a:spLocks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D253E3FB-E908-A664-6FC5-E6CE73EADCEA}"/>
              </a:ext>
            </a:extLst>
          </p:cNvPr>
          <p:cNvCxnSpPr>
            <a:cxnSpLocks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729A67BE-7AB0-F847-35CB-B1A1A76DF99F}"/>
              </a:ext>
            </a:extLst>
          </p:cNvPr>
          <p:cNvCxnSpPr>
            <a:cxnSpLocks/>
            <a:stCxn id="1031" idx="3"/>
            <a:endCxn id="54" idx="1"/>
          </p:cNvCxnSpPr>
          <p:nvPr/>
        </p:nvCxnSpPr>
        <p:spPr>
          <a:xfrm flipH="1">
            <a:off x="8731031" y="4865012"/>
            <a:ext cx="470840" cy="1178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D59CC7FC-1E29-660A-E064-CDDCE034C929}"/>
              </a:ext>
            </a:extLst>
          </p:cNvPr>
          <p:cNvSpPr>
            <a:spLocks/>
          </p:cNvSpPr>
          <p:nvPr/>
        </p:nvSpPr>
        <p:spPr>
          <a:xfrm>
            <a:off x="1990197" y="232933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46 bytes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971B3EB-65C1-4150-2696-E704677F2FFF}"/>
              </a:ext>
            </a:extLst>
          </p:cNvPr>
          <p:cNvSpPr>
            <a:spLocks/>
          </p:cNvSpPr>
          <p:nvPr/>
        </p:nvSpPr>
        <p:spPr>
          <a:xfrm>
            <a:off x="9964735" y="4290303"/>
            <a:ext cx="1320512" cy="3041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tx1"/>
                </a:solidFill>
              </a:rPr>
              <a:t>receba o sinal do sensor ótico e armazene em 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D114AEB-50F1-C449-E619-18816924B3DF}"/>
              </a:ext>
            </a:extLst>
          </p:cNvPr>
          <p:cNvSpPr>
            <a:spLocks/>
          </p:cNvSpPr>
          <p:nvPr/>
        </p:nvSpPr>
        <p:spPr>
          <a:xfrm>
            <a:off x="3313201" y="2329334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45 bytes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F527965-C2A3-3102-8C33-1B5E418A301C}"/>
              </a:ext>
            </a:extLst>
          </p:cNvPr>
          <p:cNvSpPr>
            <a:spLocks/>
          </p:cNvSpPr>
          <p:nvPr/>
        </p:nvSpPr>
        <p:spPr>
          <a:xfrm>
            <a:off x="667835" y="234201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56 bytes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08C7316-CBB8-BFFF-72DF-85DB9C9567BA}"/>
              </a:ext>
            </a:extLst>
          </p:cNvPr>
          <p:cNvSpPr>
            <a:spLocks/>
          </p:cNvSpPr>
          <p:nvPr/>
        </p:nvSpPr>
        <p:spPr>
          <a:xfrm>
            <a:off x="4523304" y="2307441"/>
            <a:ext cx="967710" cy="41500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A</a:t>
            </a:r>
            <a:endParaRPr lang="pt-BR" sz="900" b="1" dirty="0">
              <a:solidFill>
                <a:schemeClr val="bg1"/>
              </a:solidFill>
            </a:endParaRPr>
          </a:p>
          <a:p>
            <a:pPr algn="ctr"/>
            <a:r>
              <a:rPr lang="pt-BR" sz="800" b="1" dirty="0">
                <a:solidFill>
                  <a:schemeClr val="bg1"/>
                </a:solidFill>
              </a:rPr>
              <a:t>real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72BA86FE-CF0B-7021-B8EB-6F7C0374F864}"/>
              </a:ext>
            </a:extLst>
          </p:cNvPr>
          <p:cNvCxnSpPr>
            <a:cxnSpLocks/>
            <a:endCxn id="1025" idx="1"/>
          </p:cNvCxnSpPr>
          <p:nvPr/>
        </p:nvCxnSpPr>
        <p:spPr>
          <a:xfrm>
            <a:off x="1076685" y="1450731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D751419D-C141-B1E5-2968-9A7E8CEAC5E6}"/>
              </a:ext>
            </a:extLst>
          </p:cNvPr>
          <p:cNvCxnSpPr>
            <a:cxnSpLocks/>
          </p:cNvCxnSpPr>
          <p:nvPr/>
        </p:nvCxnSpPr>
        <p:spPr>
          <a:xfrm>
            <a:off x="2407254" y="1481742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B883307-8EF2-8624-9F0B-0A35571F7628}"/>
              </a:ext>
            </a:extLst>
          </p:cNvPr>
          <p:cNvSpPr txBox="1">
            <a:spLocks/>
          </p:cNvSpPr>
          <p:nvPr/>
        </p:nvSpPr>
        <p:spPr>
          <a:xfrm>
            <a:off x="2150340" y="5899859"/>
            <a:ext cx="401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  <a:highlight>
                  <a:srgbClr val="FFFF00"/>
                </a:highlight>
              </a:rPr>
              <a:t>Movimente o Ponteiro do Mouse</a:t>
            </a:r>
          </a:p>
        </p:txBody>
      </p: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BB11F9AD-142B-EC1D-77F5-76C136528326}"/>
              </a:ext>
            </a:extLst>
          </p:cNvPr>
          <p:cNvCxnSpPr>
            <a:cxnSpLocks/>
            <a:stCxn id="1114" idx="2"/>
            <a:endCxn id="1105" idx="1"/>
          </p:cNvCxnSpPr>
          <p:nvPr/>
        </p:nvCxnSpPr>
        <p:spPr>
          <a:xfrm>
            <a:off x="10054220" y="4069955"/>
            <a:ext cx="611350" cy="1731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81F1D0D7-720E-D70A-8502-13617124AAEA}"/>
              </a:ext>
            </a:extLst>
          </p:cNvPr>
          <p:cNvSpPr>
            <a:spLocks/>
          </p:cNvSpPr>
          <p:nvPr/>
        </p:nvSpPr>
        <p:spPr>
          <a:xfrm rot="5400000">
            <a:off x="8613938" y="4994775"/>
            <a:ext cx="234185" cy="21044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01</a:t>
            </a:r>
          </a:p>
        </p:txBody>
      </p: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2732DCEE-9803-43F0-6EA6-FC83005F4E56}"/>
              </a:ext>
            </a:extLst>
          </p:cNvPr>
          <p:cNvCxnSpPr>
            <a:cxnSpLocks/>
            <a:endCxn id="1110" idx="1"/>
          </p:cNvCxnSpPr>
          <p:nvPr/>
        </p:nvCxnSpPr>
        <p:spPr>
          <a:xfrm flipH="1">
            <a:off x="10663750" y="4626642"/>
            <a:ext cx="1820" cy="14759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FBA92984-8EB6-2901-98E0-9E74FBE37561}"/>
              </a:ext>
            </a:extLst>
          </p:cNvPr>
          <p:cNvCxnSpPr>
            <a:cxnSpLocks/>
            <a:stCxn id="1110" idx="3"/>
          </p:cNvCxnSpPr>
          <p:nvPr/>
        </p:nvCxnSpPr>
        <p:spPr>
          <a:xfrm flipH="1">
            <a:off x="10054220" y="5186981"/>
            <a:ext cx="609530" cy="15548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34" name="Retângulo 1033">
            <a:extLst>
              <a:ext uri="{FF2B5EF4-FFF2-40B4-BE49-F238E27FC236}">
                <a16:creationId xmlns:a16="http://schemas.microsoft.com/office/drawing/2014/main" id="{53E3EFCA-0100-1D9B-EF49-B73BBF7BDE36}"/>
              </a:ext>
            </a:extLst>
          </p:cNvPr>
          <p:cNvSpPr>
            <a:spLocks/>
          </p:cNvSpPr>
          <p:nvPr/>
        </p:nvSpPr>
        <p:spPr>
          <a:xfrm>
            <a:off x="9754541" y="4747404"/>
            <a:ext cx="1894118" cy="525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b="1" dirty="0">
                <a:solidFill>
                  <a:schemeClr val="tx1"/>
                </a:solidFill>
              </a:rPr>
              <a:t>- Altera o nome da tarefa</a:t>
            </a:r>
          </a:p>
          <a:p>
            <a:pPr algn="ctr"/>
            <a:r>
              <a:rPr lang="pt-BR" sz="900" b="1" dirty="0">
                <a:solidFill>
                  <a:schemeClr val="tx1"/>
                </a:solidFill>
              </a:rPr>
              <a:t>- Alocar uma memória como A</a:t>
            </a:r>
            <a:endParaRPr lang="pt-BR" sz="600" b="1" dirty="0">
              <a:solidFill>
                <a:schemeClr val="tx1"/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7BA63CA-B3DF-25A4-82B6-82B7FCC6DA61}"/>
              </a:ext>
            </a:extLst>
          </p:cNvPr>
          <p:cNvSpPr>
            <a:spLocks/>
          </p:cNvSpPr>
          <p:nvPr/>
        </p:nvSpPr>
        <p:spPr>
          <a:xfrm>
            <a:off x="9317745" y="669002"/>
            <a:ext cx="1468748" cy="348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900" b="1" dirty="0">
                <a:solidFill>
                  <a:schemeClr val="tx1"/>
                </a:solidFill>
              </a:rPr>
              <a:t>Aguarde A</a:t>
            </a:r>
            <a:endParaRPr lang="pt-BR" sz="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157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42 0.00138 L -0.05781 0.08865 " pathEditMode="relative" ptsTypes="AA">
                                      <p:cBhvr>
                                        <p:cTn id="16" dur="2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1 -0.00185 C -0.00208 0.05903 -0.00182 0.12014 -0.00156 0.18125 L 0.44779 0.18403 L 0.44779 0.44931 L 0.62084 0.45324 L 0.67865 0.36852 L 0.67865 0.28125 " pathEditMode="relative" ptsTypes="AAAAAAA">
                                      <p:cBhvr>
                                        <p:cTn id="4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0.00231 L -0.0608 -0.07223 L -0.11276 -0.07477 L -0.11562 -0.25811 L -0.1177 -0.51436 L -0.04492 -0.5169 " pathEditMode="relative" rAng="0" ptsTypes="AAAAAA">
                                      <p:cBhvr>
                                        <p:cTn id="5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07" y="-25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4" presetClass="exit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69 -0.00116 L 0.07773 -0.00116 L 0.07773 0.45393 L -0.00313 0.45254 L 0.05026 0.53078 L 0.05091 0.61041 " pathEditMode="relative" ptsTypes="AAAAAA">
                                      <p:cBhvr>
                                        <p:cTn id="6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" grpId="0" animBg="1"/>
      <p:bldP spid="2" grpId="1" animBg="1"/>
      <p:bldP spid="3" grpId="0" animBg="1"/>
      <p:bldP spid="3" grpId="1" animBg="1"/>
      <p:bldP spid="3" grpId="2" animBg="1"/>
      <p:bldP spid="12" grpId="0" animBg="1"/>
      <p:bldP spid="14" grpId="0"/>
      <p:bldP spid="54" grpId="0" animBg="1"/>
      <p:bldP spid="1034" grpId="0" animBg="1"/>
      <p:bldP spid="1034" grpId="1" animBg="1"/>
      <p:bldP spid="13" grpId="0" animBg="1"/>
      <p:bldP spid="13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D4B60-A11E-09B3-8ECD-627444FE9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71E61973-C0FA-CA5A-6A8A-FF6174205D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2E372CBC-4BDA-AD6B-8727-FE0C2AFDB41E}"/>
              </a:ext>
            </a:extLst>
          </p:cNvPr>
          <p:cNvGrpSpPr>
            <a:grpSpLocks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7A0EA13D-0A14-10D2-5EB1-AA32F46A2D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62D595D2-5BC0-9B15-74E4-EB802EA3EEAA}"/>
                </a:ext>
              </a:extLst>
            </p:cNvPr>
            <p:cNvSpPr txBox="1">
              <a:spLocks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5893D82-6F2F-E450-9001-3280E4554D07}"/>
              </a:ext>
            </a:extLst>
          </p:cNvPr>
          <p:cNvSpPr>
            <a:spLocks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067559F5-5E22-4236-E963-6E14FD5DB7F0}"/>
              </a:ext>
            </a:extLst>
          </p:cNvPr>
          <p:cNvSpPr>
            <a:spLocks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610A05BB-FFC2-8778-0ACD-8E2F9C2B7CAC}"/>
              </a:ext>
            </a:extLst>
          </p:cNvPr>
          <p:cNvSpPr>
            <a:spLocks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1100" b="1" dirty="0"/>
          </a:p>
          <a:p>
            <a:pPr algn="ctr"/>
            <a:endParaRPr lang="pt-BR" sz="900" b="1" dirty="0"/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07BE9E64-C72D-FF8E-4DFD-58B5DE860452}"/>
              </a:ext>
            </a:extLst>
          </p:cNvPr>
          <p:cNvCxnSpPr>
            <a:cxnSpLocks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BCF936B1-4DC2-231E-BF93-2B0891FFC8CC}"/>
              </a:ext>
            </a:extLst>
          </p:cNvPr>
          <p:cNvGrpSpPr>
            <a:grpSpLocks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B2A7D8B4-C459-BE96-4A17-1B7015906209}"/>
                </a:ext>
              </a:extLst>
            </p:cNvPr>
            <p:cNvSpPr>
              <a:spLocks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03BD40B2-115E-8662-9410-0BFF67985B77}"/>
                </a:ext>
              </a:extLst>
            </p:cNvPr>
            <p:cNvSpPr txBox="1">
              <a:spLocks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6B69758F-EBB6-07FA-CED0-9337D120578B}"/>
              </a:ext>
            </a:extLst>
          </p:cNvPr>
          <p:cNvGrpSpPr>
            <a:grpSpLocks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DC9A4943-9FD1-F3EE-B094-F468DC668053}"/>
                </a:ext>
              </a:extLst>
            </p:cNvPr>
            <p:cNvCxnSpPr>
              <a:cxnSpLocks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92B8335D-CEF9-7B1E-390F-77D98F03B5C3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BD12319F-B3F3-D7EA-87CA-280F6A4498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08FE1390-D0FA-CB02-CB3D-7ACD2BFEBF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78B95ED9-E6A0-2725-6141-0DA7A4BA49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C0B93B04-3696-3B3E-2B0C-3422219A1925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99B99FC7-85A8-7487-9182-C6B150A997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0E444973-4E65-C14C-5EF2-4595D20FA7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D135645B-D1AA-AB03-FF97-75E5CCA5B4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1C1AEB34-1E59-6EC0-6CCD-26228F70F242}"/>
              </a:ext>
            </a:extLst>
          </p:cNvPr>
          <p:cNvSpPr>
            <a:spLocks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saída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16C10C4C-A6ED-52A1-2471-A374429E34AE}"/>
              </a:ext>
            </a:extLst>
          </p:cNvPr>
          <p:cNvSpPr>
            <a:spLocks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4D859346-8F90-72A6-C5A2-952273C90CBC}"/>
              </a:ext>
            </a:extLst>
          </p:cNvPr>
          <p:cNvSpPr>
            <a:spLocks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46A26A46-DC24-1DFD-842D-41FBE6F6AADF}"/>
              </a:ext>
            </a:extLst>
          </p:cNvPr>
          <p:cNvSpPr>
            <a:spLocks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38125077-0B4C-C05E-B7CF-29BD67C23D6A}"/>
              </a:ext>
            </a:extLst>
          </p:cNvPr>
          <p:cNvSpPr>
            <a:spLocks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ECC17582-0A6C-7007-978A-F4A88374160D}"/>
              </a:ext>
            </a:extLst>
          </p:cNvPr>
          <p:cNvSpPr>
            <a:spLocks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52D85BBD-5792-8409-EA05-2515D226DFFC}"/>
              </a:ext>
            </a:extLst>
          </p:cNvPr>
          <p:cNvCxnSpPr>
            <a:cxnSpLocks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80FEB2C3-994B-0D64-1A73-587FB4EB3680}"/>
              </a:ext>
            </a:extLst>
          </p:cNvPr>
          <p:cNvSpPr>
            <a:spLocks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934160F1-2DAB-1DB3-62D5-72762CBB3ED8}"/>
              </a:ext>
            </a:extLst>
          </p:cNvPr>
          <p:cNvSpPr>
            <a:spLocks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C64372CF-EF01-B22E-B4AE-CB15D56DECFC}"/>
              </a:ext>
            </a:extLst>
          </p:cNvPr>
          <p:cNvSpPr>
            <a:spLocks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6B2283AF-7454-C9B0-C23D-81BE2AA51604}"/>
              </a:ext>
            </a:extLst>
          </p:cNvPr>
          <p:cNvCxnSpPr>
            <a:cxnSpLocks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69032C89-D159-7DA2-BD5E-996605CD7CAC}"/>
              </a:ext>
            </a:extLst>
          </p:cNvPr>
          <p:cNvSpPr>
            <a:spLocks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53610758-03B6-84A2-8095-7F0E6195D652}"/>
              </a:ext>
            </a:extLst>
          </p:cNvPr>
          <p:cNvSpPr>
            <a:spLocks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3B620E94-565F-A06E-0B22-CA52ECF39791}"/>
              </a:ext>
            </a:extLst>
          </p:cNvPr>
          <p:cNvSpPr>
            <a:spLocks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A410CD44-39C7-B5DA-7185-CE4815E3C594}"/>
              </a:ext>
            </a:extLst>
          </p:cNvPr>
          <p:cNvSpPr>
            <a:spLocks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7346AAF9-6CA8-6DDA-2C96-6F098FDF10B9}"/>
              </a:ext>
            </a:extLst>
          </p:cNvPr>
          <p:cNvSpPr>
            <a:spLocks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6E1C479B-0AA9-7B75-7988-88127E38924B}"/>
              </a:ext>
            </a:extLst>
          </p:cNvPr>
          <p:cNvSpPr>
            <a:spLocks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3DCB5163-B609-3C5C-B4C4-82BFD3EF1E0D}"/>
              </a:ext>
            </a:extLst>
          </p:cNvPr>
          <p:cNvSpPr>
            <a:spLocks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885093EA-5BA3-A54C-95A2-5E363925C1FA}"/>
              </a:ext>
            </a:extLst>
          </p:cNvPr>
          <p:cNvSpPr>
            <a:spLocks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F4949EC0-E5AC-4A29-A7A2-3A77C38111E9}"/>
              </a:ext>
            </a:extLst>
          </p:cNvPr>
          <p:cNvSpPr>
            <a:spLocks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EC2C962A-04B3-5CF0-F9A5-86BBF4263806}"/>
              </a:ext>
            </a:extLst>
          </p:cNvPr>
          <p:cNvSpPr>
            <a:spLocks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C89210B6-74F5-210F-7507-5E6C65838AD9}"/>
              </a:ext>
            </a:extLst>
          </p:cNvPr>
          <p:cNvSpPr>
            <a:spLocks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70CD9658-10E1-2763-5FD0-82DBCAA17C7E}"/>
              </a:ext>
            </a:extLst>
          </p:cNvPr>
          <p:cNvSpPr>
            <a:spLocks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C46F5DF0-CE0B-3DB5-3E44-CBCB3968D2EB}"/>
              </a:ext>
            </a:extLst>
          </p:cNvPr>
          <p:cNvSpPr>
            <a:spLocks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0CCD0A0C-7388-A6C1-CC97-55F97AB3639F}"/>
              </a:ext>
            </a:extLst>
          </p:cNvPr>
          <p:cNvSpPr>
            <a:spLocks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0F094143-3F34-809A-23B9-BC9166542A05}"/>
              </a:ext>
            </a:extLst>
          </p:cNvPr>
          <p:cNvSpPr>
            <a:spLocks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BEB36F00-8DF0-A60C-E602-BF5E752C5B1A}"/>
              </a:ext>
            </a:extLst>
          </p:cNvPr>
          <p:cNvSpPr>
            <a:spLocks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F8DBC6CF-5AA9-5EED-659F-F6F858A9FC3B}"/>
              </a:ext>
            </a:extLst>
          </p:cNvPr>
          <p:cNvSpPr>
            <a:spLocks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B9EB2D29-4A64-3D89-ABE3-BB03F440C3E6}"/>
              </a:ext>
            </a:extLst>
          </p:cNvPr>
          <p:cNvSpPr>
            <a:spLocks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3A2ADDAB-0944-7E13-3EF1-01DB52817A13}"/>
              </a:ext>
            </a:extLst>
          </p:cNvPr>
          <p:cNvSpPr>
            <a:spLocks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B2F5AA6E-4D84-C483-6136-15A30DC1DDB0}"/>
              </a:ext>
            </a:extLst>
          </p:cNvPr>
          <p:cNvSpPr>
            <a:spLocks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6B2AA877-7300-3655-59CD-76EC3F4AF042}"/>
              </a:ext>
            </a:extLst>
          </p:cNvPr>
          <p:cNvSpPr>
            <a:spLocks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D68AD578-5FC8-C55C-F5D0-1C6A304576D3}"/>
              </a:ext>
            </a:extLst>
          </p:cNvPr>
          <p:cNvSpPr>
            <a:spLocks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>
              <a:highlight>
                <a:srgbClr val="000080"/>
              </a:highlight>
            </a:endParaRPr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E207CD6F-7D26-17DF-A012-373D2C120455}"/>
              </a:ext>
            </a:extLst>
          </p:cNvPr>
          <p:cNvSpPr>
            <a:spLocks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B2C9F1DE-7684-9DFF-EBC1-F070FEEDC41A}"/>
              </a:ext>
            </a:extLst>
          </p:cNvPr>
          <p:cNvGrpSpPr>
            <a:grpSpLocks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010E0085-49DE-63F1-4993-3C3F44C4C5F7}"/>
                </a:ext>
              </a:extLst>
            </p:cNvPr>
            <p:cNvCxnSpPr>
              <a:cxnSpLocks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3B1A61EE-02E1-C212-7E61-34ECFB54FBB8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E3321895-86E4-08CB-71F7-D5E272F4D6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5A92A496-3A50-2558-F2C7-01854BBA43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AE8C6C32-9A5C-E43A-FE87-FFE4D4536F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9946994D-C101-0D58-A3C2-6A30FDA2E4EE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D1F460F4-B644-21CB-B965-810FE790DB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50931C64-13E7-8A91-09DF-26C57F8227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5B359717-6B71-26C7-84B4-51383B46B5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E7BE4962-EC23-17EF-2B1A-3CBE207EFC1D}"/>
              </a:ext>
            </a:extLst>
          </p:cNvPr>
          <p:cNvSpPr>
            <a:spLocks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09611CC2-5FEC-7CEC-5244-7F672161F88F}"/>
              </a:ext>
            </a:extLst>
          </p:cNvPr>
          <p:cNvSpPr>
            <a:spLocks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BD894181-26B6-C008-548E-69F362DFECBD}"/>
              </a:ext>
            </a:extLst>
          </p:cNvPr>
          <p:cNvSpPr>
            <a:spLocks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13C902A0-3DA8-ED6A-AC1E-15E944E6D5DC}"/>
              </a:ext>
            </a:extLst>
          </p:cNvPr>
          <p:cNvSpPr txBox="1">
            <a:spLocks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4419007D-53F1-A6FB-3B0B-E1855B50941D}"/>
              </a:ext>
            </a:extLst>
          </p:cNvPr>
          <p:cNvSpPr txBox="1">
            <a:spLocks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06EC15AF-3E7F-26A8-41A3-973A918D6DF5}"/>
              </a:ext>
            </a:extLst>
          </p:cNvPr>
          <p:cNvSpPr>
            <a:spLocks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13E86320-A847-5476-6CF8-02CEE846F0C0}"/>
              </a:ext>
            </a:extLst>
          </p:cNvPr>
          <p:cNvSpPr>
            <a:spLocks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60A590D1-312D-8152-AE49-503BF67BCCC4}"/>
              </a:ext>
            </a:extLst>
          </p:cNvPr>
          <p:cNvSpPr>
            <a:spLocks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C3A8A818-3649-7757-C35C-71424CD33990}"/>
              </a:ext>
            </a:extLst>
          </p:cNvPr>
          <p:cNvSpPr txBox="1">
            <a:spLocks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93FC22B3-9594-CC29-F7A5-85AFC2D9D362}"/>
              </a:ext>
            </a:extLst>
          </p:cNvPr>
          <p:cNvSpPr>
            <a:spLocks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A18B90EB-C60D-9DA6-1B9B-17A9D169130F}"/>
              </a:ext>
            </a:extLst>
          </p:cNvPr>
          <p:cNvSpPr>
            <a:spLocks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D745CEB0-2ECC-592D-99FD-468432FA05F8}"/>
              </a:ext>
            </a:extLst>
          </p:cNvPr>
          <p:cNvSpPr>
            <a:spLocks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AA46E5FF-399E-B585-01C7-B96A64190C59}"/>
              </a:ext>
            </a:extLst>
          </p:cNvPr>
          <p:cNvSpPr>
            <a:spLocks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F1F7B5F9-C5F2-3C79-F46B-9A4C39D342AD}"/>
              </a:ext>
            </a:extLst>
          </p:cNvPr>
          <p:cNvSpPr>
            <a:spLocks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8F91B753-2494-1931-A68D-11F3C61359C2}"/>
              </a:ext>
            </a:extLst>
          </p:cNvPr>
          <p:cNvSpPr txBox="1">
            <a:spLocks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08C989B6-7ABE-31F8-54C3-1BCE5D097F39}"/>
              </a:ext>
            </a:extLst>
          </p:cNvPr>
          <p:cNvSpPr>
            <a:spLocks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A72AF9EE-2789-47EB-A707-DE41CB7C77E4}"/>
              </a:ext>
            </a:extLst>
          </p:cNvPr>
          <p:cNvSpPr>
            <a:spLocks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19C3CF6C-3B5A-3250-0DAF-899EDF8AA2A3}"/>
              </a:ext>
            </a:extLst>
          </p:cNvPr>
          <p:cNvCxnSpPr>
            <a:cxnSpLocks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27A8798E-EE3D-758B-1C58-6843532C8625}"/>
              </a:ext>
            </a:extLst>
          </p:cNvPr>
          <p:cNvCxnSpPr>
            <a:cxnSpLocks/>
            <a:stCxn id="1031" idx="3"/>
            <a:endCxn id="54" idx="1"/>
          </p:cNvCxnSpPr>
          <p:nvPr/>
        </p:nvCxnSpPr>
        <p:spPr>
          <a:xfrm flipH="1">
            <a:off x="8731031" y="4865012"/>
            <a:ext cx="470840" cy="1178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7C5DBF8A-8901-2D81-DA5C-54412C489077}"/>
              </a:ext>
            </a:extLst>
          </p:cNvPr>
          <p:cNvSpPr>
            <a:spLocks/>
          </p:cNvSpPr>
          <p:nvPr/>
        </p:nvSpPr>
        <p:spPr>
          <a:xfrm>
            <a:off x="1990197" y="232933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46 bytes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F3A259F-F99D-C7AE-FCF3-A84D45014B0D}"/>
              </a:ext>
            </a:extLst>
          </p:cNvPr>
          <p:cNvSpPr>
            <a:spLocks/>
          </p:cNvSpPr>
          <p:nvPr/>
        </p:nvSpPr>
        <p:spPr>
          <a:xfrm>
            <a:off x="3313201" y="2329334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45 bytes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569ACC6-AEF3-23B4-51DB-D4CD5A30028F}"/>
              </a:ext>
            </a:extLst>
          </p:cNvPr>
          <p:cNvSpPr>
            <a:spLocks/>
          </p:cNvSpPr>
          <p:nvPr/>
        </p:nvSpPr>
        <p:spPr>
          <a:xfrm>
            <a:off x="667835" y="234201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56 bytes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1B6CB997-7A3A-94B6-DE90-A9D672AE5B05}"/>
              </a:ext>
            </a:extLst>
          </p:cNvPr>
          <p:cNvSpPr>
            <a:spLocks/>
          </p:cNvSpPr>
          <p:nvPr/>
        </p:nvSpPr>
        <p:spPr>
          <a:xfrm>
            <a:off x="4531356" y="2333035"/>
            <a:ext cx="967710" cy="41500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A</a:t>
            </a:r>
            <a:endParaRPr lang="pt-BR" sz="900" b="1" dirty="0">
              <a:solidFill>
                <a:schemeClr val="bg1"/>
              </a:solidFill>
            </a:endParaRPr>
          </a:p>
          <a:p>
            <a:pPr algn="ctr"/>
            <a:r>
              <a:rPr lang="pt-BR" sz="800" b="1" dirty="0">
                <a:solidFill>
                  <a:schemeClr val="bg1"/>
                </a:solidFill>
              </a:rPr>
              <a:t>real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573C42E5-3572-4D75-3B6E-DDCE24948CF1}"/>
              </a:ext>
            </a:extLst>
          </p:cNvPr>
          <p:cNvCxnSpPr>
            <a:cxnSpLocks/>
            <a:endCxn id="1025" idx="1"/>
          </p:cNvCxnSpPr>
          <p:nvPr/>
        </p:nvCxnSpPr>
        <p:spPr>
          <a:xfrm>
            <a:off x="1076685" y="1450731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3A22DC5B-BA7B-859E-98F3-4188D6E4FC7A}"/>
              </a:ext>
            </a:extLst>
          </p:cNvPr>
          <p:cNvCxnSpPr>
            <a:cxnSpLocks/>
          </p:cNvCxnSpPr>
          <p:nvPr/>
        </p:nvCxnSpPr>
        <p:spPr>
          <a:xfrm>
            <a:off x="2407254" y="1481742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88561B8-E9B3-1341-FC6C-CADDBCC9D676}"/>
              </a:ext>
            </a:extLst>
          </p:cNvPr>
          <p:cNvSpPr txBox="1">
            <a:spLocks/>
          </p:cNvSpPr>
          <p:nvPr/>
        </p:nvSpPr>
        <p:spPr>
          <a:xfrm>
            <a:off x="2150340" y="5899859"/>
            <a:ext cx="401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  <a:highlight>
                  <a:srgbClr val="FFFF00"/>
                </a:highlight>
              </a:rPr>
              <a:t>Movimente o Ponteiro do Mouse</a:t>
            </a:r>
          </a:p>
        </p:txBody>
      </p: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05C2C729-077A-78DB-376A-BD3768FC7D57}"/>
              </a:ext>
            </a:extLst>
          </p:cNvPr>
          <p:cNvCxnSpPr>
            <a:cxnSpLocks/>
            <a:stCxn id="1114" idx="2"/>
            <a:endCxn id="1105" idx="1"/>
          </p:cNvCxnSpPr>
          <p:nvPr/>
        </p:nvCxnSpPr>
        <p:spPr>
          <a:xfrm>
            <a:off x="10054220" y="4069955"/>
            <a:ext cx="611350" cy="1731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6FEB3B1E-94FF-CAFF-0FD3-A88075B8F166}"/>
              </a:ext>
            </a:extLst>
          </p:cNvPr>
          <p:cNvSpPr>
            <a:spLocks/>
          </p:cNvSpPr>
          <p:nvPr/>
        </p:nvSpPr>
        <p:spPr>
          <a:xfrm rot="5400000">
            <a:off x="8613938" y="4994775"/>
            <a:ext cx="234185" cy="21044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02</a:t>
            </a:r>
          </a:p>
        </p:txBody>
      </p: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15C469BB-87D7-2F64-1FCD-F869DEC5F4CD}"/>
              </a:ext>
            </a:extLst>
          </p:cNvPr>
          <p:cNvCxnSpPr>
            <a:cxnSpLocks/>
            <a:endCxn id="1110" idx="1"/>
          </p:cNvCxnSpPr>
          <p:nvPr/>
        </p:nvCxnSpPr>
        <p:spPr>
          <a:xfrm flipH="1">
            <a:off x="10663750" y="4626642"/>
            <a:ext cx="1820" cy="14759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316E0FD8-5C7E-8B79-768A-EEFE9C52B83E}"/>
              </a:ext>
            </a:extLst>
          </p:cNvPr>
          <p:cNvCxnSpPr>
            <a:cxnSpLocks/>
            <a:stCxn id="1110" idx="3"/>
          </p:cNvCxnSpPr>
          <p:nvPr/>
        </p:nvCxnSpPr>
        <p:spPr>
          <a:xfrm flipH="1">
            <a:off x="10054220" y="5186981"/>
            <a:ext cx="609530" cy="15548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A9D32FAE-3FF2-6218-3120-F69EBEC37B41}"/>
              </a:ext>
            </a:extLst>
          </p:cNvPr>
          <p:cNvCxnSpPr>
            <a:cxnSpLocks/>
          </p:cNvCxnSpPr>
          <p:nvPr/>
        </p:nvCxnSpPr>
        <p:spPr>
          <a:xfrm>
            <a:off x="3715519" y="1459522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tângulo 16">
            <a:extLst>
              <a:ext uri="{FF2B5EF4-FFF2-40B4-BE49-F238E27FC236}">
                <a16:creationId xmlns:a16="http://schemas.microsoft.com/office/drawing/2014/main" id="{C23D851B-6CC7-233C-B9E9-F7EBC5033A49}"/>
              </a:ext>
            </a:extLst>
          </p:cNvPr>
          <p:cNvSpPr>
            <a:spLocks/>
          </p:cNvSpPr>
          <p:nvPr/>
        </p:nvSpPr>
        <p:spPr>
          <a:xfrm>
            <a:off x="9935985" y="4810895"/>
            <a:ext cx="1468748" cy="348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tx1"/>
                </a:solidFill>
              </a:rPr>
              <a:t>Aguarde A</a:t>
            </a:r>
            <a:endParaRPr lang="pt-BR" sz="500" b="1" dirty="0">
              <a:solidFill>
                <a:schemeClr val="tx1"/>
              </a:solidFill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39E5D11-C306-8B7F-A11A-340ECB43EC46}"/>
              </a:ext>
            </a:extLst>
          </p:cNvPr>
          <p:cNvSpPr>
            <a:spLocks/>
          </p:cNvSpPr>
          <p:nvPr/>
        </p:nvSpPr>
        <p:spPr>
          <a:xfrm>
            <a:off x="13000238" y="5454914"/>
            <a:ext cx="1468748" cy="348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Eixo X: 0,30mm,</a:t>
            </a:r>
          </a:p>
          <a:p>
            <a:pPr algn="ctr"/>
            <a:r>
              <a:rPr lang="pt-BR" sz="1000" b="1" dirty="0">
                <a:solidFill>
                  <a:schemeClr val="tx1"/>
                </a:solidFill>
              </a:rPr>
              <a:t>Eixo y:0,57mm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8B598DD-8531-DA2E-5A08-88D83F6148A2}"/>
              </a:ext>
            </a:extLst>
          </p:cNvPr>
          <p:cNvSpPr>
            <a:spLocks/>
          </p:cNvSpPr>
          <p:nvPr/>
        </p:nvSpPr>
        <p:spPr>
          <a:xfrm>
            <a:off x="8769606" y="5400282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29 bytes</a:t>
            </a:r>
          </a:p>
        </p:txBody>
      </p:sp>
    </p:spTree>
    <p:extLst>
      <p:ext uri="{BB962C8B-B14F-4D97-AF65-F5344CB8AC3E}">
        <p14:creationId xmlns:p14="http://schemas.microsoft.com/office/powerpoint/2010/main" val="240716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23 L -0.06055 0.08866 L 0.21224 0.09491 L 0.23151 0.09329 " pathEditMode="relative" ptsTypes="AAAA">
                                      <p:cBhvr>
                                        <p:cTn id="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34 0.00255 L -0.35026 -0.00509 " pathEditMode="relative" ptsTypes="AA">
                                      <p:cBhvr>
                                        <p:cTn id="1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7 0.0044 L -0.1056 0.00162 C -0.10586 -0.08773 -0.10612 -0.17708 -0.10638 -0.2662 L -0.33997 -0.26898 L -0.33997 -0.37777 " pathEditMode="relative" ptsTypes="AAAAA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0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54" grpId="0" animBg="1"/>
      <p:bldP spid="17" grpId="0" animBg="1"/>
      <p:bldP spid="18" grpId="0" animBg="1"/>
      <p:bldP spid="18" grpId="1" animBg="1"/>
      <p:bldP spid="21" grpId="0" animBg="1"/>
      <p:bldP spid="21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A183D-4C27-2901-6C4D-13CB6AEFE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582B9C73-B1D6-ECF2-FBAB-3292FD08A0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E84F3160-94A7-3EEB-51AB-964C09939697}"/>
              </a:ext>
            </a:extLst>
          </p:cNvPr>
          <p:cNvGrpSpPr>
            <a:grpSpLocks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D83273A4-F93A-BA55-2E77-E9DF600D9D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AE27D0DC-4575-8349-66D8-45F075D237D8}"/>
                </a:ext>
              </a:extLst>
            </p:cNvPr>
            <p:cNvSpPr txBox="1">
              <a:spLocks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563ED6A-C4B3-E193-A969-438975FFD580}"/>
              </a:ext>
            </a:extLst>
          </p:cNvPr>
          <p:cNvSpPr>
            <a:spLocks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E2B684A6-B567-C444-1BB9-61E4E1115092}"/>
              </a:ext>
            </a:extLst>
          </p:cNvPr>
          <p:cNvSpPr>
            <a:spLocks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8BDE3DE3-73EE-5148-BA38-65EB0F1E4A1F}"/>
              </a:ext>
            </a:extLst>
          </p:cNvPr>
          <p:cNvSpPr>
            <a:spLocks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1100" b="1" dirty="0"/>
          </a:p>
          <a:p>
            <a:pPr algn="ctr"/>
            <a:endParaRPr lang="pt-BR" sz="900" b="1" dirty="0"/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70EF6D31-69F4-C977-C1B6-1D69BE4586AE}"/>
              </a:ext>
            </a:extLst>
          </p:cNvPr>
          <p:cNvCxnSpPr>
            <a:cxnSpLocks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BEE12673-0A34-5458-6F5C-F3ADFE3FA813}"/>
              </a:ext>
            </a:extLst>
          </p:cNvPr>
          <p:cNvGrpSpPr>
            <a:grpSpLocks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7A752A21-5EAB-6D67-4616-63FDFE1E8E48}"/>
                </a:ext>
              </a:extLst>
            </p:cNvPr>
            <p:cNvSpPr>
              <a:spLocks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6D8346AD-A9CF-DF3E-CC27-390D9D24A992}"/>
                </a:ext>
              </a:extLst>
            </p:cNvPr>
            <p:cNvSpPr txBox="1">
              <a:spLocks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EAE0A968-C52F-E1E3-B70C-CF64A2E251D5}"/>
              </a:ext>
            </a:extLst>
          </p:cNvPr>
          <p:cNvGrpSpPr>
            <a:grpSpLocks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255BAF4C-00B5-4ED1-C71E-716221122556}"/>
                </a:ext>
              </a:extLst>
            </p:cNvPr>
            <p:cNvCxnSpPr>
              <a:cxnSpLocks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5A762B80-7979-D778-AE8A-EE663656C322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AC3BA073-87AD-8C98-40A5-4C1E5E1C3A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21F5AA66-CC9F-66E5-4140-E85C0500D5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4905980F-5E84-7CE4-E16A-138A10333A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F46BD78B-16E9-1060-023B-D37D7A151CB7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F4594909-45E7-7A43-191C-0B48F3300FC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8E3AB01C-43DA-3893-8D6F-F2A35D6D6E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AB66D9A2-44E9-758F-808A-BAD38B5E5F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25ABB81E-29A4-17CA-5459-EDF7218BC0DB}"/>
              </a:ext>
            </a:extLst>
          </p:cNvPr>
          <p:cNvSpPr>
            <a:spLocks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saída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A290DDB7-4A4C-82A2-BF14-ED3EE8D3D3CE}"/>
              </a:ext>
            </a:extLst>
          </p:cNvPr>
          <p:cNvSpPr>
            <a:spLocks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B1259010-316D-F37C-46A0-EB2828477441}"/>
              </a:ext>
            </a:extLst>
          </p:cNvPr>
          <p:cNvSpPr>
            <a:spLocks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ADC89926-1A07-75D8-A967-1CC5048C6EB1}"/>
              </a:ext>
            </a:extLst>
          </p:cNvPr>
          <p:cNvSpPr>
            <a:spLocks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F8E2F5D2-6B9B-735A-E34C-91E15B45CB5A}"/>
              </a:ext>
            </a:extLst>
          </p:cNvPr>
          <p:cNvSpPr>
            <a:spLocks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3320A95A-FDF2-777F-8BE5-F38A49E08163}"/>
              </a:ext>
            </a:extLst>
          </p:cNvPr>
          <p:cNvSpPr>
            <a:spLocks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F4CA97B6-CB36-260B-D13B-A7E4873859A9}"/>
              </a:ext>
            </a:extLst>
          </p:cNvPr>
          <p:cNvCxnSpPr>
            <a:cxnSpLocks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EE3B3D8B-1A06-F05C-0D9A-3CEF8256734A}"/>
              </a:ext>
            </a:extLst>
          </p:cNvPr>
          <p:cNvSpPr>
            <a:spLocks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058C1995-7498-7487-2D2B-ADB2976EF4BC}"/>
              </a:ext>
            </a:extLst>
          </p:cNvPr>
          <p:cNvSpPr>
            <a:spLocks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BF922B29-5967-3DAE-C956-E88DC3E7F6E7}"/>
              </a:ext>
            </a:extLst>
          </p:cNvPr>
          <p:cNvSpPr>
            <a:spLocks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837E2142-6C07-896B-B36D-BF54FB3ED210}"/>
              </a:ext>
            </a:extLst>
          </p:cNvPr>
          <p:cNvCxnSpPr>
            <a:cxnSpLocks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EF14ADB0-A341-B66A-EBA0-F7B96A05E9D0}"/>
              </a:ext>
            </a:extLst>
          </p:cNvPr>
          <p:cNvSpPr>
            <a:spLocks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D08B9BFD-EE93-E57B-DE95-5330409B5F1D}"/>
              </a:ext>
            </a:extLst>
          </p:cNvPr>
          <p:cNvSpPr>
            <a:spLocks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1FE1126F-A5BC-F675-A5E1-040A771418DD}"/>
              </a:ext>
            </a:extLst>
          </p:cNvPr>
          <p:cNvSpPr>
            <a:spLocks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C6EE6EF0-69D7-C721-E2C8-05C68FFD9E2D}"/>
              </a:ext>
            </a:extLst>
          </p:cNvPr>
          <p:cNvSpPr>
            <a:spLocks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107FC88F-EE9E-0E3B-99D2-19A8ADDC03A0}"/>
              </a:ext>
            </a:extLst>
          </p:cNvPr>
          <p:cNvSpPr>
            <a:spLocks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97F79571-50D5-0289-C4E4-6585DF282A16}"/>
              </a:ext>
            </a:extLst>
          </p:cNvPr>
          <p:cNvSpPr>
            <a:spLocks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632C5AAD-9049-896F-CD70-BFE28EE9F5E1}"/>
              </a:ext>
            </a:extLst>
          </p:cNvPr>
          <p:cNvSpPr>
            <a:spLocks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43E5EFFB-3207-CE29-144B-4ADEEF8605AF}"/>
              </a:ext>
            </a:extLst>
          </p:cNvPr>
          <p:cNvSpPr>
            <a:spLocks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842FB33C-A118-7F08-72A5-7CA902D83C3B}"/>
              </a:ext>
            </a:extLst>
          </p:cNvPr>
          <p:cNvSpPr>
            <a:spLocks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0F40A169-7304-10C0-CCB8-C1FBF896E900}"/>
              </a:ext>
            </a:extLst>
          </p:cNvPr>
          <p:cNvSpPr>
            <a:spLocks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1E173EEF-5D63-6683-2910-AC5FB56FDF50}"/>
              </a:ext>
            </a:extLst>
          </p:cNvPr>
          <p:cNvSpPr>
            <a:spLocks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BE550E53-03FE-E993-4AAD-5D26568B3ACF}"/>
              </a:ext>
            </a:extLst>
          </p:cNvPr>
          <p:cNvSpPr>
            <a:spLocks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F9C77D14-F067-C2E6-7765-64111D523FD1}"/>
              </a:ext>
            </a:extLst>
          </p:cNvPr>
          <p:cNvSpPr>
            <a:spLocks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CB22F5EC-0118-A2D1-4357-820190B8F132}"/>
              </a:ext>
            </a:extLst>
          </p:cNvPr>
          <p:cNvSpPr>
            <a:spLocks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1626070A-404B-F8A8-5924-4189DC87883E}"/>
              </a:ext>
            </a:extLst>
          </p:cNvPr>
          <p:cNvSpPr>
            <a:spLocks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73E06914-4921-E2B1-8B2E-D9442F9C6AE6}"/>
              </a:ext>
            </a:extLst>
          </p:cNvPr>
          <p:cNvSpPr>
            <a:spLocks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3CCF5CE1-3064-04A9-CA8B-78F7E093E0DF}"/>
              </a:ext>
            </a:extLst>
          </p:cNvPr>
          <p:cNvSpPr>
            <a:spLocks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163BFF6B-0D4D-1297-06EB-D8DDB6E51B98}"/>
              </a:ext>
            </a:extLst>
          </p:cNvPr>
          <p:cNvSpPr>
            <a:spLocks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F7E7CA6B-5B8F-27CB-362D-F0E474A89BBE}"/>
              </a:ext>
            </a:extLst>
          </p:cNvPr>
          <p:cNvSpPr>
            <a:spLocks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C919CDE2-34DD-CF5D-EB29-1A0484F696B6}"/>
              </a:ext>
            </a:extLst>
          </p:cNvPr>
          <p:cNvSpPr>
            <a:spLocks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943B8D8E-00E2-E4DE-48E8-7193D0F43E9A}"/>
              </a:ext>
            </a:extLst>
          </p:cNvPr>
          <p:cNvSpPr>
            <a:spLocks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8B9A65FE-1A58-8958-C7D8-A2E8E1B538EC}"/>
              </a:ext>
            </a:extLst>
          </p:cNvPr>
          <p:cNvSpPr>
            <a:spLocks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>
              <a:highlight>
                <a:srgbClr val="000080"/>
              </a:highlight>
            </a:endParaRPr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79024539-4632-E076-B9C6-7F7E143607B8}"/>
              </a:ext>
            </a:extLst>
          </p:cNvPr>
          <p:cNvSpPr>
            <a:spLocks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9EA22040-81C6-718B-8B6E-DEAEEE7A5ECB}"/>
              </a:ext>
            </a:extLst>
          </p:cNvPr>
          <p:cNvGrpSpPr>
            <a:grpSpLocks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252A91C2-EC75-B12B-E96F-FA2B01732DAE}"/>
                </a:ext>
              </a:extLst>
            </p:cNvPr>
            <p:cNvCxnSpPr>
              <a:cxnSpLocks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52AFDC14-F8E2-F0B1-8930-F498177FEE52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0B169EF0-8B7E-63C5-886A-9ADFA58DA8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F987F9FC-B468-26A0-BD18-92ECA58D13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3B010A9B-16DF-8699-2436-E93215075A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D907ECA2-C609-2BA6-4755-582F87095FCE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09A4BF0D-6646-4E34-8837-FD72220FB5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3DAD1CB5-A4B8-B1BB-5121-55E512C71B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C8376C2B-2656-EC39-9E7C-D87556A146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8B7D1382-2396-0666-011D-8CAB48140729}"/>
              </a:ext>
            </a:extLst>
          </p:cNvPr>
          <p:cNvSpPr>
            <a:spLocks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96D3EFDC-567E-17FB-5070-A58038B62A95}"/>
              </a:ext>
            </a:extLst>
          </p:cNvPr>
          <p:cNvSpPr>
            <a:spLocks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F942ADE4-F295-34AD-CB2B-204CCBAE9F38}"/>
              </a:ext>
            </a:extLst>
          </p:cNvPr>
          <p:cNvSpPr>
            <a:spLocks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EA551D36-2D56-862E-5F83-1275FBD1D0DE}"/>
              </a:ext>
            </a:extLst>
          </p:cNvPr>
          <p:cNvSpPr txBox="1">
            <a:spLocks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BE553C9F-CE3E-AFCA-BF76-E5B4767C94BC}"/>
              </a:ext>
            </a:extLst>
          </p:cNvPr>
          <p:cNvSpPr txBox="1">
            <a:spLocks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B7F17747-F8C6-F4EF-8AAB-58B012633859}"/>
              </a:ext>
            </a:extLst>
          </p:cNvPr>
          <p:cNvSpPr>
            <a:spLocks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B8414445-AB86-3461-CD94-24BAB4798754}"/>
              </a:ext>
            </a:extLst>
          </p:cNvPr>
          <p:cNvSpPr>
            <a:spLocks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0051EFF7-D4C7-4356-E0F4-4709700B8226}"/>
              </a:ext>
            </a:extLst>
          </p:cNvPr>
          <p:cNvSpPr>
            <a:spLocks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B6E93030-2653-01B3-3C71-2D0024EEC71A}"/>
              </a:ext>
            </a:extLst>
          </p:cNvPr>
          <p:cNvSpPr txBox="1">
            <a:spLocks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4B65582E-3AE0-5FD4-83AE-78C15F6F86C6}"/>
              </a:ext>
            </a:extLst>
          </p:cNvPr>
          <p:cNvSpPr>
            <a:spLocks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1E620519-A5E5-3612-BBC8-B2388AA51F14}"/>
              </a:ext>
            </a:extLst>
          </p:cNvPr>
          <p:cNvSpPr>
            <a:spLocks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33BC2C20-30AD-9D43-8A5F-405CC462D85B}"/>
              </a:ext>
            </a:extLst>
          </p:cNvPr>
          <p:cNvSpPr>
            <a:spLocks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0DF40FCD-A715-AF7F-E642-8F4DDE218FEB}"/>
              </a:ext>
            </a:extLst>
          </p:cNvPr>
          <p:cNvSpPr>
            <a:spLocks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4AF097CF-3184-96E4-A619-9E479E9D0101}"/>
              </a:ext>
            </a:extLst>
          </p:cNvPr>
          <p:cNvSpPr>
            <a:spLocks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04C51C66-C6A5-D85A-0237-272A6141952D}"/>
              </a:ext>
            </a:extLst>
          </p:cNvPr>
          <p:cNvSpPr txBox="1">
            <a:spLocks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0346AD4F-E2E5-1455-83FF-8146FD28B096}"/>
              </a:ext>
            </a:extLst>
          </p:cNvPr>
          <p:cNvSpPr>
            <a:spLocks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CB20E3C-575E-0254-563B-FAD17C4C0E44}"/>
              </a:ext>
            </a:extLst>
          </p:cNvPr>
          <p:cNvSpPr>
            <a:spLocks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11887285-6D64-B620-E9A1-1A6A07BA123E}"/>
              </a:ext>
            </a:extLst>
          </p:cNvPr>
          <p:cNvCxnSpPr>
            <a:cxnSpLocks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A1FD8A8C-92D1-4884-E58A-5BBF3D66595F}"/>
              </a:ext>
            </a:extLst>
          </p:cNvPr>
          <p:cNvCxnSpPr>
            <a:cxnSpLocks/>
            <a:stCxn id="1031" idx="3"/>
            <a:endCxn id="54" idx="1"/>
          </p:cNvCxnSpPr>
          <p:nvPr/>
        </p:nvCxnSpPr>
        <p:spPr>
          <a:xfrm flipH="1">
            <a:off x="8731031" y="4865012"/>
            <a:ext cx="470840" cy="1178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272FAB22-A4EE-1809-A0B0-70C238BB389A}"/>
              </a:ext>
            </a:extLst>
          </p:cNvPr>
          <p:cNvSpPr>
            <a:spLocks/>
          </p:cNvSpPr>
          <p:nvPr/>
        </p:nvSpPr>
        <p:spPr>
          <a:xfrm>
            <a:off x="1990197" y="232933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46 bytes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DE934AC-8391-37B1-88EB-000C8A093E2B}"/>
              </a:ext>
            </a:extLst>
          </p:cNvPr>
          <p:cNvSpPr>
            <a:spLocks/>
          </p:cNvSpPr>
          <p:nvPr/>
        </p:nvSpPr>
        <p:spPr>
          <a:xfrm>
            <a:off x="3313201" y="2329334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45 bytes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BD80302-05EF-8E04-1A35-39686D976A8B}"/>
              </a:ext>
            </a:extLst>
          </p:cNvPr>
          <p:cNvSpPr>
            <a:spLocks/>
          </p:cNvSpPr>
          <p:nvPr/>
        </p:nvSpPr>
        <p:spPr>
          <a:xfrm>
            <a:off x="9933446" y="4277445"/>
            <a:ext cx="1485232" cy="3041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tx1"/>
                </a:solidFill>
              </a:rPr>
              <a:t>movimente o cursor da tela pra a posição de 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6399F36-9E2A-4F7E-1B4E-13CFA3881BE4}"/>
              </a:ext>
            </a:extLst>
          </p:cNvPr>
          <p:cNvSpPr>
            <a:spLocks/>
          </p:cNvSpPr>
          <p:nvPr/>
        </p:nvSpPr>
        <p:spPr>
          <a:xfrm>
            <a:off x="667835" y="234201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56 bytes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4FA1B7E-796A-4D08-CE82-9A360E3BDC7F}"/>
              </a:ext>
            </a:extLst>
          </p:cNvPr>
          <p:cNvSpPr>
            <a:spLocks/>
          </p:cNvSpPr>
          <p:nvPr/>
        </p:nvSpPr>
        <p:spPr>
          <a:xfrm>
            <a:off x="4532915" y="2307441"/>
            <a:ext cx="967710" cy="41500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A</a:t>
            </a:r>
            <a:endParaRPr lang="pt-BR" sz="900" b="1" dirty="0">
              <a:solidFill>
                <a:schemeClr val="bg1"/>
              </a:solidFill>
            </a:endParaRPr>
          </a:p>
          <a:p>
            <a:pPr algn="ctr"/>
            <a:r>
              <a:rPr lang="pt-BR" sz="800" b="1" dirty="0">
                <a:solidFill>
                  <a:schemeClr val="bg1"/>
                </a:solidFill>
              </a:rPr>
              <a:t>real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33C72A49-9782-172B-D630-3328ECCCB51F}"/>
              </a:ext>
            </a:extLst>
          </p:cNvPr>
          <p:cNvCxnSpPr>
            <a:cxnSpLocks/>
            <a:endCxn id="1025" idx="1"/>
          </p:cNvCxnSpPr>
          <p:nvPr/>
        </p:nvCxnSpPr>
        <p:spPr>
          <a:xfrm>
            <a:off x="1076685" y="1450731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1AB8C936-753C-3118-42C4-E578581D9B39}"/>
              </a:ext>
            </a:extLst>
          </p:cNvPr>
          <p:cNvCxnSpPr>
            <a:cxnSpLocks/>
          </p:cNvCxnSpPr>
          <p:nvPr/>
        </p:nvCxnSpPr>
        <p:spPr>
          <a:xfrm>
            <a:off x="2407254" y="1481742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3A05AFD-FE12-6C1C-7208-49930E43685D}"/>
              </a:ext>
            </a:extLst>
          </p:cNvPr>
          <p:cNvSpPr txBox="1">
            <a:spLocks/>
          </p:cNvSpPr>
          <p:nvPr/>
        </p:nvSpPr>
        <p:spPr>
          <a:xfrm>
            <a:off x="2150340" y="5899859"/>
            <a:ext cx="401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  <a:highlight>
                  <a:srgbClr val="FFFF00"/>
                </a:highlight>
              </a:rPr>
              <a:t>Movimente o Ponteiro do Mouse</a:t>
            </a:r>
          </a:p>
        </p:txBody>
      </p: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297FAA7F-DA22-3461-83A3-D39292FCD7CD}"/>
              </a:ext>
            </a:extLst>
          </p:cNvPr>
          <p:cNvCxnSpPr>
            <a:cxnSpLocks/>
            <a:stCxn id="1114" idx="2"/>
            <a:endCxn id="1105" idx="1"/>
          </p:cNvCxnSpPr>
          <p:nvPr/>
        </p:nvCxnSpPr>
        <p:spPr>
          <a:xfrm>
            <a:off x="10054220" y="4069955"/>
            <a:ext cx="611350" cy="1731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50BBC9F4-BF7C-D702-6161-276C68712814}"/>
              </a:ext>
            </a:extLst>
          </p:cNvPr>
          <p:cNvSpPr>
            <a:spLocks/>
          </p:cNvSpPr>
          <p:nvPr/>
        </p:nvSpPr>
        <p:spPr>
          <a:xfrm rot="5400000">
            <a:off x="8613938" y="4994775"/>
            <a:ext cx="234185" cy="21044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03</a:t>
            </a:r>
          </a:p>
        </p:txBody>
      </p: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C23DB1A3-E48C-48B4-D20A-FA51BFD67116}"/>
              </a:ext>
            </a:extLst>
          </p:cNvPr>
          <p:cNvCxnSpPr>
            <a:cxnSpLocks/>
            <a:endCxn id="1110" idx="1"/>
          </p:cNvCxnSpPr>
          <p:nvPr/>
        </p:nvCxnSpPr>
        <p:spPr>
          <a:xfrm flipH="1">
            <a:off x="10663750" y="4626642"/>
            <a:ext cx="1820" cy="14759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EAD21E43-1F08-95E7-2B56-8915AEF2F738}"/>
              </a:ext>
            </a:extLst>
          </p:cNvPr>
          <p:cNvCxnSpPr>
            <a:cxnSpLocks/>
            <a:stCxn id="1110" idx="3"/>
          </p:cNvCxnSpPr>
          <p:nvPr/>
        </p:nvCxnSpPr>
        <p:spPr>
          <a:xfrm flipH="1">
            <a:off x="10054220" y="5186981"/>
            <a:ext cx="609530" cy="15548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28CF3FEE-F055-93FA-18A4-8AAE04FD5574}"/>
              </a:ext>
            </a:extLst>
          </p:cNvPr>
          <p:cNvCxnSpPr>
            <a:cxnSpLocks/>
          </p:cNvCxnSpPr>
          <p:nvPr/>
        </p:nvCxnSpPr>
        <p:spPr>
          <a:xfrm>
            <a:off x="3715519" y="1459522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tângulo 16">
            <a:extLst>
              <a:ext uri="{FF2B5EF4-FFF2-40B4-BE49-F238E27FC236}">
                <a16:creationId xmlns:a16="http://schemas.microsoft.com/office/drawing/2014/main" id="{E80FF662-B41E-9259-4407-C242EFCFAAFE}"/>
              </a:ext>
            </a:extLst>
          </p:cNvPr>
          <p:cNvSpPr>
            <a:spLocks/>
          </p:cNvSpPr>
          <p:nvPr/>
        </p:nvSpPr>
        <p:spPr>
          <a:xfrm>
            <a:off x="9118225" y="650955"/>
            <a:ext cx="1902956" cy="348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Partindo do ponto atual do cursor adicione </a:t>
            </a:r>
            <a:r>
              <a:rPr lang="pt-BR" sz="10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A2F7D2A-12B1-57E4-9AA7-57839E281FED}"/>
              </a:ext>
            </a:extLst>
          </p:cNvPr>
          <p:cNvSpPr>
            <a:spLocks/>
          </p:cNvSpPr>
          <p:nvPr/>
        </p:nvSpPr>
        <p:spPr>
          <a:xfrm>
            <a:off x="4619380" y="2797032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29 bytes</a:t>
            </a:r>
          </a:p>
        </p:txBody>
      </p:sp>
    </p:spTree>
    <p:extLst>
      <p:ext uri="{BB962C8B-B14F-4D97-AF65-F5344CB8AC3E}">
        <p14:creationId xmlns:p14="http://schemas.microsoft.com/office/powerpoint/2010/main" val="501400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6 -0.00301 L -0.00066 0.17754 L 0.33893 0.18148 C 0.33919 0.26828 0.33945 0.35509 0.33971 0.44166 L 0.50416 0.44699 L 0.572 0.36227 L 0.57044 0.27893 " pathEditMode="relative" ptsTypes="AAAAA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34 0.00556 L -0.04349 -0.06898 L -0.05078 -0.06898 L -0.11562 -0.07268 L -0.11992 -0.52407 L -0.04935 -0.52523 " pathEditMode="relative" ptsTypes="AAAAAA">
                                      <p:cBhvr>
                                        <p:cTn id="1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4" grpId="0" animBg="1"/>
      <p:bldP spid="4" grpId="1" animBg="1"/>
      <p:bldP spid="4" grpId="2" animBg="1"/>
      <p:bldP spid="1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5146C-5A7B-6703-FB4A-5C450F437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530642CA-3A72-4C54-BB32-39263E13DC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6EDFF837-8BFB-3ECE-0A6F-39684D9FF09C}"/>
              </a:ext>
            </a:extLst>
          </p:cNvPr>
          <p:cNvGrpSpPr>
            <a:grpSpLocks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B554C0FF-7200-1FAF-6B07-22C0C73745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0E74A221-36B2-301F-65CB-7271C02B670A}"/>
                </a:ext>
              </a:extLst>
            </p:cNvPr>
            <p:cNvSpPr txBox="1">
              <a:spLocks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FA59E2D-84B8-913C-08B9-F59354C76726}"/>
              </a:ext>
            </a:extLst>
          </p:cNvPr>
          <p:cNvSpPr>
            <a:spLocks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39A5FAD2-186F-42BF-04DF-ED71AE4DE9AC}"/>
              </a:ext>
            </a:extLst>
          </p:cNvPr>
          <p:cNvSpPr>
            <a:spLocks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B7D71C4-56AB-31A6-BFDA-FC8D54D9196C}"/>
              </a:ext>
            </a:extLst>
          </p:cNvPr>
          <p:cNvSpPr>
            <a:spLocks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1100" b="1" dirty="0"/>
          </a:p>
          <a:p>
            <a:pPr algn="ctr"/>
            <a:endParaRPr lang="pt-BR" sz="900" b="1" dirty="0"/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EB1893D4-A3E0-A146-2DB0-B1095473011A}"/>
              </a:ext>
            </a:extLst>
          </p:cNvPr>
          <p:cNvCxnSpPr>
            <a:cxnSpLocks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B8AF243D-8763-B288-8EBF-B0275FC9F372}"/>
              </a:ext>
            </a:extLst>
          </p:cNvPr>
          <p:cNvGrpSpPr>
            <a:grpSpLocks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EDE73D3F-2078-C5CE-F52E-B70589595BF3}"/>
                </a:ext>
              </a:extLst>
            </p:cNvPr>
            <p:cNvSpPr>
              <a:spLocks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DB389B76-5371-3247-99F6-C5383DDFFC92}"/>
                </a:ext>
              </a:extLst>
            </p:cNvPr>
            <p:cNvSpPr txBox="1">
              <a:spLocks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95790E78-5006-3C7D-F591-955DE03706D9}"/>
              </a:ext>
            </a:extLst>
          </p:cNvPr>
          <p:cNvGrpSpPr>
            <a:grpSpLocks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22D85D0A-9181-521E-FD96-A2FF9A3C6620}"/>
                </a:ext>
              </a:extLst>
            </p:cNvPr>
            <p:cNvCxnSpPr>
              <a:cxnSpLocks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E6AAD0C7-DBDB-E88B-D7CC-C5DA17AEA161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DFBCDAFF-42F4-1473-1775-D975FFCC9E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EC26FF5B-A05B-F31D-D77C-F3BB4B2209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89DB7642-AB4C-24B5-5114-663458A757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FE626F81-3EEB-D140-03B1-06B54DA7EB39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849B308E-F544-124A-A633-F0BD8AA7AF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11857F64-6993-2F5A-8752-D7148584D7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C66054B5-E9DE-B5C4-B2A4-936BF6A20D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0B560E9A-3543-E303-6BF3-8804403E25C9}"/>
              </a:ext>
            </a:extLst>
          </p:cNvPr>
          <p:cNvSpPr>
            <a:spLocks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saída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93AE67F2-B1A6-3D2B-3471-FADCCE6F504E}"/>
              </a:ext>
            </a:extLst>
          </p:cNvPr>
          <p:cNvSpPr>
            <a:spLocks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767FDCEC-C5B7-1897-1E61-C5E1A4EDBD91}"/>
              </a:ext>
            </a:extLst>
          </p:cNvPr>
          <p:cNvSpPr>
            <a:spLocks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B0B037F4-3953-98FA-764D-643C15589CC6}"/>
              </a:ext>
            </a:extLst>
          </p:cNvPr>
          <p:cNvSpPr>
            <a:spLocks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A77DFE37-04C4-AEA3-A46F-DE880E97F996}"/>
              </a:ext>
            </a:extLst>
          </p:cNvPr>
          <p:cNvSpPr>
            <a:spLocks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20E6F1D4-7A9F-A029-C318-58B025D0A947}"/>
              </a:ext>
            </a:extLst>
          </p:cNvPr>
          <p:cNvSpPr>
            <a:spLocks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D8CFDF9A-C9B2-AD1B-2CFE-E636A0923752}"/>
              </a:ext>
            </a:extLst>
          </p:cNvPr>
          <p:cNvCxnSpPr>
            <a:cxnSpLocks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EB63F6C7-7B64-5E82-3D6D-ABF641C1F29B}"/>
              </a:ext>
            </a:extLst>
          </p:cNvPr>
          <p:cNvSpPr>
            <a:spLocks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6C8AC496-6143-7A9F-603D-BB7702378786}"/>
              </a:ext>
            </a:extLst>
          </p:cNvPr>
          <p:cNvSpPr>
            <a:spLocks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F0218401-D505-973F-E1AA-E301F34E0D21}"/>
              </a:ext>
            </a:extLst>
          </p:cNvPr>
          <p:cNvSpPr>
            <a:spLocks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E914272F-1807-714D-C8C0-E85619E46DB9}"/>
              </a:ext>
            </a:extLst>
          </p:cNvPr>
          <p:cNvCxnSpPr>
            <a:cxnSpLocks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F019FBB1-11A1-D61A-1EE8-79C1F26DB0F8}"/>
              </a:ext>
            </a:extLst>
          </p:cNvPr>
          <p:cNvSpPr>
            <a:spLocks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70362037-FF18-8B43-6032-A2B035E6FAD8}"/>
              </a:ext>
            </a:extLst>
          </p:cNvPr>
          <p:cNvSpPr>
            <a:spLocks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053B5AE6-815A-67AA-0479-1284C75CDECD}"/>
              </a:ext>
            </a:extLst>
          </p:cNvPr>
          <p:cNvSpPr>
            <a:spLocks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91BD9744-34D7-F708-C43C-1EBB03BAF7E9}"/>
              </a:ext>
            </a:extLst>
          </p:cNvPr>
          <p:cNvSpPr>
            <a:spLocks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27579DF9-0404-16BB-16FD-707B32D6CF35}"/>
              </a:ext>
            </a:extLst>
          </p:cNvPr>
          <p:cNvSpPr>
            <a:spLocks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8D9C9B59-3713-8203-C81A-8D351369EA33}"/>
              </a:ext>
            </a:extLst>
          </p:cNvPr>
          <p:cNvSpPr>
            <a:spLocks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24AF04A5-84B1-2209-C542-A2E655D60F25}"/>
              </a:ext>
            </a:extLst>
          </p:cNvPr>
          <p:cNvSpPr>
            <a:spLocks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F2070A33-37EB-6F05-6EE4-4A6DDE87ECAC}"/>
              </a:ext>
            </a:extLst>
          </p:cNvPr>
          <p:cNvSpPr>
            <a:spLocks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71654870-8D4A-DAA4-1DE5-B5FA013C980F}"/>
              </a:ext>
            </a:extLst>
          </p:cNvPr>
          <p:cNvSpPr>
            <a:spLocks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1E97603C-3706-427E-CCC4-EA8DA6E7316F}"/>
              </a:ext>
            </a:extLst>
          </p:cNvPr>
          <p:cNvSpPr>
            <a:spLocks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3C6D3E55-6044-39EB-280C-B3F4AC9EE82D}"/>
              </a:ext>
            </a:extLst>
          </p:cNvPr>
          <p:cNvSpPr>
            <a:spLocks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429199DB-EC94-3277-EEA1-6D3F58AEBE9A}"/>
              </a:ext>
            </a:extLst>
          </p:cNvPr>
          <p:cNvSpPr>
            <a:spLocks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BD2EB3A3-7D71-8D54-C0A1-B4EF32361682}"/>
              </a:ext>
            </a:extLst>
          </p:cNvPr>
          <p:cNvSpPr>
            <a:spLocks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83BF6920-7625-8BEE-EF11-A217566030B3}"/>
              </a:ext>
            </a:extLst>
          </p:cNvPr>
          <p:cNvSpPr>
            <a:spLocks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A20E35B3-DE0A-2434-DEDF-54A1F36F86FF}"/>
              </a:ext>
            </a:extLst>
          </p:cNvPr>
          <p:cNvSpPr>
            <a:spLocks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CBCEF6BD-83C5-79F9-4D31-DEE978B9FD59}"/>
              </a:ext>
            </a:extLst>
          </p:cNvPr>
          <p:cNvSpPr>
            <a:spLocks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E0C7C740-30CF-2557-C6C9-19C3A62EA0C6}"/>
              </a:ext>
            </a:extLst>
          </p:cNvPr>
          <p:cNvSpPr>
            <a:spLocks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FFE15E98-BAD0-88EF-FECD-69BF2CF473C9}"/>
              </a:ext>
            </a:extLst>
          </p:cNvPr>
          <p:cNvSpPr>
            <a:spLocks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259E9BFF-3F22-8458-F022-C3F068831F20}"/>
              </a:ext>
            </a:extLst>
          </p:cNvPr>
          <p:cNvSpPr>
            <a:spLocks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2ACEA94E-0DA6-1B6D-6145-B9DD672B7144}"/>
              </a:ext>
            </a:extLst>
          </p:cNvPr>
          <p:cNvSpPr>
            <a:spLocks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493C8934-ADBF-CFAD-C0B9-1F5F191E6748}"/>
              </a:ext>
            </a:extLst>
          </p:cNvPr>
          <p:cNvSpPr>
            <a:spLocks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EF4AF468-855F-F9D4-1F95-6EF7C7934CDC}"/>
              </a:ext>
            </a:extLst>
          </p:cNvPr>
          <p:cNvSpPr>
            <a:spLocks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>
              <a:highlight>
                <a:srgbClr val="000080"/>
              </a:highlight>
            </a:endParaRPr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2C85861F-C70A-716C-A57A-C9D2326309F6}"/>
              </a:ext>
            </a:extLst>
          </p:cNvPr>
          <p:cNvSpPr>
            <a:spLocks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917AA2F3-80C6-38B8-B8AD-0DE543696FCF}"/>
              </a:ext>
            </a:extLst>
          </p:cNvPr>
          <p:cNvGrpSpPr>
            <a:grpSpLocks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BF122C75-E611-9A4B-37F4-B5EB630F9CDF}"/>
                </a:ext>
              </a:extLst>
            </p:cNvPr>
            <p:cNvCxnSpPr>
              <a:cxnSpLocks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4CF0CFA4-4F31-7A69-CA07-E1244F20A408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65574B7D-DD33-D03B-10CC-8FE6FBBA8D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2EF124D8-219E-5F5A-78D0-F3E9C18EE4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69C5372D-7350-4BC0-07A0-CA78CD2D45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1BDBAEE5-ABFC-21CF-7D48-C15282AA616A}"/>
                </a:ext>
              </a:extLst>
            </p:cNvPr>
            <p:cNvGrpSpPr>
              <a:grpSpLocks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27D45CC1-1D4A-F573-4AE7-6812BA2861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B9D137BA-E0E4-1335-1737-F94424A909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387B53B5-0AD6-5AA9-1772-F9B1864759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78AC1579-F632-A02B-EAA4-21F4A51AA192}"/>
              </a:ext>
            </a:extLst>
          </p:cNvPr>
          <p:cNvSpPr>
            <a:spLocks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42DD2C1B-134C-DBC0-2C10-9AE22DE1D0DC}"/>
              </a:ext>
            </a:extLst>
          </p:cNvPr>
          <p:cNvSpPr>
            <a:spLocks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386216CA-E389-E353-644E-E6289F458000}"/>
              </a:ext>
            </a:extLst>
          </p:cNvPr>
          <p:cNvSpPr>
            <a:spLocks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B334FCE2-BDBE-5FFC-1F99-DADD3CFDC841}"/>
              </a:ext>
            </a:extLst>
          </p:cNvPr>
          <p:cNvSpPr txBox="1">
            <a:spLocks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F6D3BE6E-9C7E-F09A-3C56-9B33D40C6E81}"/>
              </a:ext>
            </a:extLst>
          </p:cNvPr>
          <p:cNvSpPr txBox="1">
            <a:spLocks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1571E97B-CB38-C4F6-6F15-9CAE92B57BEF}"/>
              </a:ext>
            </a:extLst>
          </p:cNvPr>
          <p:cNvSpPr>
            <a:spLocks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4BF6A1FC-FA4A-9CFC-A95C-4805E710B010}"/>
              </a:ext>
            </a:extLst>
          </p:cNvPr>
          <p:cNvSpPr>
            <a:spLocks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C7FFBB95-B67B-6B4D-DCD5-ADB323BF7BC5}"/>
              </a:ext>
            </a:extLst>
          </p:cNvPr>
          <p:cNvSpPr>
            <a:spLocks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45E2CAC8-12BF-FCFA-593B-178CA6C5B9B7}"/>
              </a:ext>
            </a:extLst>
          </p:cNvPr>
          <p:cNvSpPr txBox="1">
            <a:spLocks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5997C184-B548-3515-F08E-1AF751702D3D}"/>
              </a:ext>
            </a:extLst>
          </p:cNvPr>
          <p:cNvSpPr>
            <a:spLocks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5AA32853-59B3-89AE-2B68-E96AE1D7B566}"/>
              </a:ext>
            </a:extLst>
          </p:cNvPr>
          <p:cNvSpPr>
            <a:spLocks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81D11AF3-23E4-D5EA-F2D8-5F07D9CCBA2C}"/>
              </a:ext>
            </a:extLst>
          </p:cNvPr>
          <p:cNvSpPr>
            <a:spLocks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F14563B4-AD53-C5AB-C12B-9C986E78EAF4}"/>
              </a:ext>
            </a:extLst>
          </p:cNvPr>
          <p:cNvSpPr>
            <a:spLocks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4DC8FF86-6DF6-A033-5986-4D2F693B1060}"/>
              </a:ext>
            </a:extLst>
          </p:cNvPr>
          <p:cNvSpPr>
            <a:spLocks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D9950B3D-6CA8-233F-6758-A49C29BD9698}"/>
              </a:ext>
            </a:extLst>
          </p:cNvPr>
          <p:cNvSpPr txBox="1">
            <a:spLocks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2FC55260-DE60-9BB8-D93C-BB49AAA7EBA6}"/>
              </a:ext>
            </a:extLst>
          </p:cNvPr>
          <p:cNvSpPr>
            <a:spLocks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D41CC3E-7693-497D-03BF-081875029FA3}"/>
              </a:ext>
            </a:extLst>
          </p:cNvPr>
          <p:cNvSpPr>
            <a:spLocks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80D55369-AEB8-D028-6388-600A4B955C52}"/>
              </a:ext>
            </a:extLst>
          </p:cNvPr>
          <p:cNvCxnSpPr>
            <a:cxnSpLocks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FB5F4428-C814-0C13-F907-7E876D530DD5}"/>
              </a:ext>
            </a:extLst>
          </p:cNvPr>
          <p:cNvCxnSpPr>
            <a:cxnSpLocks/>
            <a:stCxn id="1031" idx="3"/>
            <a:endCxn id="54" idx="1"/>
          </p:cNvCxnSpPr>
          <p:nvPr/>
        </p:nvCxnSpPr>
        <p:spPr>
          <a:xfrm flipH="1">
            <a:off x="8731031" y="4865012"/>
            <a:ext cx="470840" cy="1178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72991ABE-5F90-084B-E429-4F4D992C686C}"/>
              </a:ext>
            </a:extLst>
          </p:cNvPr>
          <p:cNvSpPr>
            <a:spLocks/>
          </p:cNvSpPr>
          <p:nvPr/>
        </p:nvSpPr>
        <p:spPr>
          <a:xfrm>
            <a:off x="1990197" y="232933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46 bytes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EA8CC4E-EB14-2DD2-9302-D94040E630D5}"/>
              </a:ext>
            </a:extLst>
          </p:cNvPr>
          <p:cNvSpPr>
            <a:spLocks/>
          </p:cNvSpPr>
          <p:nvPr/>
        </p:nvSpPr>
        <p:spPr>
          <a:xfrm>
            <a:off x="667835" y="234201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56 bytes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5700B10-6EA0-61A7-1247-C8B653C2236B}"/>
              </a:ext>
            </a:extLst>
          </p:cNvPr>
          <p:cNvSpPr>
            <a:spLocks/>
          </p:cNvSpPr>
          <p:nvPr/>
        </p:nvSpPr>
        <p:spPr>
          <a:xfrm>
            <a:off x="4532915" y="2307441"/>
            <a:ext cx="967710" cy="41500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A</a:t>
            </a:r>
            <a:endParaRPr lang="pt-BR" sz="900" b="1" dirty="0">
              <a:solidFill>
                <a:schemeClr val="bg1"/>
              </a:solidFill>
            </a:endParaRPr>
          </a:p>
          <a:p>
            <a:pPr algn="ctr"/>
            <a:r>
              <a:rPr lang="pt-BR" sz="800" b="1" dirty="0">
                <a:solidFill>
                  <a:schemeClr val="bg1"/>
                </a:solidFill>
              </a:rPr>
              <a:t>real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04DD1AF3-92CC-BB3D-424E-CDD92A165F95}"/>
              </a:ext>
            </a:extLst>
          </p:cNvPr>
          <p:cNvCxnSpPr>
            <a:cxnSpLocks/>
            <a:endCxn id="1025" idx="1"/>
          </p:cNvCxnSpPr>
          <p:nvPr/>
        </p:nvCxnSpPr>
        <p:spPr>
          <a:xfrm>
            <a:off x="1076685" y="1450731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8A1882DA-E395-CF3C-5F61-6CCC02620501}"/>
              </a:ext>
            </a:extLst>
          </p:cNvPr>
          <p:cNvCxnSpPr>
            <a:cxnSpLocks/>
          </p:cNvCxnSpPr>
          <p:nvPr/>
        </p:nvCxnSpPr>
        <p:spPr>
          <a:xfrm>
            <a:off x="2407254" y="1481742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B45C1D3-7183-EB97-2AD2-0D183C60B93E}"/>
              </a:ext>
            </a:extLst>
          </p:cNvPr>
          <p:cNvSpPr txBox="1">
            <a:spLocks/>
          </p:cNvSpPr>
          <p:nvPr/>
        </p:nvSpPr>
        <p:spPr>
          <a:xfrm>
            <a:off x="2150340" y="5899859"/>
            <a:ext cx="401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  <a:highlight>
                  <a:srgbClr val="FFFF00"/>
                </a:highlight>
              </a:rPr>
              <a:t>Movimente o Ponteiro do Mouse</a:t>
            </a:r>
          </a:p>
        </p:txBody>
      </p: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40FC8D13-4200-EB72-D424-06E2EAE68B15}"/>
              </a:ext>
            </a:extLst>
          </p:cNvPr>
          <p:cNvCxnSpPr>
            <a:cxnSpLocks/>
            <a:stCxn id="1114" idx="2"/>
            <a:endCxn id="1105" idx="1"/>
          </p:cNvCxnSpPr>
          <p:nvPr/>
        </p:nvCxnSpPr>
        <p:spPr>
          <a:xfrm>
            <a:off x="10054220" y="4069955"/>
            <a:ext cx="611350" cy="173129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A43E5974-9DFC-307A-E0E4-50170E267725}"/>
              </a:ext>
            </a:extLst>
          </p:cNvPr>
          <p:cNvSpPr>
            <a:spLocks/>
          </p:cNvSpPr>
          <p:nvPr/>
        </p:nvSpPr>
        <p:spPr>
          <a:xfrm rot="5400000">
            <a:off x="8613938" y="4994775"/>
            <a:ext cx="234185" cy="21044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03</a:t>
            </a:r>
          </a:p>
        </p:txBody>
      </p: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6CA6B822-A7C7-8D93-D937-6F625CFC1663}"/>
              </a:ext>
            </a:extLst>
          </p:cNvPr>
          <p:cNvCxnSpPr>
            <a:cxnSpLocks/>
            <a:endCxn id="1110" idx="1"/>
          </p:cNvCxnSpPr>
          <p:nvPr/>
        </p:nvCxnSpPr>
        <p:spPr>
          <a:xfrm flipH="1">
            <a:off x="10663750" y="4626642"/>
            <a:ext cx="1820" cy="147595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91B38977-9685-0183-10A9-DAE3A9745193}"/>
              </a:ext>
            </a:extLst>
          </p:cNvPr>
          <p:cNvCxnSpPr>
            <a:cxnSpLocks/>
            <a:stCxn id="1110" idx="3"/>
          </p:cNvCxnSpPr>
          <p:nvPr/>
        </p:nvCxnSpPr>
        <p:spPr>
          <a:xfrm flipH="1">
            <a:off x="10054220" y="5186981"/>
            <a:ext cx="609530" cy="15548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C750B22C-34D1-5505-2509-CBD10453CFE4}"/>
              </a:ext>
            </a:extLst>
          </p:cNvPr>
          <p:cNvCxnSpPr>
            <a:cxnSpLocks/>
          </p:cNvCxnSpPr>
          <p:nvPr/>
        </p:nvCxnSpPr>
        <p:spPr>
          <a:xfrm>
            <a:off x="3715519" y="1459522"/>
            <a:ext cx="0" cy="278915"/>
          </a:xfrm>
          <a:prstGeom prst="straightConnector1">
            <a:avLst/>
          </a:prstGeom>
          <a:ln w="476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tângulo 16">
            <a:extLst>
              <a:ext uri="{FF2B5EF4-FFF2-40B4-BE49-F238E27FC236}">
                <a16:creationId xmlns:a16="http://schemas.microsoft.com/office/drawing/2014/main" id="{A64A38C7-58DC-AF33-5846-E6F7B499006F}"/>
              </a:ext>
            </a:extLst>
          </p:cNvPr>
          <p:cNvSpPr>
            <a:spLocks/>
          </p:cNvSpPr>
          <p:nvPr/>
        </p:nvSpPr>
        <p:spPr>
          <a:xfrm>
            <a:off x="9156654" y="600968"/>
            <a:ext cx="1902956" cy="348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Partindo do ponto atual do cursor adicione </a:t>
            </a:r>
            <a:r>
              <a:rPr lang="pt-BR" sz="10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773AC28-496C-C4F2-EB88-D0C1137B9FAF}"/>
              </a:ext>
            </a:extLst>
          </p:cNvPr>
          <p:cNvSpPr>
            <a:spLocks/>
          </p:cNvSpPr>
          <p:nvPr/>
        </p:nvSpPr>
        <p:spPr>
          <a:xfrm>
            <a:off x="4619380" y="2797032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29 bytes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1DD623C-093C-F99A-3868-6A36F7BFA348}"/>
              </a:ext>
            </a:extLst>
          </p:cNvPr>
          <p:cNvSpPr>
            <a:spLocks/>
          </p:cNvSpPr>
          <p:nvPr/>
        </p:nvSpPr>
        <p:spPr>
          <a:xfrm>
            <a:off x="10013829" y="4269244"/>
            <a:ext cx="1252412" cy="348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Eixo X: 0,30mm,</a:t>
            </a:r>
          </a:p>
          <a:p>
            <a:pPr algn="ctr"/>
            <a:r>
              <a:rPr lang="pt-BR" sz="1000" b="1" dirty="0">
                <a:solidFill>
                  <a:schemeClr val="tx1"/>
                </a:solidFill>
              </a:rPr>
              <a:t>Eixo y:0,57mm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67FAD63-D363-1755-B9A8-028239E198E0}"/>
              </a:ext>
            </a:extLst>
          </p:cNvPr>
          <p:cNvSpPr>
            <a:spLocks/>
          </p:cNvSpPr>
          <p:nvPr/>
        </p:nvSpPr>
        <p:spPr>
          <a:xfrm>
            <a:off x="8924192" y="605353"/>
            <a:ext cx="2360222" cy="3480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Partindo do ponto atual do cursor mova até </a:t>
            </a:r>
            <a:r>
              <a:rPr lang="pt-BR" sz="1000" b="1" dirty="0">
                <a:solidFill>
                  <a:srgbClr val="FF0000"/>
                </a:solidFill>
              </a:rPr>
              <a:t>X: 523,3 Y: 273,57</a:t>
            </a:r>
          </a:p>
        </p:txBody>
      </p:sp>
    </p:spTree>
    <p:extLst>
      <p:ext uri="{BB962C8B-B14F-4D97-AF65-F5344CB8AC3E}">
        <p14:creationId xmlns:p14="http://schemas.microsoft.com/office/powerpoint/2010/main" val="2223953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68 0.0044 L 0.00182 0.11204 L 0.23463 0.11852 L 0.2332 0.37755 L 0.40638 0.38912 L 0.46914 0.29144 L 0.46549 0.21598 " pathEditMode="relative" ptsTypes="AAAAA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7 0.00069 L -0.05638 -0.07385 L -0.10964 -0.07755 C -0.11016 -0.22894 -0.11068 -0.3801 -0.11107 -0.53148 L -0.04922 -0.53264 " pathEditMode="relative" ptsTypes="AAAAA">
                                      <p:cBhvr>
                                        <p:cTn id="1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4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4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43 0.00162 L 0.07265 0.00046 L 0.07265 0.4581 L -0.00313 0.45555 L 0.04596 0.53495 L 0.04518 0.61574 L -0.01172 0.70694 " pathEditMode="relative" ptsTypes="AAAAAAA">
                                      <p:cBhvr>
                                        <p:cTn id="3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" grpId="0" animBg="1"/>
      <p:bldP spid="3" grpId="1" animBg="1"/>
      <p:bldP spid="11" grpId="0" animBg="1"/>
      <p:bldP spid="11" grpId="1" animBg="1"/>
      <p:bldP spid="11" grpId="2" animBg="1"/>
      <p:bldP spid="13" grpId="0" animBg="1"/>
      <p:bldP spid="13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69A129-22FD-DC7E-D062-2256B0E70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4A55179-E330-B9C7-E617-F5F0DD185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457AB5-B3DD-2381-A5F6-EBEDF07A2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1550F7-85F5-DCA2-8E87-26CDC1CB4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ABCC11-2196-7927-51BF-D2838381B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2FDB96-5500-1685-38ED-4A3D151A1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1A221B-DD45-9367-BDD1-02DEB04C9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pt-BR" sz="4000" dirty="0">
                <a:solidFill>
                  <a:srgbClr val="FFFFFF"/>
                </a:solidFill>
              </a:rPr>
              <a:t>Fundamentos de Hardware e Software</a:t>
            </a:r>
            <a:br>
              <a:rPr lang="pt-BR" sz="4000" dirty="0">
                <a:solidFill>
                  <a:srgbClr val="FFFFFF"/>
                </a:solidFill>
              </a:rPr>
            </a:br>
            <a:r>
              <a:rPr lang="pt-BR" sz="4000" dirty="0">
                <a:solidFill>
                  <a:srgbClr val="FFFFFF"/>
                </a:solidFill>
              </a:rPr>
              <a:t>Hardware - Processadores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B4A3190-C2BF-39CF-FCD8-844DDE2465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590741"/>
            <a:ext cx="12192000" cy="526726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A1846BC-0974-6D41-E8F0-E49CA003BF0C}"/>
              </a:ext>
            </a:extLst>
          </p:cNvPr>
          <p:cNvSpPr txBox="1"/>
          <p:nvPr/>
        </p:nvSpPr>
        <p:spPr>
          <a:xfrm>
            <a:off x="2247900" y="1891970"/>
            <a:ext cx="76961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 gênio que revolucionou a COMPUTAÇÃO #SagaDosComputadores </a:t>
            </a:r>
            <a:r>
              <a:rPr lang="pt-BR" sz="2800" b="1" dirty="0" err="1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</a:t>
            </a:r>
            <a:r>
              <a:rPr lang="pt-BR" sz="2800" b="1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 4 - YouTube</a:t>
            </a:r>
            <a:endParaRPr lang="pt-BR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8212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7FF49-EBD2-19CE-C7B5-5E1B1E63C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Imagem 1152">
            <a:extLst>
              <a:ext uri="{FF2B5EF4-FFF2-40B4-BE49-F238E27FC236}">
                <a16:creationId xmlns:a16="http://schemas.microsoft.com/office/drawing/2014/main" id="{201A4C04-4188-C313-9D74-B1F91CAF8F8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6826" b="13274"/>
          <a:stretch/>
        </p:blipFill>
        <p:spPr>
          <a:xfrm>
            <a:off x="0" y="16903"/>
            <a:ext cx="12192000" cy="681576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FD439DAC-51D7-96DC-D533-CECFF69FBF1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2036" y="1101852"/>
            <a:ext cx="1417320" cy="886968"/>
            <a:chOff x="1472184" y="3273552"/>
            <a:chExt cx="1929384" cy="886968"/>
          </a:xfrm>
        </p:grpSpPr>
        <p:pic>
          <p:nvPicPr>
            <p:cNvPr id="1026" name="Picture 2" descr="Unidade lógica e aritmética – Wikipédia, a enciclopédia livre">
              <a:extLst>
                <a:ext uri="{FF2B5EF4-FFF2-40B4-BE49-F238E27FC236}">
                  <a16:creationId xmlns:a16="http://schemas.microsoft.com/office/drawing/2014/main" id="{27B4538E-E8D0-D932-E149-9FF19D38AAE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1783" b="66667" l="17667" r="79000">
                          <a14:foregroundMark x1="23333" y1="35271" x2="19333" y2="31783"/>
                          <a14:foregroundMark x1="79000" y1="34109" x2="73333" y2="34109"/>
                          <a14:foregroundMark x1="58667" y1="67054" x2="44667" y2="63953"/>
                          <a14:foregroundMark x1="22000" y1="37984" x2="29667" y2="54651"/>
                          <a14:foregroundMark x1="34333" y1="63178" x2="29000" y2="48450"/>
                          <a14:foregroundMark x1="78667" y1="35271" x2="79000" y2="33721"/>
                          <a14:backgroundMark x1="16667" y1="32946" x2="17333" y2="33721"/>
                          <a14:backgroundMark x1="81000" y1="37209" x2="81333" y2="35659"/>
                          <a14:backgroundMark x1="80333" y1="36822" x2="81000" y2="36047"/>
                          <a14:backgroundMark x1="80000" y1="36822" x2="81333" y2="34496"/>
                          <a14:backgroundMark x1="80333" y1="36047" x2="81333" y2="34884"/>
                          <a14:backgroundMark x1="79667" y1="37209" x2="81333" y2="34884"/>
                          <a14:backgroundMark x1="80000" y1="35659" x2="81000" y2="34109"/>
                          <a14:backgroundMark x1="79333" y1="37209" x2="82333" y2="33721"/>
                          <a14:backgroundMark x1="79333" y1="36822" x2="81333" y2="34496"/>
                          <a14:backgroundMark x1="79667" y1="36434" x2="81333" y2="33333"/>
                          <a14:backgroundMark x1="79333" y1="36434" x2="81667" y2="3372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53" t="29541" r="17226" b="30273"/>
            <a:stretch/>
          </p:blipFill>
          <p:spPr bwMode="auto">
            <a:xfrm>
              <a:off x="1472184" y="3273552"/>
              <a:ext cx="1929384" cy="88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B3E85204-2E37-EF4B-085E-46F48772F02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06886" y="3791188"/>
              <a:ext cx="85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ULA</a:t>
              </a:r>
            </a:p>
          </p:txBody>
        </p:sp>
      </p:grp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7818AC64-A549-DD22-EF78-D296F58193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" y="118872"/>
            <a:ext cx="11814048" cy="65562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/>
              <a:t>BARRAMENTO INTERNO DA CPU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2C75C8E-0433-CFAD-DA6A-C3B48F1A1E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70295" y="3644290"/>
            <a:ext cx="3198817" cy="259191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59B25BA9-B9D8-F2AC-64D0-981C3E496C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5186" y="886968"/>
            <a:ext cx="7646122" cy="5349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pt-BR" sz="900" b="1" dirty="0"/>
          </a:p>
          <a:p>
            <a:pPr algn="ctr"/>
            <a:r>
              <a:rPr lang="pt-BR" sz="1400" b="1" dirty="0"/>
              <a:t>Registradores de Propósito Geral</a:t>
            </a:r>
          </a:p>
          <a:p>
            <a:pPr algn="ctr"/>
            <a:r>
              <a:rPr lang="pt-BR" sz="1050" b="1" dirty="0"/>
              <a:t>- É um tipo de Memória que está dentro dos processadores - </a:t>
            </a:r>
          </a:p>
        </p:txBody>
      </p:sp>
      <p:cxnSp>
        <p:nvCxnSpPr>
          <p:cNvPr id="1052" name="Conector reto 1051">
            <a:extLst>
              <a:ext uri="{FF2B5EF4-FFF2-40B4-BE49-F238E27FC236}">
                <a16:creationId xmlns:a16="http://schemas.microsoft.com/office/drawing/2014/main" id="{3329A1C6-BE42-CC17-4F43-BC9A069067B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605404" y="5595096"/>
            <a:ext cx="1196208" cy="0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379F2A4A-089E-1668-98F9-A9B0FBDD3A6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322677" y="308660"/>
            <a:ext cx="1531032" cy="1581500"/>
            <a:chOff x="9546716" y="721035"/>
            <a:chExt cx="1832219" cy="1892615"/>
          </a:xfrm>
        </p:grpSpPr>
        <p:sp>
          <p:nvSpPr>
            <p:cNvPr id="28" name="Meio-quadro 27">
              <a:extLst>
                <a:ext uri="{FF2B5EF4-FFF2-40B4-BE49-F238E27FC236}">
                  <a16:creationId xmlns:a16="http://schemas.microsoft.com/office/drawing/2014/main" id="{746B4665-91FE-4640-221B-051CE8255EC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3406463">
              <a:off x="9546716" y="721035"/>
              <a:ext cx="1832219" cy="1832219"/>
            </a:xfrm>
            <a:prstGeom prst="halfFrame">
              <a:avLst>
                <a:gd name="adj1" fmla="val 38824"/>
                <a:gd name="adj2" fmla="val 36712"/>
              </a:avLst>
            </a:prstGeom>
            <a:solidFill>
              <a:srgbClr val="FFFF0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8602723E-713B-8DB8-415E-C032CF3991B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47391" y="1840173"/>
              <a:ext cx="1247311" cy="773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ULA</a:t>
              </a:r>
            </a:p>
            <a:p>
              <a:pPr algn="ctr"/>
              <a:r>
                <a:rPr lang="pt-BR" sz="1000" dirty="0"/>
                <a:t>Unidade Lógica</a:t>
              </a:r>
            </a:p>
            <a:p>
              <a:pPr algn="ctr"/>
              <a:r>
                <a:rPr lang="pt-BR" sz="1000" dirty="0"/>
                <a:t>Aritmética</a:t>
              </a:r>
            </a:p>
          </p:txBody>
        </p:sp>
      </p:grpSp>
      <p:grpSp>
        <p:nvGrpSpPr>
          <p:cNvPr id="1058" name="Agrupar 1057">
            <a:extLst>
              <a:ext uri="{FF2B5EF4-FFF2-40B4-BE49-F238E27FC236}">
                <a16:creationId xmlns:a16="http://schemas.microsoft.com/office/drawing/2014/main" id="{E4A90B30-DA82-AE43-07D9-7ABA25C9078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10830916" y="1559754"/>
            <a:ext cx="275148" cy="2248427"/>
            <a:chOff x="9112249" y="1665572"/>
            <a:chExt cx="275148" cy="2139855"/>
          </a:xfrm>
        </p:grpSpPr>
        <p:cxnSp>
          <p:nvCxnSpPr>
            <p:cNvPr id="1059" name="Conector reto 1058">
              <a:extLst>
                <a:ext uri="{FF2B5EF4-FFF2-40B4-BE49-F238E27FC236}">
                  <a16:creationId xmlns:a16="http://schemas.microsoft.com/office/drawing/2014/main" id="{3715BEDE-C6AE-66BE-2AF4-611134E4B57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0" name="Agrupar 1059">
              <a:extLst>
                <a:ext uri="{FF2B5EF4-FFF2-40B4-BE49-F238E27FC236}">
                  <a16:creationId xmlns:a16="http://schemas.microsoft.com/office/drawing/2014/main" id="{16688108-41FD-6589-8685-DB854D4A1E2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065" name="Conector de Seta Reta 1064">
                <a:extLst>
                  <a:ext uri="{FF2B5EF4-FFF2-40B4-BE49-F238E27FC236}">
                    <a16:creationId xmlns:a16="http://schemas.microsoft.com/office/drawing/2014/main" id="{B406FD32-56B7-9EFB-3D77-B7945FCF764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6" name="Conector de Seta Reta 1065">
                <a:extLst>
                  <a:ext uri="{FF2B5EF4-FFF2-40B4-BE49-F238E27FC236}">
                    <a16:creationId xmlns:a16="http://schemas.microsoft.com/office/drawing/2014/main" id="{0E82AECE-8CFD-C917-A761-A242ACAB2012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7" name="Conector de Seta Reta 1066">
                <a:extLst>
                  <a:ext uri="{FF2B5EF4-FFF2-40B4-BE49-F238E27FC236}">
                    <a16:creationId xmlns:a16="http://schemas.microsoft.com/office/drawing/2014/main" id="{5ACD1B4F-A36C-FE8F-9556-26B8A38B7C6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61" name="Agrupar 1060">
              <a:extLst>
                <a:ext uri="{FF2B5EF4-FFF2-40B4-BE49-F238E27FC236}">
                  <a16:creationId xmlns:a16="http://schemas.microsoft.com/office/drawing/2014/main" id="{926CAFE1-7887-9EBE-B218-F814A5D7311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062" name="Conector de Seta Reta 1061">
                <a:extLst>
                  <a:ext uri="{FF2B5EF4-FFF2-40B4-BE49-F238E27FC236}">
                    <a16:creationId xmlns:a16="http://schemas.microsoft.com/office/drawing/2014/main" id="{130BFBA2-87E1-F2CE-C88B-7E444226BC3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3" name="Conector de Seta Reta 1062">
                <a:extLst>
                  <a:ext uri="{FF2B5EF4-FFF2-40B4-BE49-F238E27FC236}">
                    <a16:creationId xmlns:a16="http://schemas.microsoft.com/office/drawing/2014/main" id="{4D598813-2AE4-8273-32C0-20A3EC3B648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64" name="Conector de Seta Reta 1063">
                <a:extLst>
                  <a:ext uri="{FF2B5EF4-FFF2-40B4-BE49-F238E27FC236}">
                    <a16:creationId xmlns:a16="http://schemas.microsoft.com/office/drawing/2014/main" id="{068839BD-662B-2942-5691-0B0582FD703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11AD673B-63DF-85FE-EFA2-FEE2D028A4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21154" y="2256092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sp>
        <p:nvSpPr>
          <p:cNvPr id="1025" name="Retângulo: Cantos Arredondados 1024">
            <a:extLst>
              <a:ext uri="{FF2B5EF4-FFF2-40B4-BE49-F238E27FC236}">
                <a16:creationId xmlns:a16="http://schemas.microsoft.com/office/drawing/2014/main" id="{4A45B943-9233-AEE0-656C-8447FC7A8B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28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01</a:t>
            </a:r>
          </a:p>
        </p:txBody>
      </p:sp>
      <p:sp>
        <p:nvSpPr>
          <p:cNvPr id="1027" name="Retângulo: Cantos Arredondados 1026">
            <a:extLst>
              <a:ext uri="{FF2B5EF4-FFF2-40B4-BE49-F238E27FC236}">
                <a16:creationId xmlns:a16="http://schemas.microsoft.com/office/drawing/2014/main" id="{24E9AF95-B88A-7A9E-A0D3-45B722E97F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05</a:t>
            </a:r>
          </a:p>
        </p:txBody>
      </p:sp>
      <p:sp>
        <p:nvSpPr>
          <p:cNvPr id="1028" name="Retângulo: Cantos Arredondados 1027">
            <a:extLst>
              <a:ext uri="{FF2B5EF4-FFF2-40B4-BE49-F238E27FC236}">
                <a16:creationId xmlns:a16="http://schemas.microsoft.com/office/drawing/2014/main" id="{1CC4C1C4-2EB9-9280-D9D8-E1D3BFE491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0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02</a:t>
            </a:r>
          </a:p>
        </p:txBody>
      </p:sp>
      <p:sp>
        <p:nvSpPr>
          <p:cNvPr id="1029" name="Retângulo: Cantos Arredondados 1028">
            <a:extLst>
              <a:ext uri="{FF2B5EF4-FFF2-40B4-BE49-F238E27FC236}">
                <a16:creationId xmlns:a16="http://schemas.microsoft.com/office/drawing/2014/main" id="{01E74E78-3F59-213C-5544-3C0A9D9EB7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2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03</a:t>
            </a:r>
          </a:p>
        </p:txBody>
      </p:sp>
      <p:sp>
        <p:nvSpPr>
          <p:cNvPr id="1030" name="Retângulo: Cantos Arredondados 1029">
            <a:extLst>
              <a:ext uri="{FF2B5EF4-FFF2-40B4-BE49-F238E27FC236}">
                <a16:creationId xmlns:a16="http://schemas.microsoft.com/office/drawing/2014/main" id="{C8B03CE0-BC1D-4757-EF49-305AA4EFF3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4" y="2130168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pt-BR" dirty="0"/>
              <a:t>04</a:t>
            </a:r>
          </a:p>
        </p:txBody>
      </p:sp>
      <p:cxnSp>
        <p:nvCxnSpPr>
          <p:cNvPr id="1046" name="Conector reto 1045">
            <a:extLst>
              <a:ext uri="{FF2B5EF4-FFF2-40B4-BE49-F238E27FC236}">
                <a16:creationId xmlns:a16="http://schemas.microsoft.com/office/drawing/2014/main" id="{6DC4F478-3DDD-0C37-A481-C815683D75D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604242" y="3802050"/>
            <a:ext cx="7488960" cy="7272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Retângulo 1088">
            <a:extLst>
              <a:ext uri="{FF2B5EF4-FFF2-40B4-BE49-F238E27FC236}">
                <a16:creationId xmlns:a16="http://schemas.microsoft.com/office/drawing/2014/main" id="{97725403-D003-B3F3-8D9C-A652AF0267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25760" y="3867422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2" name="Retângulo 1081">
            <a:extLst>
              <a:ext uri="{FF2B5EF4-FFF2-40B4-BE49-F238E27FC236}">
                <a16:creationId xmlns:a16="http://schemas.microsoft.com/office/drawing/2014/main" id="{588412F2-6AF8-85F0-A6D8-DDCAA65EF6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814653" y="3372517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1" name="Retângulo 1080">
            <a:extLst>
              <a:ext uri="{FF2B5EF4-FFF2-40B4-BE49-F238E27FC236}">
                <a16:creationId xmlns:a16="http://schemas.microsoft.com/office/drawing/2014/main" id="{E087A9FD-5991-BF7E-C548-63A51745AD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69389" y="3332931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48" name="Conector reto 1047">
            <a:extLst>
              <a:ext uri="{FF2B5EF4-FFF2-40B4-BE49-F238E27FC236}">
                <a16:creationId xmlns:a16="http://schemas.microsoft.com/office/drawing/2014/main" id="{EA1CA3B2-45E8-CEAA-13B3-021FC57A88D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847508" y="3785879"/>
            <a:ext cx="0" cy="1888976"/>
          </a:xfrm>
          <a:prstGeom prst="line">
            <a:avLst/>
          </a:prstGeom>
          <a:ln w="495300" cmpd="sng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2" name="Retângulo 1071">
            <a:extLst>
              <a:ext uri="{FF2B5EF4-FFF2-40B4-BE49-F238E27FC236}">
                <a16:creationId xmlns:a16="http://schemas.microsoft.com/office/drawing/2014/main" id="{8DB5424D-A879-04CB-B25A-BEC533FC79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5224" y="3384396"/>
            <a:ext cx="114766" cy="431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3" name="Retângulo 1072">
            <a:extLst>
              <a:ext uri="{FF2B5EF4-FFF2-40B4-BE49-F238E27FC236}">
                <a16:creationId xmlns:a16="http://schemas.microsoft.com/office/drawing/2014/main" id="{99928C1D-A836-820A-9A94-37F2899359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391829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0" name="Retângulo 1079">
            <a:extLst>
              <a:ext uri="{FF2B5EF4-FFF2-40B4-BE49-F238E27FC236}">
                <a16:creationId xmlns:a16="http://schemas.microsoft.com/office/drawing/2014/main" id="{E1327616-DC9E-1908-59D1-3DA29FE8B8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27778" y="332549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3" name="Retângulo 1082">
            <a:extLst>
              <a:ext uri="{FF2B5EF4-FFF2-40B4-BE49-F238E27FC236}">
                <a16:creationId xmlns:a16="http://schemas.microsoft.com/office/drawing/2014/main" id="{A99154E4-10B7-A6F6-5925-E05E827819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50740" y="3365084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93FABB67-31F3-0B66-4A8D-A36798278F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480028" y="3670805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4" name="Retângulo 1073">
            <a:extLst>
              <a:ext uri="{FF2B5EF4-FFF2-40B4-BE49-F238E27FC236}">
                <a16:creationId xmlns:a16="http://schemas.microsoft.com/office/drawing/2014/main" id="{C009192F-A765-D2E5-8303-2AFB88F5F1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66835" y="3644291"/>
            <a:ext cx="6799807" cy="9222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A01E378A-2D8E-8270-717C-04DA6C6391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5144117" y="367010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5D410715-5A50-1AE5-D460-EB1C2D2620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840310" y="3693107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5" name="Retângulo 1074">
            <a:extLst>
              <a:ext uri="{FF2B5EF4-FFF2-40B4-BE49-F238E27FC236}">
                <a16:creationId xmlns:a16="http://schemas.microsoft.com/office/drawing/2014/main" id="{6D297B94-E584-FAED-BAB4-722F95077D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02477" y="3644290"/>
            <a:ext cx="137151" cy="179851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E0CAD84B-C331-3687-429E-4783EF5BBE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3542944" y="3830638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71932DD6-7C3B-6C07-E1BD-C19601B045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436212" y="3726560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94C24AB0-978E-3E52-12AC-B16D13A3A5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880204" y="380763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0" name="Retângulo 1089">
            <a:extLst>
              <a:ext uri="{FF2B5EF4-FFF2-40B4-BE49-F238E27FC236}">
                <a16:creationId xmlns:a16="http://schemas.microsoft.com/office/drawing/2014/main" id="{2138473E-EC98-EA6B-53A1-C4462AE964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7266" y="3808336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5" name="Retângulo 1084">
            <a:extLst>
              <a:ext uri="{FF2B5EF4-FFF2-40B4-BE49-F238E27FC236}">
                <a16:creationId xmlns:a16="http://schemas.microsoft.com/office/drawing/2014/main" id="{5D34C97B-D984-2611-8BFF-C60D6009F8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3635" y="3367601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7" name="Retângulo 1086">
            <a:extLst>
              <a:ext uri="{FF2B5EF4-FFF2-40B4-BE49-F238E27FC236}">
                <a16:creationId xmlns:a16="http://schemas.microsoft.com/office/drawing/2014/main" id="{7AF0D271-E90A-AD7D-7EB2-53A4A21C9C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5544" y="3376185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069FB1FA-4817-823E-8F0C-9518A92C1B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6183450" y="3819487"/>
            <a:ext cx="83996" cy="4908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8" name="Retângulo 1087">
            <a:extLst>
              <a:ext uri="{FF2B5EF4-FFF2-40B4-BE49-F238E27FC236}">
                <a16:creationId xmlns:a16="http://schemas.microsoft.com/office/drawing/2014/main" id="{30BD1AB7-0B11-03B9-C5BB-C12BD0F5FC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178522" y="3752193"/>
            <a:ext cx="56934" cy="490891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7" name="Retângulo 1076">
            <a:extLst>
              <a:ext uri="{FF2B5EF4-FFF2-40B4-BE49-F238E27FC236}">
                <a16:creationId xmlns:a16="http://schemas.microsoft.com/office/drawing/2014/main" id="{4AA1388E-CA12-1D20-3506-BF003669EF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4089" y="3789257"/>
            <a:ext cx="6896577" cy="92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8" name="Retângulo 1077">
            <a:extLst>
              <a:ext uri="{FF2B5EF4-FFF2-40B4-BE49-F238E27FC236}">
                <a16:creationId xmlns:a16="http://schemas.microsoft.com/office/drawing/2014/main" id="{7303EAA8-DC06-D844-545C-B48FB2DA79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58715" y="4710130"/>
            <a:ext cx="1985061" cy="13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4" name="Retângulo 1083">
            <a:extLst>
              <a:ext uri="{FF2B5EF4-FFF2-40B4-BE49-F238E27FC236}">
                <a16:creationId xmlns:a16="http://schemas.microsoft.com/office/drawing/2014/main" id="{CAD54C84-F2A5-0CA6-27A4-54EF282E8A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15246" y="3375034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6" name="Retângulo 1085">
            <a:extLst>
              <a:ext uri="{FF2B5EF4-FFF2-40B4-BE49-F238E27FC236}">
                <a16:creationId xmlns:a16="http://schemas.microsoft.com/office/drawing/2014/main" id="{B15EDBA7-25E6-AADC-0A1A-0F07D83C27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27155" y="3361316"/>
            <a:ext cx="108000" cy="344687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15C55BD9-069E-7735-3A10-7CE6EF88CC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91530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>
              <a:highlight>
                <a:srgbClr val="000080"/>
              </a:highlight>
            </a:endParaRPr>
          </a:p>
          <a:p>
            <a:pPr algn="ctr"/>
            <a:r>
              <a:rPr lang="pt-BR" dirty="0"/>
              <a:t>06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FFE6D90B-4881-3C26-8E6E-B514C4AE12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504632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07</a:t>
            </a:r>
          </a:p>
        </p:txBody>
      </p:sp>
      <p:grpSp>
        <p:nvGrpSpPr>
          <p:cNvPr id="1115" name="Agrupar 1114">
            <a:extLst>
              <a:ext uri="{FF2B5EF4-FFF2-40B4-BE49-F238E27FC236}">
                <a16:creationId xmlns:a16="http://schemas.microsoft.com/office/drawing/2014/main" id="{2608ADA9-A935-6806-4E48-0CD16910495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53809" y="1574800"/>
            <a:ext cx="275148" cy="2248427"/>
            <a:chOff x="9112249" y="1665572"/>
            <a:chExt cx="275148" cy="2139855"/>
          </a:xfrm>
        </p:grpSpPr>
        <p:cxnSp>
          <p:nvCxnSpPr>
            <p:cNvPr id="1116" name="Conector reto 1115">
              <a:extLst>
                <a:ext uri="{FF2B5EF4-FFF2-40B4-BE49-F238E27FC236}">
                  <a16:creationId xmlns:a16="http://schemas.microsoft.com/office/drawing/2014/main" id="{832BB1E4-2FA0-11F8-459C-8ED17AE5287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249400" y="1665572"/>
              <a:ext cx="0" cy="2139855"/>
            </a:xfrm>
            <a:prstGeom prst="line">
              <a:avLst/>
            </a:prstGeom>
            <a:ln w="381000" cmpd="sng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7" name="Agrupar 1116">
              <a:extLst>
                <a:ext uri="{FF2B5EF4-FFF2-40B4-BE49-F238E27FC236}">
                  <a16:creationId xmlns:a16="http://schemas.microsoft.com/office/drawing/2014/main" id="{AE2C9D26-A77A-D046-27B9-50BE5D67279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5288" y="1710036"/>
              <a:ext cx="272109" cy="437744"/>
              <a:chOff x="9528048" y="2211205"/>
              <a:chExt cx="272109" cy="852035"/>
            </a:xfrm>
          </p:grpSpPr>
          <p:cxnSp>
            <p:nvCxnSpPr>
              <p:cNvPr id="1122" name="Conector de Seta Reta 1121">
                <a:extLst>
                  <a:ext uri="{FF2B5EF4-FFF2-40B4-BE49-F238E27FC236}">
                    <a16:creationId xmlns:a16="http://schemas.microsoft.com/office/drawing/2014/main" id="{4871360D-4272-6A6B-CED4-B8748D2FEB7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3" name="Conector de Seta Reta 1122">
                <a:extLst>
                  <a:ext uri="{FF2B5EF4-FFF2-40B4-BE49-F238E27FC236}">
                    <a16:creationId xmlns:a16="http://schemas.microsoft.com/office/drawing/2014/main" id="{D3694D73-1226-426D-806D-41353F478C8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4" name="Conector de Seta Reta 1123">
                <a:extLst>
                  <a:ext uri="{FF2B5EF4-FFF2-40B4-BE49-F238E27FC236}">
                    <a16:creationId xmlns:a16="http://schemas.microsoft.com/office/drawing/2014/main" id="{4308606A-D3BC-C43A-316C-E8EDAD2FC2D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118" name="Agrupar 1117">
              <a:extLst>
                <a:ext uri="{FF2B5EF4-FFF2-40B4-BE49-F238E27FC236}">
                  <a16:creationId xmlns:a16="http://schemas.microsoft.com/office/drawing/2014/main" id="{5F93C0A1-F909-2BD5-6E4B-F7B520DFE33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9112249" y="3305632"/>
              <a:ext cx="272109" cy="437744"/>
              <a:chOff x="9528048" y="2211205"/>
              <a:chExt cx="272109" cy="852035"/>
            </a:xfrm>
          </p:grpSpPr>
          <p:cxnSp>
            <p:nvCxnSpPr>
              <p:cNvPr id="1119" name="Conector de Seta Reta 1118">
                <a:extLst>
                  <a:ext uri="{FF2B5EF4-FFF2-40B4-BE49-F238E27FC236}">
                    <a16:creationId xmlns:a16="http://schemas.microsoft.com/office/drawing/2014/main" id="{F7B1CD19-D16B-00A3-B039-1F9CE63EA05C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528048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0" name="Conector de Seta Reta 1119">
                <a:extLst>
                  <a:ext uri="{FF2B5EF4-FFF2-40B4-BE49-F238E27FC236}">
                    <a16:creationId xmlns:a16="http://schemas.microsoft.com/office/drawing/2014/main" id="{E2BF1933-772D-8724-E16F-D4C7C19A1DB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662160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21" name="Conector de Seta Reta 1120">
                <a:extLst>
                  <a:ext uri="{FF2B5EF4-FFF2-40B4-BE49-F238E27FC236}">
                    <a16:creationId xmlns:a16="http://schemas.microsoft.com/office/drawing/2014/main" id="{89F5037D-9BF6-9C58-C25A-AB0B06ED6A41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9800157" y="2211205"/>
                <a:ext cx="0" cy="85203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713F66A3-E462-D293-9ADB-A00F03A4CB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2817734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2F64DC99-7D53-1C21-CA44-3321D7C16D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130836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09</a:t>
            </a:r>
          </a:p>
        </p:txBody>
      </p:sp>
      <p:sp>
        <p:nvSpPr>
          <p:cNvPr id="1024" name="Retângulo: Cantos Arredondados 1023">
            <a:extLst>
              <a:ext uri="{FF2B5EF4-FFF2-40B4-BE49-F238E27FC236}">
                <a16:creationId xmlns:a16="http://schemas.microsoft.com/office/drawing/2014/main" id="{87791982-FD7B-A226-4CAF-3B66D755E1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5443937" y="4529164"/>
            <a:ext cx="1770313" cy="9692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1098" name="CaixaDeTexto 1097">
            <a:extLst>
              <a:ext uri="{FF2B5EF4-FFF2-40B4-BE49-F238E27FC236}">
                <a16:creationId xmlns:a16="http://schemas.microsoft.com/office/drawing/2014/main" id="{3BAD272E-0EA0-4CA4-3DAD-C2A6BC01688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65986" y="3009672"/>
            <a:ext cx="932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Endereços</a:t>
            </a:r>
          </a:p>
        </p:txBody>
      </p:sp>
      <p:sp>
        <p:nvSpPr>
          <p:cNvPr id="1099" name="CaixaDeTexto 1098">
            <a:extLst>
              <a:ext uri="{FF2B5EF4-FFF2-40B4-BE49-F238E27FC236}">
                <a16:creationId xmlns:a16="http://schemas.microsoft.com/office/drawing/2014/main" id="{9F958682-E7C8-6463-24A1-2A45AD00263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972769" y="2501722"/>
            <a:ext cx="932857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Barramento de Dados</a:t>
            </a:r>
          </a:p>
        </p:txBody>
      </p:sp>
      <p:sp>
        <p:nvSpPr>
          <p:cNvPr id="1076" name="Retângulo 1075">
            <a:extLst>
              <a:ext uri="{FF2B5EF4-FFF2-40B4-BE49-F238E27FC236}">
                <a16:creationId xmlns:a16="http://schemas.microsoft.com/office/drawing/2014/main" id="{006D48FB-505A-5CFE-884C-B64466FF41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285404" y="5064794"/>
            <a:ext cx="109759" cy="869316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9" name="Retângulo 1078">
            <a:extLst>
              <a:ext uri="{FF2B5EF4-FFF2-40B4-BE49-F238E27FC236}">
                <a16:creationId xmlns:a16="http://schemas.microsoft.com/office/drawing/2014/main" id="{53F6584E-FC22-BF51-878D-06A11174C2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97627" y="5154766"/>
            <a:ext cx="88183" cy="111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1" name="Retângulo: Cantos Arredondados 1030">
            <a:extLst>
              <a:ext uri="{FF2B5EF4-FFF2-40B4-BE49-F238E27FC236}">
                <a16:creationId xmlns:a16="http://schemas.microsoft.com/office/drawing/2014/main" id="{61CE641B-08DC-A460-8C70-968B5EEECE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995499" y="4121590"/>
            <a:ext cx="412743" cy="1074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CI ou Contador de Instruções</a:t>
            </a:r>
          </a:p>
        </p:txBody>
      </p:sp>
      <p:sp>
        <p:nvSpPr>
          <p:cNvPr id="1103" name="CaixaDeTexto 1102">
            <a:extLst>
              <a:ext uri="{FF2B5EF4-FFF2-40B4-BE49-F238E27FC236}">
                <a16:creationId xmlns:a16="http://schemas.microsoft.com/office/drawing/2014/main" id="{079A7357-95AC-0B56-AA6E-64B1773F718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72103" y="968247"/>
            <a:ext cx="550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/>
              <a:t>UNIDADE FUNCIONAL DE PROCESSAMENTO</a:t>
            </a:r>
          </a:p>
        </p:txBody>
      </p:sp>
      <p:sp>
        <p:nvSpPr>
          <p:cNvPr id="1105" name="Retângulo: Cantos Arredondados 1104">
            <a:extLst>
              <a:ext uri="{FF2B5EF4-FFF2-40B4-BE49-F238E27FC236}">
                <a16:creationId xmlns:a16="http://schemas.microsoft.com/office/drawing/2014/main" id="{BD675AE1-A16D-018E-8863-B00DF0588C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73791" y="3694417"/>
            <a:ext cx="383558" cy="148089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Decodificador de Instruções</a:t>
            </a:r>
          </a:p>
        </p:txBody>
      </p:sp>
      <p:sp>
        <p:nvSpPr>
          <p:cNvPr id="1106" name="Retângulo: Cantos Arredondados 1105">
            <a:extLst>
              <a:ext uri="{FF2B5EF4-FFF2-40B4-BE49-F238E27FC236}">
                <a16:creationId xmlns:a16="http://schemas.microsoft.com/office/drawing/2014/main" id="{786FC81A-DA6F-214B-9B15-7B9F13799D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44028" y="4111352"/>
            <a:ext cx="253174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Endereços de Memória</a:t>
            </a:r>
          </a:p>
        </p:txBody>
      </p:sp>
      <p:sp>
        <p:nvSpPr>
          <p:cNvPr id="1107" name="Retângulo: Cantos Arredondados 1106">
            <a:extLst>
              <a:ext uri="{FF2B5EF4-FFF2-40B4-BE49-F238E27FC236}">
                <a16:creationId xmlns:a16="http://schemas.microsoft.com/office/drawing/2014/main" id="{7B8689AF-B5C0-2BD6-B834-88F7259A1F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9956605" y="4378109"/>
            <a:ext cx="228020" cy="27154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t"/>
          <a:lstStyle/>
          <a:p>
            <a:pPr algn="ctr"/>
            <a:r>
              <a:rPr lang="pt-BR" sz="1200" dirty="0"/>
              <a:t>Registrador de Dados de Memória</a:t>
            </a:r>
          </a:p>
        </p:txBody>
      </p:sp>
      <p:sp>
        <p:nvSpPr>
          <p:cNvPr id="1110" name="Retângulo: Cantos Arredondados 1109">
            <a:extLst>
              <a:ext uri="{FF2B5EF4-FFF2-40B4-BE49-F238E27FC236}">
                <a16:creationId xmlns:a16="http://schemas.microsoft.com/office/drawing/2014/main" id="{CD6E809E-F06A-7416-E9B8-40FB0A9699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457378" y="4230834"/>
            <a:ext cx="412744" cy="149955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r>
              <a:rPr lang="pt-BR" sz="1200" dirty="0"/>
              <a:t>Registrador de Instruções</a:t>
            </a:r>
          </a:p>
        </p:txBody>
      </p:sp>
      <p:sp>
        <p:nvSpPr>
          <p:cNvPr id="1111" name="Seta: de Cima para Baixo 1110">
            <a:extLst>
              <a:ext uri="{FF2B5EF4-FFF2-40B4-BE49-F238E27FC236}">
                <a16:creationId xmlns:a16="http://schemas.microsoft.com/office/drawing/2014/main" id="{C2A0B642-A9EF-A336-4FF8-188FA4890D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519781" y="5391587"/>
            <a:ext cx="280363" cy="407018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2" name="CaixaDeTexto 1111">
            <a:extLst>
              <a:ext uri="{FF2B5EF4-FFF2-40B4-BE49-F238E27FC236}">
                <a16:creationId xmlns:a16="http://schemas.microsoft.com/office/drawing/2014/main" id="{F6F1BE75-B033-0D8C-EFDF-479559E5D32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0096728" y="4817467"/>
            <a:ext cx="37433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100" dirty="0"/>
              <a:t>ENTRADA E SAIDA DE DADOS PARA MEMÓRIA PRINCIPAL</a:t>
            </a:r>
          </a:p>
        </p:txBody>
      </p:sp>
      <p:sp>
        <p:nvSpPr>
          <p:cNvPr id="1113" name="CaixaDeTexto 1112">
            <a:extLst>
              <a:ext uri="{FF2B5EF4-FFF2-40B4-BE49-F238E27FC236}">
                <a16:creationId xmlns:a16="http://schemas.microsoft.com/office/drawing/2014/main" id="{B88FF280-4776-C3A0-A403-D5C48B3A70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19686" y="5944702"/>
            <a:ext cx="295963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UNIDADE FUNCIONAL DE CONTROLE</a:t>
            </a:r>
          </a:p>
        </p:txBody>
      </p:sp>
      <p:sp>
        <p:nvSpPr>
          <p:cNvPr id="1114" name="Retângulo: Cantos Arredondados 1113">
            <a:extLst>
              <a:ext uri="{FF2B5EF4-FFF2-40B4-BE49-F238E27FC236}">
                <a16:creationId xmlns:a16="http://schemas.microsoft.com/office/drawing/2014/main" id="{042EF115-FD1C-9943-57F5-D9FBF927D4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36251" y="3772982"/>
            <a:ext cx="2435938" cy="29697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UC  - UNIDADE DE CONTROLE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14D86DF6-9365-3475-015E-A097912EF0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53139" y="2265034"/>
            <a:ext cx="1225297" cy="73639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pt-BR" sz="1100" dirty="0"/>
              <a:t>ACC ou ACUMULADOR</a:t>
            </a:r>
          </a:p>
          <a:p>
            <a:pPr algn="ctr"/>
            <a:endParaRPr lang="pt-BR" sz="200" dirty="0"/>
          </a:p>
          <a:p>
            <a:pPr algn="ctr"/>
            <a:r>
              <a:rPr lang="pt-BR" sz="900" dirty="0"/>
              <a:t>(Registrador de entrada da ULA)</a:t>
            </a:r>
            <a:endParaRPr lang="pt-BR" sz="1100" dirty="0"/>
          </a:p>
        </p:txBody>
      </p:sp>
      <p:cxnSp>
        <p:nvCxnSpPr>
          <p:cNvPr id="1146" name="Conector de Seta Reta 1145">
            <a:extLst>
              <a:ext uri="{FF2B5EF4-FFF2-40B4-BE49-F238E27FC236}">
                <a16:creationId xmlns:a16="http://schemas.microsoft.com/office/drawing/2014/main" id="{62A1A6E3-8E86-9078-7447-0EA44D2B8449}"/>
              </a:ext>
            </a:extLst>
          </p:cNvPr>
          <p:cNvCxnSpPr>
            <a:cxnSpLocks noGrp="1" noRot="1" noMove="1" noResize="1" noEditPoints="1" noAdjustHandles="1" noChangeArrowheads="1" noChangeShapeType="1"/>
            <a:stCxn id="1114" idx="2"/>
            <a:endCxn id="1031" idx="1"/>
          </p:cNvCxnSpPr>
          <p:nvPr/>
        </p:nvCxnSpPr>
        <p:spPr>
          <a:xfrm flipH="1">
            <a:off x="9201871" y="4069955"/>
            <a:ext cx="852349" cy="3823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7" name="Conector de Seta Reta 1146">
            <a:extLst>
              <a:ext uri="{FF2B5EF4-FFF2-40B4-BE49-F238E27FC236}">
                <a16:creationId xmlns:a16="http://schemas.microsoft.com/office/drawing/2014/main" id="{01EFDE29-AEC3-B9DE-6F04-E1A8782AAA8A}"/>
              </a:ext>
            </a:extLst>
          </p:cNvPr>
          <p:cNvCxnSpPr>
            <a:cxnSpLocks noGrp="1" noRot="1" noMove="1" noResize="1" noEditPoints="1" noAdjustHandles="1" noChangeArrowheads="1" noChangeShapeType="1"/>
            <a:stCxn id="1031" idx="3"/>
            <a:endCxn id="1110" idx="2"/>
          </p:cNvCxnSpPr>
          <p:nvPr/>
        </p:nvCxnSpPr>
        <p:spPr>
          <a:xfrm>
            <a:off x="9201871" y="4865012"/>
            <a:ext cx="712104" cy="1155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723E8BEB-25F2-C0EF-0C10-3F93119964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90197" y="232933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46 bytes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C524F09-CDDA-A8ED-234F-9995F50F67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13201" y="2329334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59 bytes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17AAA15-2786-3450-ED9D-BDBF033B59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67835" y="2342014"/>
            <a:ext cx="819285" cy="36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56 bytes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132D84E-0A2C-149F-6FDD-9BC7C5B511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74941" y="5363750"/>
            <a:ext cx="1659607" cy="46269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tx1"/>
                </a:solidFill>
              </a:rPr>
              <a:t>movimente o cursor da tela pra cima a mesma quantidade de 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C5DE46C-44D5-7AE8-E6E7-6F2B7EE297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17355" y="5402909"/>
            <a:ext cx="775933" cy="3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solidFill>
                  <a:schemeClr val="tx1"/>
                </a:solidFill>
              </a:rPr>
              <a:t>60 bytes</a:t>
            </a:r>
          </a:p>
        </p:txBody>
      </p:sp>
    </p:spTree>
    <p:extLst>
      <p:ext uri="{BB962C8B-B14F-4D97-AF65-F5344CB8AC3E}">
        <p14:creationId xmlns:p14="http://schemas.microsoft.com/office/powerpoint/2010/main" val="265442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00162 L -0.11107 0.00023 C -0.11081 -0.0875 -0.11055 -0.175 -0.11029 -0.26274 L -0.34258 -0.26528 C -0.34284 -0.32593 -0.3431 -0.38658 -0.34323 -0.44723 " pathEditMode="relative" ptsTypes="AAAAA">
                                      <p:cBhvr>
                                        <p:cTn id="2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758</TotalTime>
  <Words>3206</Words>
  <Application>Microsoft Office PowerPoint</Application>
  <PresentationFormat>Widescreen</PresentationFormat>
  <Paragraphs>990</Paragraphs>
  <Slides>34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Google Sans</vt:lpstr>
      <vt:lpstr>Palatino Linotype</vt:lpstr>
      <vt:lpstr>Roboto</vt:lpstr>
      <vt:lpstr>Wingdings</vt:lpstr>
      <vt:lpstr>Office Theme</vt:lpstr>
      <vt:lpstr>Fundamentos de Hardware e Software Hardware  Processadores</vt:lpstr>
      <vt:lpstr>Fundamentos de Hardware e Software Hardware - Processadores</vt:lpstr>
      <vt:lpstr>Fundamentos de Hardware e Software Hardware - Processadores</vt:lpstr>
      <vt:lpstr>Fundamentos de Hardware e Software Hardware - Processadores</vt:lpstr>
      <vt:lpstr>Fundamentos de Hardware e Software Hardware - Processadores</vt:lpstr>
      <vt:lpstr>Fundamentos de Hardware e Software Hardware - Núcleo</vt:lpstr>
      <vt:lpstr>Fundamentos de Hardware e Software Núcleo - Registradores</vt:lpstr>
      <vt:lpstr>Fundamentos de Hardware e Software Núcleo – ULA (Unidade Lógica e Aritmética)</vt:lpstr>
      <vt:lpstr>Fundamentos de Hardware e Software Núcleo – UC (Unidade de Controle)</vt:lpstr>
      <vt:lpstr>Fundamentos de Hardware e Software Núcleo – Buscar, Decodificar e Executar</vt:lpstr>
      <vt:lpstr>Fundamentos de Hardware e Software Núcleo – Buscar, Decodificar e Executar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Fundamentos de Hardware e Software Hardware - Processadores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Prentys Assis</dc:creator>
  <cp:lastModifiedBy>Administrador</cp:lastModifiedBy>
  <cp:revision>3</cp:revision>
  <dcterms:created xsi:type="dcterms:W3CDTF">2025-03-09T14:02:06Z</dcterms:created>
  <dcterms:modified xsi:type="dcterms:W3CDTF">2025-03-24T22:26:43Z</dcterms:modified>
</cp:coreProperties>
</file>