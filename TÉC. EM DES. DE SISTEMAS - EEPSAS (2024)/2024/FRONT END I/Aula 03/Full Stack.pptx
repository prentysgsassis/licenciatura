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84" r:id="rId1"/>
  </p:sldMasterIdLst>
  <p:notesMasterIdLst>
    <p:notesMasterId r:id="rId12"/>
  </p:notesMasterIdLst>
  <p:sldIdLst>
    <p:sldId id="256" r:id="rId2"/>
    <p:sldId id="264" r:id="rId3"/>
    <p:sldId id="267" r:id="rId4"/>
    <p:sldId id="268" r:id="rId5"/>
    <p:sldId id="269" r:id="rId6"/>
    <p:sldId id="260" r:id="rId7"/>
    <p:sldId id="271" r:id="rId8"/>
    <p:sldId id="270" r:id="rId9"/>
    <p:sldId id="272" r:id="rId10"/>
    <p:sldId id="261" r:id="rId11"/>
  </p:sldIdLst>
  <p:sldSz cx="18288000" cy="10287000"/>
  <p:notesSz cx="6858000" cy="9144000"/>
  <p:embeddedFontLst>
    <p:embeddedFont>
      <p:font typeface="Agrandir Bold" panose="020B0604020202020204" charset="0"/>
      <p:regular r:id="rId13"/>
    </p:embeddedFont>
    <p:embeddedFont>
      <p:font typeface="Space Mono" panose="020B0604020202020204" charset="0"/>
      <p:regular r:id="rId14"/>
    </p:embeddedFont>
    <p:embeddedFont>
      <p:font typeface="Tw Cen MT" panose="020B0602020104020603" pitchFamily="34" charset="0"/>
      <p:regular r:id="rId15"/>
      <p:bold r:id="rId16"/>
      <p:italic r:id="rId17"/>
      <p:boldItalic r:id="rId1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0466EFC-C897-4683-A3B6-7F78C0844F49}" v="735" dt="2024-09-02T01:50:56.0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0" d="100"/>
          <a:sy n="70" d="100"/>
        </p:scale>
        <p:origin x="77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entys Assis" userId="9e9e1f5991e00f07" providerId="LiveId" clId="{20466EFC-C897-4683-A3B6-7F78C0844F49}"/>
    <pc:docChg chg="undo redo custSel addSld delSld modSld sldOrd">
      <pc:chgData name="Prentys Assis" userId="9e9e1f5991e00f07" providerId="LiveId" clId="{20466EFC-C897-4683-A3B6-7F78C0844F49}" dt="2024-09-02T01:51:59.594" v="1694" actId="47"/>
      <pc:docMkLst>
        <pc:docMk/>
      </pc:docMkLst>
      <pc:sldChg chg="del">
        <pc:chgData name="Prentys Assis" userId="9e9e1f5991e00f07" providerId="LiveId" clId="{20466EFC-C897-4683-A3B6-7F78C0844F49}" dt="2024-09-01T21:35:39.526" v="13" actId="47"/>
        <pc:sldMkLst>
          <pc:docMk/>
          <pc:sldMk cId="0" sldId="258"/>
        </pc:sldMkLst>
      </pc:sldChg>
      <pc:sldChg chg="addSp delSp modSp mod modTransition addAnim delAnim modAnim">
        <pc:chgData name="Prentys Assis" userId="9e9e1f5991e00f07" providerId="LiveId" clId="{20466EFC-C897-4683-A3B6-7F78C0844F49}" dt="2024-09-01T22:10:53.650" v="799"/>
        <pc:sldMkLst>
          <pc:docMk/>
          <pc:sldMk cId="0" sldId="260"/>
        </pc:sldMkLst>
        <pc:spChg chg="del">
          <ac:chgData name="Prentys Assis" userId="9e9e1f5991e00f07" providerId="LiveId" clId="{20466EFC-C897-4683-A3B6-7F78C0844F49}" dt="2024-09-01T21:38:09.826" v="14" actId="478"/>
          <ac:spMkLst>
            <pc:docMk/>
            <pc:sldMk cId="0" sldId="260"/>
            <ac:spMk id="4" creationId="{00000000-0000-0000-0000-000000000000}"/>
          </ac:spMkLst>
        </pc:spChg>
        <pc:spChg chg="del">
          <ac:chgData name="Prentys Assis" userId="9e9e1f5991e00f07" providerId="LiveId" clId="{20466EFC-C897-4683-A3B6-7F78C0844F49}" dt="2024-09-01T21:38:09.826" v="14" actId="478"/>
          <ac:spMkLst>
            <pc:docMk/>
            <pc:sldMk cId="0" sldId="260"/>
            <ac:spMk id="5" creationId="{00000000-0000-0000-0000-000000000000}"/>
          </ac:spMkLst>
        </pc:spChg>
        <pc:spChg chg="del">
          <ac:chgData name="Prentys Assis" userId="9e9e1f5991e00f07" providerId="LiveId" clId="{20466EFC-C897-4683-A3B6-7F78C0844F49}" dt="2024-09-01T21:38:09.826" v="14" actId="478"/>
          <ac:spMkLst>
            <pc:docMk/>
            <pc:sldMk cId="0" sldId="260"/>
            <ac:spMk id="12" creationId="{00000000-0000-0000-0000-000000000000}"/>
          </ac:spMkLst>
        </pc:spChg>
        <pc:spChg chg="del">
          <ac:chgData name="Prentys Assis" userId="9e9e1f5991e00f07" providerId="LiveId" clId="{20466EFC-C897-4683-A3B6-7F78C0844F49}" dt="2024-09-01T21:38:09.826" v="14" actId="478"/>
          <ac:spMkLst>
            <pc:docMk/>
            <pc:sldMk cId="0" sldId="260"/>
            <ac:spMk id="13" creationId="{00000000-0000-0000-0000-000000000000}"/>
          </ac:spMkLst>
        </pc:spChg>
        <pc:spChg chg="mod">
          <ac:chgData name="Prentys Assis" userId="9e9e1f5991e00f07" providerId="LiveId" clId="{20466EFC-C897-4683-A3B6-7F78C0844F49}" dt="2024-09-01T21:53:18.077" v="130" actId="1076"/>
          <ac:spMkLst>
            <pc:docMk/>
            <pc:sldMk cId="0" sldId="260"/>
            <ac:spMk id="22" creationId="{AE29A33A-0768-54F0-CE1A-14A433C25085}"/>
          </ac:spMkLst>
        </pc:spChg>
        <pc:spChg chg="mod">
          <ac:chgData name="Prentys Assis" userId="9e9e1f5991e00f07" providerId="LiveId" clId="{20466EFC-C897-4683-A3B6-7F78C0844F49}" dt="2024-09-01T21:53:18.077" v="130" actId="1076"/>
          <ac:spMkLst>
            <pc:docMk/>
            <pc:sldMk cId="0" sldId="260"/>
            <ac:spMk id="24" creationId="{8E090068-4761-7597-C12B-5B368CD0F70F}"/>
          </ac:spMkLst>
        </pc:spChg>
        <pc:spChg chg="mod">
          <ac:chgData name="Prentys Assis" userId="9e9e1f5991e00f07" providerId="LiveId" clId="{20466EFC-C897-4683-A3B6-7F78C0844F49}" dt="2024-09-01T21:53:18.077" v="130" actId="1076"/>
          <ac:spMkLst>
            <pc:docMk/>
            <pc:sldMk cId="0" sldId="260"/>
            <ac:spMk id="26" creationId="{9A889F3D-09B8-7414-2D7A-72C4FF624788}"/>
          </ac:spMkLst>
        </pc:spChg>
        <pc:spChg chg="add mod">
          <ac:chgData name="Prentys Assis" userId="9e9e1f5991e00f07" providerId="LiveId" clId="{20466EFC-C897-4683-A3B6-7F78C0844F49}" dt="2024-09-01T21:53:18.077" v="130" actId="1076"/>
          <ac:spMkLst>
            <pc:docMk/>
            <pc:sldMk cId="0" sldId="260"/>
            <ac:spMk id="27" creationId="{0989187B-B0D7-07E5-82A1-8FCAD4556838}"/>
          </ac:spMkLst>
        </pc:spChg>
        <pc:spChg chg="mod">
          <ac:chgData name="Prentys Assis" userId="9e9e1f5991e00f07" providerId="LiveId" clId="{20466EFC-C897-4683-A3B6-7F78C0844F49}" dt="2024-09-01T21:53:49.912" v="158" actId="113"/>
          <ac:spMkLst>
            <pc:docMk/>
            <pc:sldMk cId="0" sldId="260"/>
            <ac:spMk id="29" creationId="{002C8AD6-3F9E-C873-A9E1-742B82C12EE4}"/>
          </ac:spMkLst>
        </pc:spChg>
        <pc:spChg chg="mod">
          <ac:chgData name="Prentys Assis" userId="9e9e1f5991e00f07" providerId="LiveId" clId="{20466EFC-C897-4683-A3B6-7F78C0844F49}" dt="2024-09-01T21:52:56.923" v="124" actId="403"/>
          <ac:spMkLst>
            <pc:docMk/>
            <pc:sldMk cId="0" sldId="260"/>
            <ac:spMk id="30" creationId="{82F7CEB0-C828-02DC-F140-103B6609E130}"/>
          </ac:spMkLst>
        </pc:spChg>
        <pc:spChg chg="add mod">
          <ac:chgData name="Prentys Assis" userId="9e9e1f5991e00f07" providerId="LiveId" clId="{20466EFC-C897-4683-A3B6-7F78C0844F49}" dt="2024-09-01T21:55:01.615" v="185" actId="1076"/>
          <ac:spMkLst>
            <pc:docMk/>
            <pc:sldMk cId="0" sldId="260"/>
            <ac:spMk id="31" creationId="{19222CD3-3F7A-1A1C-9A5F-4F2D7E38B72C}"/>
          </ac:spMkLst>
        </pc:spChg>
        <pc:spChg chg="add del mod">
          <ac:chgData name="Prentys Assis" userId="9e9e1f5991e00f07" providerId="LiveId" clId="{20466EFC-C897-4683-A3B6-7F78C0844F49}" dt="2024-09-01T22:03:23.768" v="338" actId="164"/>
          <ac:spMkLst>
            <pc:docMk/>
            <pc:sldMk cId="0" sldId="260"/>
            <ac:spMk id="32" creationId="{24071194-F1E7-640C-2F92-460EAD2CA72A}"/>
          </ac:spMkLst>
        </pc:spChg>
        <pc:spChg chg="mod">
          <ac:chgData name="Prentys Assis" userId="9e9e1f5991e00f07" providerId="LiveId" clId="{20466EFC-C897-4683-A3B6-7F78C0844F49}" dt="2024-09-01T21:58:38.102" v="189"/>
          <ac:spMkLst>
            <pc:docMk/>
            <pc:sldMk cId="0" sldId="260"/>
            <ac:spMk id="34" creationId="{43F6B84A-7BE0-B33F-C468-610ACD585ECA}"/>
          </ac:spMkLst>
        </pc:spChg>
        <pc:spChg chg="mod">
          <ac:chgData name="Prentys Assis" userId="9e9e1f5991e00f07" providerId="LiveId" clId="{20466EFC-C897-4683-A3B6-7F78C0844F49}" dt="2024-09-01T21:58:38.102" v="189"/>
          <ac:spMkLst>
            <pc:docMk/>
            <pc:sldMk cId="0" sldId="260"/>
            <ac:spMk id="35" creationId="{18D54C28-D7D2-54CD-7123-FD3123DFD797}"/>
          </ac:spMkLst>
        </pc:spChg>
        <pc:spChg chg="add del mod">
          <ac:chgData name="Prentys Assis" userId="9e9e1f5991e00f07" providerId="LiveId" clId="{20466EFC-C897-4683-A3B6-7F78C0844F49}" dt="2024-09-01T22:00:43.595" v="253" actId="14100"/>
          <ac:spMkLst>
            <pc:docMk/>
            <pc:sldMk cId="0" sldId="260"/>
            <ac:spMk id="36" creationId="{41787D1A-13B2-B648-E2FA-50C9ED2FBE4D}"/>
          </ac:spMkLst>
        </pc:spChg>
        <pc:spChg chg="add mod">
          <ac:chgData name="Prentys Assis" userId="9e9e1f5991e00f07" providerId="LiveId" clId="{20466EFC-C897-4683-A3B6-7F78C0844F49}" dt="2024-09-01T22:01:22.595" v="322" actId="1076"/>
          <ac:spMkLst>
            <pc:docMk/>
            <pc:sldMk cId="0" sldId="260"/>
            <ac:spMk id="37" creationId="{E7C3D2FD-1199-AF5A-AA64-15DA405C6D5D}"/>
          </ac:spMkLst>
        </pc:spChg>
        <pc:spChg chg="add mod">
          <ac:chgData name="Prentys Assis" userId="9e9e1f5991e00f07" providerId="LiveId" clId="{20466EFC-C897-4683-A3B6-7F78C0844F49}" dt="2024-09-01T22:01:33.836" v="324" actId="1076"/>
          <ac:spMkLst>
            <pc:docMk/>
            <pc:sldMk cId="0" sldId="260"/>
            <ac:spMk id="38" creationId="{573B874C-B972-D3A6-67D2-F4455914EFBE}"/>
          </ac:spMkLst>
        </pc:spChg>
        <pc:spChg chg="add del mod">
          <ac:chgData name="Prentys Assis" userId="9e9e1f5991e00f07" providerId="LiveId" clId="{20466EFC-C897-4683-A3B6-7F78C0844F49}" dt="2024-09-01T22:01:52.691" v="327" actId="478"/>
          <ac:spMkLst>
            <pc:docMk/>
            <pc:sldMk cId="0" sldId="260"/>
            <ac:spMk id="39" creationId="{57A98337-F9D4-4C21-FC01-2175422E30B9}"/>
          </ac:spMkLst>
        </pc:spChg>
        <pc:spChg chg="mod">
          <ac:chgData name="Prentys Assis" userId="9e9e1f5991e00f07" providerId="LiveId" clId="{20466EFC-C897-4683-A3B6-7F78C0844F49}" dt="2024-09-01T22:01:49.519" v="325"/>
          <ac:spMkLst>
            <pc:docMk/>
            <pc:sldMk cId="0" sldId="260"/>
            <ac:spMk id="41" creationId="{55B72979-C268-9E03-23BC-95E89C84E3FB}"/>
          </ac:spMkLst>
        </pc:spChg>
        <pc:spChg chg="mod">
          <ac:chgData name="Prentys Assis" userId="9e9e1f5991e00f07" providerId="LiveId" clId="{20466EFC-C897-4683-A3B6-7F78C0844F49}" dt="2024-09-01T22:01:49.519" v="325"/>
          <ac:spMkLst>
            <pc:docMk/>
            <pc:sldMk cId="0" sldId="260"/>
            <ac:spMk id="42" creationId="{DABCF45B-BAE1-0EE9-6A02-B9185F05958F}"/>
          </ac:spMkLst>
        </pc:spChg>
        <pc:spChg chg="add del mod">
          <ac:chgData name="Prentys Assis" userId="9e9e1f5991e00f07" providerId="LiveId" clId="{20466EFC-C897-4683-A3B6-7F78C0844F49}" dt="2024-09-01T22:01:52.691" v="327" actId="478"/>
          <ac:spMkLst>
            <pc:docMk/>
            <pc:sldMk cId="0" sldId="260"/>
            <ac:spMk id="43" creationId="{BEDAE894-1BF9-C1B7-463D-068512EBA637}"/>
          </ac:spMkLst>
        </pc:spChg>
        <pc:spChg chg="add del mod">
          <ac:chgData name="Prentys Assis" userId="9e9e1f5991e00f07" providerId="LiveId" clId="{20466EFC-C897-4683-A3B6-7F78C0844F49}" dt="2024-09-01T22:01:52.691" v="327" actId="478"/>
          <ac:spMkLst>
            <pc:docMk/>
            <pc:sldMk cId="0" sldId="260"/>
            <ac:spMk id="44" creationId="{5D04A90D-B6E0-1937-026F-91CFD91E2752}"/>
          </ac:spMkLst>
        </pc:spChg>
        <pc:spChg chg="add del mod">
          <ac:chgData name="Prentys Assis" userId="9e9e1f5991e00f07" providerId="LiveId" clId="{20466EFC-C897-4683-A3B6-7F78C0844F49}" dt="2024-09-01T22:01:52.691" v="327" actId="478"/>
          <ac:spMkLst>
            <pc:docMk/>
            <pc:sldMk cId="0" sldId="260"/>
            <ac:spMk id="45" creationId="{FE08D653-6AAD-C616-8146-96171CAD0735}"/>
          </ac:spMkLst>
        </pc:spChg>
        <pc:spChg chg="add mod">
          <ac:chgData name="Prentys Assis" userId="9e9e1f5991e00f07" providerId="LiveId" clId="{20466EFC-C897-4683-A3B6-7F78C0844F49}" dt="2024-09-01T22:05:25.833" v="514" actId="123"/>
          <ac:spMkLst>
            <pc:docMk/>
            <pc:sldMk cId="0" sldId="260"/>
            <ac:spMk id="47" creationId="{A7BC0FBF-199F-D227-843B-937C6536A7AA}"/>
          </ac:spMkLst>
        </pc:spChg>
        <pc:spChg chg="mod">
          <ac:chgData name="Prentys Assis" userId="9e9e1f5991e00f07" providerId="LiveId" clId="{20466EFC-C897-4683-A3B6-7F78C0844F49}" dt="2024-09-01T22:06:05.361" v="515"/>
          <ac:spMkLst>
            <pc:docMk/>
            <pc:sldMk cId="0" sldId="260"/>
            <ac:spMk id="49" creationId="{D013EF04-11B8-650E-49E3-51B26EC22884}"/>
          </ac:spMkLst>
        </pc:spChg>
        <pc:spChg chg="mod">
          <ac:chgData name="Prentys Assis" userId="9e9e1f5991e00f07" providerId="LiveId" clId="{20466EFC-C897-4683-A3B6-7F78C0844F49}" dt="2024-09-01T22:06:05.361" v="515"/>
          <ac:spMkLst>
            <pc:docMk/>
            <pc:sldMk cId="0" sldId="260"/>
            <ac:spMk id="51" creationId="{8DB39116-9151-C787-2FF4-95C3F035049F}"/>
          </ac:spMkLst>
        </pc:spChg>
        <pc:spChg chg="mod">
          <ac:chgData name="Prentys Assis" userId="9e9e1f5991e00f07" providerId="LiveId" clId="{20466EFC-C897-4683-A3B6-7F78C0844F49}" dt="2024-09-01T22:06:05.361" v="515"/>
          <ac:spMkLst>
            <pc:docMk/>
            <pc:sldMk cId="0" sldId="260"/>
            <ac:spMk id="52" creationId="{442C1A7A-6532-9E1F-3A5B-87FF1DCF0898}"/>
          </ac:spMkLst>
        </pc:spChg>
        <pc:spChg chg="mod">
          <ac:chgData name="Prentys Assis" userId="9e9e1f5991e00f07" providerId="LiveId" clId="{20466EFC-C897-4683-A3B6-7F78C0844F49}" dt="2024-09-01T22:06:12.960" v="519"/>
          <ac:spMkLst>
            <pc:docMk/>
            <pc:sldMk cId="0" sldId="260"/>
            <ac:spMk id="54" creationId="{A8210C24-2B08-1284-4B5C-0D0C7D97FAA4}"/>
          </ac:spMkLst>
        </pc:spChg>
        <pc:spChg chg="mod">
          <ac:chgData name="Prentys Assis" userId="9e9e1f5991e00f07" providerId="LiveId" clId="{20466EFC-C897-4683-A3B6-7F78C0844F49}" dt="2024-09-01T22:06:12.960" v="519"/>
          <ac:spMkLst>
            <pc:docMk/>
            <pc:sldMk cId="0" sldId="260"/>
            <ac:spMk id="56" creationId="{A3574E72-62C2-AE64-B957-DA202C7DA82B}"/>
          </ac:spMkLst>
        </pc:spChg>
        <pc:spChg chg="mod">
          <ac:chgData name="Prentys Assis" userId="9e9e1f5991e00f07" providerId="LiveId" clId="{20466EFC-C897-4683-A3B6-7F78C0844F49}" dt="2024-09-01T22:06:12.960" v="519"/>
          <ac:spMkLst>
            <pc:docMk/>
            <pc:sldMk cId="0" sldId="260"/>
            <ac:spMk id="57" creationId="{90F82DA9-2C01-529F-191B-31AD424B04A6}"/>
          </ac:spMkLst>
        </pc:spChg>
        <pc:spChg chg="add mod">
          <ac:chgData name="Prentys Assis" userId="9e9e1f5991e00f07" providerId="LiveId" clId="{20466EFC-C897-4683-A3B6-7F78C0844F49}" dt="2024-09-01T22:08:13.755" v="617" actId="6549"/>
          <ac:spMkLst>
            <pc:docMk/>
            <pc:sldMk cId="0" sldId="260"/>
            <ac:spMk id="58" creationId="{51105CE2-FCD7-E8E4-AA9C-80ED1C77EB23}"/>
          </ac:spMkLst>
        </pc:spChg>
        <pc:spChg chg="add mod">
          <ac:chgData name="Prentys Assis" userId="9e9e1f5991e00f07" providerId="LiveId" clId="{20466EFC-C897-4683-A3B6-7F78C0844F49}" dt="2024-09-01T22:06:59.652" v="565" actId="20577"/>
          <ac:spMkLst>
            <pc:docMk/>
            <pc:sldMk cId="0" sldId="260"/>
            <ac:spMk id="59" creationId="{BF5056E9-040A-ECDF-D120-8B8DEF3E084F}"/>
          </ac:spMkLst>
        </pc:spChg>
        <pc:spChg chg="add mod">
          <ac:chgData name="Prentys Assis" userId="9e9e1f5991e00f07" providerId="LiveId" clId="{20466EFC-C897-4683-A3B6-7F78C0844F49}" dt="2024-09-01T22:06:17.106" v="520" actId="1076"/>
          <ac:spMkLst>
            <pc:docMk/>
            <pc:sldMk cId="0" sldId="260"/>
            <ac:spMk id="60" creationId="{1230095B-5DE2-BFB7-BE90-CBFB944CE1AA}"/>
          </ac:spMkLst>
        </pc:spChg>
        <pc:spChg chg="add mod">
          <ac:chgData name="Prentys Assis" userId="9e9e1f5991e00f07" providerId="LiveId" clId="{20466EFC-C897-4683-A3B6-7F78C0844F49}" dt="2024-09-01T22:10:24.441" v="798" actId="20577"/>
          <ac:spMkLst>
            <pc:docMk/>
            <pc:sldMk cId="0" sldId="260"/>
            <ac:spMk id="61" creationId="{E7D49C93-52C6-FAED-2045-FDD2AC5E1EFF}"/>
          </ac:spMkLst>
        </pc:spChg>
        <pc:grpChg chg="add del mod">
          <ac:chgData name="Prentys Assis" userId="9e9e1f5991e00f07" providerId="LiveId" clId="{20466EFC-C897-4683-A3B6-7F78C0844F49}" dt="2024-09-01T21:38:29.600" v="18" actId="165"/>
          <ac:grpSpMkLst>
            <pc:docMk/>
            <pc:sldMk cId="0" sldId="260"/>
            <ac:grpSpMk id="2" creationId="{1C6795CA-1B8C-36BC-9B41-756956120DD4}"/>
          </ac:grpSpMkLst>
        </pc:grpChg>
        <pc:grpChg chg="mod topLvl">
          <ac:chgData name="Prentys Assis" userId="9e9e1f5991e00f07" providerId="LiveId" clId="{20466EFC-C897-4683-A3B6-7F78C0844F49}" dt="2024-09-01T21:53:18.077" v="130" actId="1076"/>
          <ac:grpSpMkLst>
            <pc:docMk/>
            <pc:sldMk cId="0" sldId="260"/>
            <ac:grpSpMk id="3" creationId="{0F77776E-B0A9-A5C7-FD65-42653E2360E8}"/>
          </ac:grpSpMkLst>
        </pc:grpChg>
        <pc:grpChg chg="del">
          <ac:chgData name="Prentys Assis" userId="9e9e1f5991e00f07" providerId="LiveId" clId="{20466EFC-C897-4683-A3B6-7F78C0844F49}" dt="2024-09-01T21:38:09.826" v="14" actId="478"/>
          <ac:grpSpMkLst>
            <pc:docMk/>
            <pc:sldMk cId="0" sldId="260"/>
            <ac:grpSpMk id="6" creationId="{00000000-0000-0000-0000-000000000000}"/>
          </ac:grpSpMkLst>
        </pc:grpChg>
        <pc:grpChg chg="del">
          <ac:chgData name="Prentys Assis" userId="9e9e1f5991e00f07" providerId="LiveId" clId="{20466EFC-C897-4683-A3B6-7F78C0844F49}" dt="2024-09-01T21:38:09.826" v="14" actId="478"/>
          <ac:grpSpMkLst>
            <pc:docMk/>
            <pc:sldMk cId="0" sldId="260"/>
            <ac:grpSpMk id="9" creationId="{00000000-0000-0000-0000-000000000000}"/>
          </ac:grpSpMkLst>
        </pc:grpChg>
        <pc:grpChg chg="del">
          <ac:chgData name="Prentys Assis" userId="9e9e1f5991e00f07" providerId="LiveId" clId="{20466EFC-C897-4683-A3B6-7F78C0844F49}" dt="2024-09-01T21:38:09.826" v="14" actId="478"/>
          <ac:grpSpMkLst>
            <pc:docMk/>
            <pc:sldMk cId="0" sldId="260"/>
            <ac:grpSpMk id="14" creationId="{00000000-0000-0000-0000-000000000000}"/>
          </ac:grpSpMkLst>
        </pc:grpChg>
        <pc:grpChg chg="mod topLvl">
          <ac:chgData name="Prentys Assis" userId="9e9e1f5991e00f07" providerId="LiveId" clId="{20466EFC-C897-4683-A3B6-7F78C0844F49}" dt="2024-09-01T21:53:18.077" v="130" actId="1076"/>
          <ac:grpSpMkLst>
            <pc:docMk/>
            <pc:sldMk cId="0" sldId="260"/>
            <ac:grpSpMk id="19" creationId="{A85E5DF2-058A-B121-CF84-4B8E939AA0EB}"/>
          </ac:grpSpMkLst>
        </pc:grpChg>
        <pc:grpChg chg="mod topLvl">
          <ac:chgData name="Prentys Assis" userId="9e9e1f5991e00f07" providerId="LiveId" clId="{20466EFC-C897-4683-A3B6-7F78C0844F49}" dt="2024-09-01T21:53:18.077" v="130" actId="1076"/>
          <ac:grpSpMkLst>
            <pc:docMk/>
            <pc:sldMk cId="0" sldId="260"/>
            <ac:grpSpMk id="20" creationId="{5442F6A7-166A-1113-1A4D-3A0E291324E6}"/>
          </ac:grpSpMkLst>
        </pc:grpChg>
        <pc:grpChg chg="add mod">
          <ac:chgData name="Prentys Assis" userId="9e9e1f5991e00f07" providerId="LiveId" clId="{20466EFC-C897-4683-A3B6-7F78C0844F49}" dt="2024-09-01T21:53:22.269" v="131" actId="1076"/>
          <ac:grpSpMkLst>
            <pc:docMk/>
            <pc:sldMk cId="0" sldId="260"/>
            <ac:grpSpMk id="28" creationId="{CCD3CD1D-E0FC-F9A4-4F8F-09167AE22599}"/>
          </ac:grpSpMkLst>
        </pc:grpChg>
        <pc:grpChg chg="add del mod">
          <ac:chgData name="Prentys Assis" userId="9e9e1f5991e00f07" providerId="LiveId" clId="{20466EFC-C897-4683-A3B6-7F78C0844F49}" dt="2024-09-01T22:03:23.768" v="338" actId="164"/>
          <ac:grpSpMkLst>
            <pc:docMk/>
            <pc:sldMk cId="0" sldId="260"/>
            <ac:grpSpMk id="33" creationId="{944F978C-D10C-1505-8A1E-44DD5385ACAB}"/>
          </ac:grpSpMkLst>
        </pc:grpChg>
        <pc:grpChg chg="add del mod">
          <ac:chgData name="Prentys Assis" userId="9e9e1f5991e00f07" providerId="LiveId" clId="{20466EFC-C897-4683-A3B6-7F78C0844F49}" dt="2024-09-01T22:01:52.691" v="327" actId="478"/>
          <ac:grpSpMkLst>
            <pc:docMk/>
            <pc:sldMk cId="0" sldId="260"/>
            <ac:grpSpMk id="40" creationId="{68831FF2-741C-B1F2-5D9B-1D62FAFD765D}"/>
          </ac:grpSpMkLst>
        </pc:grpChg>
        <pc:grpChg chg="add del mod">
          <ac:chgData name="Prentys Assis" userId="9e9e1f5991e00f07" providerId="LiveId" clId="{20466EFC-C897-4683-A3B6-7F78C0844F49}" dt="2024-09-01T22:06:07.638" v="518" actId="21"/>
          <ac:grpSpMkLst>
            <pc:docMk/>
            <pc:sldMk cId="0" sldId="260"/>
            <ac:grpSpMk id="46" creationId="{93040651-E892-BCCF-1392-30FB60916F17}"/>
          </ac:grpSpMkLst>
        </pc:grpChg>
        <pc:grpChg chg="add mod">
          <ac:chgData name="Prentys Assis" userId="9e9e1f5991e00f07" providerId="LiveId" clId="{20466EFC-C897-4683-A3B6-7F78C0844F49}" dt="2024-09-01T22:06:05.361" v="515"/>
          <ac:grpSpMkLst>
            <pc:docMk/>
            <pc:sldMk cId="0" sldId="260"/>
            <ac:grpSpMk id="48" creationId="{68417387-FBC0-3AEE-DBF8-617948615BA9}"/>
          </ac:grpSpMkLst>
        </pc:grpChg>
        <pc:grpChg chg="mod">
          <ac:chgData name="Prentys Assis" userId="9e9e1f5991e00f07" providerId="LiveId" clId="{20466EFC-C897-4683-A3B6-7F78C0844F49}" dt="2024-09-01T22:06:05.361" v="515"/>
          <ac:grpSpMkLst>
            <pc:docMk/>
            <pc:sldMk cId="0" sldId="260"/>
            <ac:grpSpMk id="50" creationId="{11DFF21C-23C0-B707-CE37-B5EDE0D4BF2F}"/>
          </ac:grpSpMkLst>
        </pc:grpChg>
        <pc:grpChg chg="add mod">
          <ac:chgData name="Prentys Assis" userId="9e9e1f5991e00f07" providerId="LiveId" clId="{20466EFC-C897-4683-A3B6-7F78C0844F49}" dt="2024-09-01T22:06:17.106" v="520" actId="1076"/>
          <ac:grpSpMkLst>
            <pc:docMk/>
            <pc:sldMk cId="0" sldId="260"/>
            <ac:grpSpMk id="53" creationId="{F3894C12-17C5-0FC3-31E7-E170B073B1BC}"/>
          </ac:grpSpMkLst>
        </pc:grpChg>
        <pc:grpChg chg="mod">
          <ac:chgData name="Prentys Assis" userId="9e9e1f5991e00f07" providerId="LiveId" clId="{20466EFC-C897-4683-A3B6-7F78C0844F49}" dt="2024-09-01T22:06:12.960" v="519"/>
          <ac:grpSpMkLst>
            <pc:docMk/>
            <pc:sldMk cId="0" sldId="260"/>
            <ac:grpSpMk id="55" creationId="{0650B48C-E2C2-58E6-3E65-4B697D216FA1}"/>
          </ac:grpSpMkLst>
        </pc:grpChg>
        <pc:picChg chg="mod">
          <ac:chgData name="Prentys Assis" userId="9e9e1f5991e00f07" providerId="LiveId" clId="{20466EFC-C897-4683-A3B6-7F78C0844F49}" dt="2024-09-01T21:53:18.077" v="130" actId="1076"/>
          <ac:picMkLst>
            <pc:docMk/>
            <pc:sldMk cId="0" sldId="260"/>
            <ac:picMk id="21" creationId="{C4C69CEF-9093-F29E-F79D-B3BE16A39880}"/>
          </ac:picMkLst>
        </pc:picChg>
        <pc:picChg chg="mod">
          <ac:chgData name="Prentys Assis" userId="9e9e1f5991e00f07" providerId="LiveId" clId="{20466EFC-C897-4683-A3B6-7F78C0844F49}" dt="2024-09-01T21:53:18.077" v="130" actId="1076"/>
          <ac:picMkLst>
            <pc:docMk/>
            <pc:sldMk cId="0" sldId="260"/>
            <ac:picMk id="23" creationId="{44A06A8F-6D8E-F5FD-E39E-915C5BD5E1FE}"/>
          </ac:picMkLst>
        </pc:picChg>
        <pc:picChg chg="mod">
          <ac:chgData name="Prentys Assis" userId="9e9e1f5991e00f07" providerId="LiveId" clId="{20466EFC-C897-4683-A3B6-7F78C0844F49}" dt="2024-09-01T21:53:18.077" v="130" actId="1076"/>
          <ac:picMkLst>
            <pc:docMk/>
            <pc:sldMk cId="0" sldId="260"/>
            <ac:picMk id="25" creationId="{4D4A73B9-42C8-638C-350A-6F06E9B657C5}"/>
          </ac:picMkLst>
        </pc:picChg>
      </pc:sldChg>
      <pc:sldChg chg="addSp delSp modSp mod">
        <pc:chgData name="Prentys Assis" userId="9e9e1f5991e00f07" providerId="LiveId" clId="{20466EFC-C897-4683-A3B6-7F78C0844F49}" dt="2024-09-02T01:51:31.207" v="1693" actId="6549"/>
        <pc:sldMkLst>
          <pc:docMk/>
          <pc:sldMk cId="0" sldId="261"/>
        </pc:sldMkLst>
        <pc:spChg chg="add del mod">
          <ac:chgData name="Prentys Assis" userId="9e9e1f5991e00f07" providerId="LiveId" clId="{20466EFC-C897-4683-A3B6-7F78C0844F49}" dt="2024-09-01T22:33:16.595" v="801" actId="478"/>
          <ac:spMkLst>
            <pc:docMk/>
            <pc:sldMk cId="0" sldId="261"/>
            <ac:spMk id="2" creationId="{A09B4BF4-6868-FACE-F4D3-DA7A72089C10}"/>
          </ac:spMkLst>
        </pc:spChg>
        <pc:spChg chg="add mod">
          <ac:chgData name="Prentys Assis" userId="9e9e1f5991e00f07" providerId="LiveId" clId="{20466EFC-C897-4683-A3B6-7F78C0844F49}" dt="2024-09-02T01:51:31.207" v="1693" actId="6549"/>
          <ac:spMkLst>
            <pc:docMk/>
            <pc:sldMk cId="0" sldId="261"/>
            <ac:spMk id="2" creationId="{A62A810C-D5EE-C4F1-3165-D555AF1902DC}"/>
          </ac:spMkLst>
        </pc:spChg>
        <pc:spChg chg="add mod">
          <ac:chgData name="Prentys Assis" userId="9e9e1f5991e00f07" providerId="LiveId" clId="{20466EFC-C897-4683-A3B6-7F78C0844F49}" dt="2024-09-02T01:50:38.361" v="1619" actId="108"/>
          <ac:spMkLst>
            <pc:docMk/>
            <pc:sldMk cId="0" sldId="261"/>
            <ac:spMk id="3" creationId="{683C1978-ED90-BEB5-BDD5-981A8FADA37D}"/>
          </ac:spMkLst>
        </pc:spChg>
        <pc:spChg chg="del">
          <ac:chgData name="Prentys Assis" userId="9e9e1f5991e00f07" providerId="LiveId" clId="{20466EFC-C897-4683-A3B6-7F78C0844F49}" dt="2024-09-01T22:33:16.595" v="801" actId="478"/>
          <ac:spMkLst>
            <pc:docMk/>
            <pc:sldMk cId="0" sldId="261"/>
            <ac:spMk id="10" creationId="{00000000-0000-0000-0000-000000000000}"/>
          </ac:spMkLst>
        </pc:spChg>
        <pc:spChg chg="del">
          <ac:chgData name="Prentys Assis" userId="9e9e1f5991e00f07" providerId="LiveId" clId="{20466EFC-C897-4683-A3B6-7F78C0844F49}" dt="2024-09-01T22:33:16.595" v="801" actId="478"/>
          <ac:spMkLst>
            <pc:docMk/>
            <pc:sldMk cId="0" sldId="261"/>
            <ac:spMk id="11" creationId="{00000000-0000-0000-0000-000000000000}"/>
          </ac:spMkLst>
        </pc:spChg>
        <pc:spChg chg="del">
          <ac:chgData name="Prentys Assis" userId="9e9e1f5991e00f07" providerId="LiveId" clId="{20466EFC-C897-4683-A3B6-7F78C0844F49}" dt="2024-09-01T22:33:16.595" v="801" actId="478"/>
          <ac:spMkLst>
            <pc:docMk/>
            <pc:sldMk cId="0" sldId="261"/>
            <ac:spMk id="18" creationId="{00000000-0000-0000-0000-000000000000}"/>
          </ac:spMkLst>
        </pc:spChg>
        <pc:spChg chg="del">
          <ac:chgData name="Prentys Assis" userId="9e9e1f5991e00f07" providerId="LiveId" clId="{20466EFC-C897-4683-A3B6-7F78C0844F49}" dt="2024-09-01T22:33:16.595" v="801" actId="478"/>
          <ac:spMkLst>
            <pc:docMk/>
            <pc:sldMk cId="0" sldId="261"/>
            <ac:spMk id="19" creationId="{00000000-0000-0000-0000-000000000000}"/>
          </ac:spMkLst>
        </pc:spChg>
        <pc:spChg chg="del">
          <ac:chgData name="Prentys Assis" userId="9e9e1f5991e00f07" providerId="LiveId" clId="{20466EFC-C897-4683-A3B6-7F78C0844F49}" dt="2024-09-01T22:33:16.595" v="801" actId="478"/>
          <ac:spMkLst>
            <pc:docMk/>
            <pc:sldMk cId="0" sldId="261"/>
            <ac:spMk id="23" creationId="{00000000-0000-0000-0000-000000000000}"/>
          </ac:spMkLst>
        </pc:spChg>
        <pc:grpChg chg="del">
          <ac:chgData name="Prentys Assis" userId="9e9e1f5991e00f07" providerId="LiveId" clId="{20466EFC-C897-4683-A3B6-7F78C0844F49}" dt="2024-09-01T22:33:16.595" v="801" actId="478"/>
          <ac:grpSpMkLst>
            <pc:docMk/>
            <pc:sldMk cId="0" sldId="261"/>
            <ac:grpSpMk id="4" creationId="{00000000-0000-0000-0000-000000000000}"/>
          </ac:grpSpMkLst>
        </pc:grpChg>
        <pc:grpChg chg="del">
          <ac:chgData name="Prentys Assis" userId="9e9e1f5991e00f07" providerId="LiveId" clId="{20466EFC-C897-4683-A3B6-7F78C0844F49}" dt="2024-09-01T22:33:16.595" v="801" actId="478"/>
          <ac:grpSpMkLst>
            <pc:docMk/>
            <pc:sldMk cId="0" sldId="261"/>
            <ac:grpSpMk id="12" creationId="{00000000-0000-0000-0000-000000000000}"/>
          </ac:grpSpMkLst>
        </pc:grpChg>
        <pc:grpChg chg="del">
          <ac:chgData name="Prentys Assis" userId="9e9e1f5991e00f07" providerId="LiveId" clId="{20466EFC-C897-4683-A3B6-7F78C0844F49}" dt="2024-09-01T22:33:16.595" v="801" actId="478"/>
          <ac:grpSpMkLst>
            <pc:docMk/>
            <pc:sldMk cId="0" sldId="261"/>
            <ac:grpSpMk id="15" creationId="{00000000-0000-0000-0000-000000000000}"/>
          </ac:grpSpMkLst>
        </pc:grpChg>
        <pc:grpChg chg="del">
          <ac:chgData name="Prentys Assis" userId="9e9e1f5991e00f07" providerId="LiveId" clId="{20466EFC-C897-4683-A3B6-7F78C0844F49}" dt="2024-09-01T22:33:16.595" v="801" actId="478"/>
          <ac:grpSpMkLst>
            <pc:docMk/>
            <pc:sldMk cId="0" sldId="261"/>
            <ac:grpSpMk id="20" creationId="{00000000-0000-0000-0000-000000000000}"/>
          </ac:grpSpMkLst>
        </pc:grpChg>
      </pc:sldChg>
      <pc:sldChg chg="del ord">
        <pc:chgData name="Prentys Assis" userId="9e9e1f5991e00f07" providerId="LiveId" clId="{20466EFC-C897-4683-A3B6-7F78C0844F49}" dt="2024-09-01T22:37:03.545" v="833" actId="47"/>
        <pc:sldMkLst>
          <pc:docMk/>
          <pc:sldMk cId="0" sldId="262"/>
        </pc:sldMkLst>
      </pc:sldChg>
      <pc:sldChg chg="del">
        <pc:chgData name="Prentys Assis" userId="9e9e1f5991e00f07" providerId="LiveId" clId="{20466EFC-C897-4683-A3B6-7F78C0844F49}" dt="2024-09-01T22:37:07.380" v="834" actId="47"/>
        <pc:sldMkLst>
          <pc:docMk/>
          <pc:sldMk cId="0" sldId="263"/>
        </pc:sldMkLst>
      </pc:sldChg>
      <pc:sldChg chg="addSp delSp modSp del mod ord">
        <pc:chgData name="Prentys Assis" userId="9e9e1f5991e00f07" providerId="LiveId" clId="{20466EFC-C897-4683-A3B6-7F78C0844F49}" dt="2024-09-01T22:45:41.612" v="1093" actId="47"/>
        <pc:sldMkLst>
          <pc:docMk/>
          <pc:sldMk cId="0" sldId="265"/>
        </pc:sldMkLst>
        <pc:spChg chg="mod">
          <ac:chgData name="Prentys Assis" userId="9e9e1f5991e00f07" providerId="LiveId" clId="{20466EFC-C897-4683-A3B6-7F78C0844F49}" dt="2024-09-01T22:39:35.025" v="940"/>
          <ac:spMkLst>
            <pc:docMk/>
            <pc:sldMk cId="0" sldId="265"/>
            <ac:spMk id="3" creationId="{1C6EB200-C7E7-017E-6996-6C6B7D137707}"/>
          </ac:spMkLst>
        </pc:spChg>
        <pc:spChg chg="mod">
          <ac:chgData name="Prentys Assis" userId="9e9e1f5991e00f07" providerId="LiveId" clId="{20466EFC-C897-4683-A3B6-7F78C0844F49}" dt="2024-09-01T22:39:15.093" v="933" actId="14100"/>
          <ac:spMkLst>
            <pc:docMk/>
            <pc:sldMk cId="0" sldId="265"/>
            <ac:spMk id="4" creationId="{00000000-0000-0000-0000-000000000000}"/>
          </ac:spMkLst>
        </pc:spChg>
        <pc:spChg chg="del mod">
          <ac:chgData name="Prentys Assis" userId="9e9e1f5991e00f07" providerId="LiveId" clId="{20466EFC-C897-4683-A3B6-7F78C0844F49}" dt="2024-09-01T22:39:26.906" v="939" actId="478"/>
          <ac:spMkLst>
            <pc:docMk/>
            <pc:sldMk cId="0" sldId="265"/>
            <ac:spMk id="5" creationId="{00000000-0000-0000-0000-000000000000}"/>
          </ac:spMkLst>
        </pc:spChg>
        <pc:spChg chg="mod">
          <ac:chgData name="Prentys Assis" userId="9e9e1f5991e00f07" providerId="LiveId" clId="{20466EFC-C897-4683-A3B6-7F78C0844F49}" dt="2024-09-01T22:41:43.978" v="1066" actId="404"/>
          <ac:spMkLst>
            <pc:docMk/>
            <pc:sldMk cId="0" sldId="265"/>
            <ac:spMk id="9" creationId="{00000000-0000-0000-0000-000000000000}"/>
          </ac:spMkLst>
        </pc:spChg>
        <pc:spChg chg="mod">
          <ac:chgData name="Prentys Assis" userId="9e9e1f5991e00f07" providerId="LiveId" clId="{20466EFC-C897-4683-A3B6-7F78C0844F49}" dt="2024-09-01T22:37:33.199" v="855" actId="1076"/>
          <ac:spMkLst>
            <pc:docMk/>
            <pc:sldMk cId="0" sldId="265"/>
            <ac:spMk id="12" creationId="{00000000-0000-0000-0000-000000000000}"/>
          </ac:spMkLst>
        </pc:spChg>
        <pc:spChg chg="mod">
          <ac:chgData name="Prentys Assis" userId="9e9e1f5991e00f07" providerId="LiveId" clId="{20466EFC-C897-4683-A3B6-7F78C0844F49}" dt="2024-09-01T22:37:33.199" v="855" actId="1076"/>
          <ac:spMkLst>
            <pc:docMk/>
            <pc:sldMk cId="0" sldId="265"/>
            <ac:spMk id="13" creationId="{00000000-0000-0000-0000-000000000000}"/>
          </ac:spMkLst>
        </pc:spChg>
        <pc:spChg chg="mod">
          <ac:chgData name="Prentys Assis" userId="9e9e1f5991e00f07" providerId="LiveId" clId="{20466EFC-C897-4683-A3B6-7F78C0844F49}" dt="2024-09-01T22:37:33.199" v="855" actId="1076"/>
          <ac:spMkLst>
            <pc:docMk/>
            <pc:sldMk cId="0" sldId="265"/>
            <ac:spMk id="14" creationId="{00000000-0000-0000-0000-000000000000}"/>
          </ac:spMkLst>
        </pc:spChg>
        <pc:spChg chg="mod">
          <ac:chgData name="Prentys Assis" userId="9e9e1f5991e00f07" providerId="LiveId" clId="{20466EFC-C897-4683-A3B6-7F78C0844F49}" dt="2024-09-01T22:37:16.190" v="852" actId="20577"/>
          <ac:spMkLst>
            <pc:docMk/>
            <pc:sldMk cId="0" sldId="265"/>
            <ac:spMk id="18" creationId="{00000000-0000-0000-0000-000000000000}"/>
          </ac:spMkLst>
        </pc:spChg>
        <pc:spChg chg="add del mod">
          <ac:chgData name="Prentys Assis" userId="9e9e1f5991e00f07" providerId="LiveId" clId="{20466EFC-C897-4683-A3B6-7F78C0844F49}" dt="2024-09-01T22:39:26.906" v="939" actId="478"/>
          <ac:spMkLst>
            <pc:docMk/>
            <pc:sldMk cId="0" sldId="265"/>
            <ac:spMk id="28" creationId="{00000000-0000-0000-0000-000000000000}"/>
          </ac:spMkLst>
        </pc:spChg>
        <pc:spChg chg="mod">
          <ac:chgData name="Prentys Assis" userId="9e9e1f5991e00f07" providerId="LiveId" clId="{20466EFC-C897-4683-A3B6-7F78C0844F49}" dt="2024-09-01T22:39:35.025" v="940"/>
          <ac:spMkLst>
            <pc:docMk/>
            <pc:sldMk cId="0" sldId="265"/>
            <ac:spMk id="29" creationId="{5BC66A93-DC93-8B18-7B8E-683255DCA19A}"/>
          </ac:spMkLst>
        </pc:spChg>
        <pc:spChg chg="add del mod">
          <ac:chgData name="Prentys Assis" userId="9e9e1f5991e00f07" providerId="LiveId" clId="{20466EFC-C897-4683-A3B6-7F78C0844F49}" dt="2024-09-01T22:39:51.678" v="945" actId="478"/>
          <ac:spMkLst>
            <pc:docMk/>
            <pc:sldMk cId="0" sldId="265"/>
            <ac:spMk id="30" creationId="{E506F0F3-5F34-62CB-F9DE-87FE78D6A270}"/>
          </ac:spMkLst>
        </pc:spChg>
        <pc:spChg chg="mod">
          <ac:chgData name="Prentys Assis" userId="9e9e1f5991e00f07" providerId="LiveId" clId="{20466EFC-C897-4683-A3B6-7F78C0844F49}" dt="2024-09-01T22:39:35.025" v="940"/>
          <ac:spMkLst>
            <pc:docMk/>
            <pc:sldMk cId="0" sldId="265"/>
            <ac:spMk id="31" creationId="{4FA190F8-7D53-A9DE-685C-8846BDAEFA72}"/>
          </ac:spMkLst>
        </pc:spChg>
        <pc:grpChg chg="add del mod">
          <ac:chgData name="Prentys Assis" userId="9e9e1f5991e00f07" providerId="LiveId" clId="{20466EFC-C897-4683-A3B6-7F78C0844F49}" dt="2024-09-01T22:41:38.786" v="1064" actId="21"/>
          <ac:grpSpMkLst>
            <pc:docMk/>
            <pc:sldMk cId="0" sldId="265"/>
            <ac:grpSpMk id="2" creationId="{55656487-7A90-C31B-1D29-AA9492617B32}"/>
          </ac:grpSpMkLst>
        </pc:grpChg>
        <pc:grpChg chg="mod">
          <ac:chgData name="Prentys Assis" userId="9e9e1f5991e00f07" providerId="LiveId" clId="{20466EFC-C897-4683-A3B6-7F78C0844F49}" dt="2024-09-01T22:39:15.093" v="933" actId="14100"/>
          <ac:grpSpMkLst>
            <pc:docMk/>
            <pc:sldMk cId="0" sldId="265"/>
            <ac:grpSpMk id="6" creationId="{00000000-0000-0000-0000-000000000000}"/>
          </ac:grpSpMkLst>
        </pc:grpChg>
        <pc:grpChg chg="mod">
          <ac:chgData name="Prentys Assis" userId="9e9e1f5991e00f07" providerId="LiveId" clId="{20466EFC-C897-4683-A3B6-7F78C0844F49}" dt="2024-09-01T22:37:33.199" v="855" actId="1076"/>
          <ac:grpSpMkLst>
            <pc:docMk/>
            <pc:sldMk cId="0" sldId="265"/>
            <ac:grpSpMk id="10" creationId="{00000000-0000-0000-0000-000000000000}"/>
          </ac:grpSpMkLst>
        </pc:grpChg>
      </pc:sldChg>
      <pc:sldChg chg="del">
        <pc:chgData name="Prentys Assis" userId="9e9e1f5991e00f07" providerId="LiveId" clId="{20466EFC-C897-4683-A3B6-7F78C0844F49}" dt="2024-09-02T01:51:59.594" v="1694" actId="47"/>
        <pc:sldMkLst>
          <pc:docMk/>
          <pc:sldMk cId="0" sldId="266"/>
        </pc:sldMkLst>
      </pc:sldChg>
      <pc:sldChg chg="addSp delSp mod addAnim delAnim modAnim">
        <pc:chgData name="Prentys Assis" userId="9e9e1f5991e00f07" providerId="LiveId" clId="{20466EFC-C897-4683-A3B6-7F78C0844F49}" dt="2024-09-01T21:33:37.780" v="10"/>
        <pc:sldMkLst>
          <pc:docMk/>
          <pc:sldMk cId="3462297259" sldId="269"/>
        </pc:sldMkLst>
        <pc:spChg chg="add del">
          <ac:chgData name="Prentys Assis" userId="9e9e1f5991e00f07" providerId="LiveId" clId="{20466EFC-C897-4683-A3B6-7F78C0844F49}" dt="2024-09-01T21:29:41.968" v="1" actId="21"/>
          <ac:spMkLst>
            <pc:docMk/>
            <pc:sldMk cId="3462297259" sldId="269"/>
            <ac:spMk id="9" creationId="{29C84733-D923-C6C5-8387-4CDC5308799D}"/>
          </ac:spMkLst>
        </pc:spChg>
        <pc:grpChg chg="add del">
          <ac:chgData name="Prentys Assis" userId="9e9e1f5991e00f07" providerId="LiveId" clId="{20466EFC-C897-4683-A3B6-7F78C0844F49}" dt="2024-09-01T21:33:22.626" v="8" actId="478"/>
          <ac:grpSpMkLst>
            <pc:docMk/>
            <pc:sldMk cId="3462297259" sldId="269"/>
            <ac:grpSpMk id="19" creationId="{DF35B92B-649E-1385-48FC-88495B73E2BF}"/>
          </ac:grpSpMkLst>
        </pc:grpChg>
      </pc:sldChg>
      <pc:sldChg chg="addSp delSp modSp add mod modTransition modAnim">
        <pc:chgData name="Prentys Assis" userId="9e9e1f5991e00f07" providerId="LiveId" clId="{20466EFC-C897-4683-A3B6-7F78C0844F49}" dt="2024-09-02T01:39:20.670" v="1571"/>
        <pc:sldMkLst>
          <pc:docMk/>
          <pc:sldMk cId="1037775969" sldId="270"/>
        </pc:sldMkLst>
        <pc:spChg chg="mod">
          <ac:chgData name="Prentys Assis" userId="9e9e1f5991e00f07" providerId="LiveId" clId="{20466EFC-C897-4683-A3B6-7F78C0844F49}" dt="2024-09-01T22:45:31.702" v="1091" actId="1076"/>
          <ac:spMkLst>
            <pc:docMk/>
            <pc:sldMk cId="1037775969" sldId="270"/>
            <ac:spMk id="4" creationId="{00000000-0000-0000-0000-000000000000}"/>
          </ac:spMkLst>
        </pc:spChg>
        <pc:spChg chg="mod">
          <ac:chgData name="Prentys Assis" userId="9e9e1f5991e00f07" providerId="LiveId" clId="{20466EFC-C897-4683-A3B6-7F78C0844F49}" dt="2024-09-01T22:49:36.152" v="1189" actId="20577"/>
          <ac:spMkLst>
            <pc:docMk/>
            <pc:sldMk cId="1037775969" sldId="270"/>
            <ac:spMk id="9" creationId="{00000000-0000-0000-0000-000000000000}"/>
          </ac:spMkLst>
        </pc:spChg>
        <pc:spChg chg="del">
          <ac:chgData name="Prentys Assis" userId="9e9e1f5991e00f07" providerId="LiveId" clId="{20466EFC-C897-4683-A3B6-7F78C0844F49}" dt="2024-09-01T22:45:34.231" v="1092" actId="478"/>
          <ac:spMkLst>
            <pc:docMk/>
            <pc:sldMk cId="1037775969" sldId="270"/>
            <ac:spMk id="12" creationId="{00000000-0000-0000-0000-000000000000}"/>
          </ac:spMkLst>
        </pc:spChg>
        <pc:spChg chg="del">
          <ac:chgData name="Prentys Assis" userId="9e9e1f5991e00f07" providerId="LiveId" clId="{20466EFC-C897-4683-A3B6-7F78C0844F49}" dt="2024-09-01T22:45:34.231" v="1092" actId="478"/>
          <ac:spMkLst>
            <pc:docMk/>
            <pc:sldMk cId="1037775969" sldId="270"/>
            <ac:spMk id="13" creationId="{00000000-0000-0000-0000-000000000000}"/>
          </ac:spMkLst>
        </pc:spChg>
        <pc:spChg chg="del">
          <ac:chgData name="Prentys Assis" userId="9e9e1f5991e00f07" providerId="LiveId" clId="{20466EFC-C897-4683-A3B6-7F78C0844F49}" dt="2024-09-01T22:45:34.231" v="1092" actId="478"/>
          <ac:spMkLst>
            <pc:docMk/>
            <pc:sldMk cId="1037775969" sldId="270"/>
            <ac:spMk id="14" creationId="{00000000-0000-0000-0000-000000000000}"/>
          </ac:spMkLst>
        </pc:spChg>
        <pc:spChg chg="del">
          <ac:chgData name="Prentys Assis" userId="9e9e1f5991e00f07" providerId="LiveId" clId="{20466EFC-C897-4683-A3B6-7F78C0844F49}" dt="2024-09-01T22:44:30.657" v="1077" actId="478"/>
          <ac:spMkLst>
            <pc:docMk/>
            <pc:sldMk cId="1037775969" sldId="270"/>
            <ac:spMk id="30" creationId="{E506F0F3-5F34-62CB-F9DE-87FE78D6A270}"/>
          </ac:spMkLst>
        </pc:spChg>
        <pc:spChg chg="add mod">
          <ac:chgData name="Prentys Assis" userId="9e9e1f5991e00f07" providerId="LiveId" clId="{20466EFC-C897-4683-A3B6-7F78C0844F49}" dt="2024-09-01T22:46:47.029" v="1105" actId="1076"/>
          <ac:spMkLst>
            <pc:docMk/>
            <pc:sldMk cId="1037775969" sldId="270"/>
            <ac:spMk id="36" creationId="{2ACB7CE1-E095-93BB-EB32-ED714F5CB584}"/>
          </ac:spMkLst>
        </pc:spChg>
        <pc:spChg chg="add mod ord">
          <ac:chgData name="Prentys Assis" userId="9e9e1f5991e00f07" providerId="LiveId" clId="{20466EFC-C897-4683-A3B6-7F78C0844F49}" dt="2024-09-01T22:47:24.418" v="1128" actId="164"/>
          <ac:spMkLst>
            <pc:docMk/>
            <pc:sldMk cId="1037775969" sldId="270"/>
            <ac:spMk id="37" creationId="{D14B2CC0-D7F5-840F-9578-DFE20FA2FDB5}"/>
          </ac:spMkLst>
        </pc:spChg>
        <pc:spChg chg="add mod">
          <ac:chgData name="Prentys Assis" userId="9e9e1f5991e00f07" providerId="LiveId" clId="{20466EFC-C897-4683-A3B6-7F78C0844F49}" dt="2024-09-01T22:50:31.121" v="1203" actId="164"/>
          <ac:spMkLst>
            <pc:docMk/>
            <pc:sldMk cId="1037775969" sldId="270"/>
            <ac:spMk id="41" creationId="{231E772B-4C37-7076-EF64-610EE7175A8B}"/>
          </ac:spMkLst>
        </pc:spChg>
        <pc:spChg chg="add mod">
          <ac:chgData name="Prentys Assis" userId="9e9e1f5991e00f07" providerId="LiveId" clId="{20466EFC-C897-4683-A3B6-7F78C0844F49}" dt="2024-09-01T22:54:22.778" v="1260" actId="164"/>
          <ac:spMkLst>
            <pc:docMk/>
            <pc:sldMk cId="1037775969" sldId="270"/>
            <ac:spMk id="48" creationId="{5845426D-10D5-A632-B147-90287240126D}"/>
          </ac:spMkLst>
        </pc:spChg>
        <pc:spChg chg="add mod">
          <ac:chgData name="Prentys Assis" userId="9e9e1f5991e00f07" providerId="LiveId" clId="{20466EFC-C897-4683-A3B6-7F78C0844F49}" dt="2024-09-01T22:54:38.850" v="1261" actId="164"/>
          <ac:spMkLst>
            <pc:docMk/>
            <pc:sldMk cId="1037775969" sldId="270"/>
            <ac:spMk id="50" creationId="{B458222E-2FA4-591E-5695-E234BE5CE1A9}"/>
          </ac:spMkLst>
        </pc:spChg>
        <pc:spChg chg="add mod">
          <ac:chgData name="Prentys Assis" userId="9e9e1f5991e00f07" providerId="LiveId" clId="{20466EFC-C897-4683-A3B6-7F78C0844F49}" dt="2024-09-01T22:54:16.647" v="1259" actId="164"/>
          <ac:spMkLst>
            <pc:docMk/>
            <pc:sldMk cId="1037775969" sldId="270"/>
            <ac:spMk id="52" creationId="{F59D6687-C176-1C0E-8BDB-797A64B06D58}"/>
          </ac:spMkLst>
        </pc:spChg>
        <pc:spChg chg="mod">
          <ac:chgData name="Prentys Assis" userId="9e9e1f5991e00f07" providerId="LiveId" clId="{20466EFC-C897-4683-A3B6-7F78C0844F49}" dt="2024-09-01T22:56:00.661" v="1273"/>
          <ac:spMkLst>
            <pc:docMk/>
            <pc:sldMk cId="1037775969" sldId="270"/>
            <ac:spMk id="59" creationId="{A4535B3F-BDBD-9DF6-2F1F-97A5B14FBD23}"/>
          </ac:spMkLst>
        </pc:spChg>
        <pc:spChg chg="mod">
          <ac:chgData name="Prentys Assis" userId="9e9e1f5991e00f07" providerId="LiveId" clId="{20466EFC-C897-4683-A3B6-7F78C0844F49}" dt="2024-09-01T22:56:00.661" v="1273"/>
          <ac:spMkLst>
            <pc:docMk/>
            <pc:sldMk cId="1037775969" sldId="270"/>
            <ac:spMk id="62" creationId="{CF324304-BD07-7AA7-6252-8CA3CE6B6AA4}"/>
          </ac:spMkLst>
        </pc:spChg>
        <pc:spChg chg="mod">
          <ac:chgData name="Prentys Assis" userId="9e9e1f5991e00f07" providerId="LiveId" clId="{20466EFC-C897-4683-A3B6-7F78C0844F49}" dt="2024-09-01T22:56:00.661" v="1273"/>
          <ac:spMkLst>
            <pc:docMk/>
            <pc:sldMk cId="1037775969" sldId="270"/>
            <ac:spMk id="65" creationId="{B2ECBC32-5C84-44DA-E8BD-47AE3CE076C9}"/>
          </ac:spMkLst>
        </pc:spChg>
        <pc:grpChg chg="mod">
          <ac:chgData name="Prentys Assis" userId="9e9e1f5991e00f07" providerId="LiveId" clId="{20466EFC-C897-4683-A3B6-7F78C0844F49}" dt="2024-09-01T22:45:12.707" v="1088" actId="164"/>
          <ac:grpSpMkLst>
            <pc:docMk/>
            <pc:sldMk cId="1037775969" sldId="270"/>
            <ac:grpSpMk id="2" creationId="{55656487-7A90-C31B-1D29-AA9492617B32}"/>
          </ac:grpSpMkLst>
        </pc:grpChg>
        <pc:grpChg chg="del">
          <ac:chgData name="Prentys Assis" userId="9e9e1f5991e00f07" providerId="LiveId" clId="{20466EFC-C897-4683-A3B6-7F78C0844F49}" dt="2024-09-01T22:45:28.435" v="1089" actId="478"/>
          <ac:grpSpMkLst>
            <pc:docMk/>
            <pc:sldMk cId="1037775969" sldId="270"/>
            <ac:grpSpMk id="10" creationId="{00000000-0000-0000-0000-000000000000}"/>
          </ac:grpSpMkLst>
        </pc:grpChg>
        <pc:grpChg chg="add mod">
          <ac:chgData name="Prentys Assis" userId="9e9e1f5991e00f07" providerId="LiveId" clId="{20466EFC-C897-4683-A3B6-7F78C0844F49}" dt="2024-09-01T22:47:24.418" v="1128" actId="164"/>
          <ac:grpSpMkLst>
            <pc:docMk/>
            <pc:sldMk cId="1037775969" sldId="270"/>
            <ac:grpSpMk id="35" creationId="{5EF2D7F9-04D9-49AB-F343-AAA25731547B}"/>
          </ac:grpSpMkLst>
        </pc:grpChg>
        <pc:grpChg chg="add mod">
          <ac:chgData name="Prentys Assis" userId="9e9e1f5991e00f07" providerId="LiveId" clId="{20466EFC-C897-4683-A3B6-7F78C0844F49}" dt="2024-09-01T22:50:31.121" v="1203" actId="164"/>
          <ac:grpSpMkLst>
            <pc:docMk/>
            <pc:sldMk cId="1037775969" sldId="270"/>
            <ac:grpSpMk id="38" creationId="{5CA8C21A-F57C-45EC-B723-17C60DF1240E}"/>
          </ac:grpSpMkLst>
        </pc:grpChg>
        <pc:grpChg chg="add mod">
          <ac:chgData name="Prentys Assis" userId="9e9e1f5991e00f07" providerId="LiveId" clId="{20466EFC-C897-4683-A3B6-7F78C0844F49}" dt="2024-09-01T22:50:31.121" v="1203" actId="164"/>
          <ac:grpSpMkLst>
            <pc:docMk/>
            <pc:sldMk cId="1037775969" sldId="270"/>
            <ac:grpSpMk id="42" creationId="{2A7B2A3F-EB0A-A965-B7BC-91C85C5D1B6F}"/>
          </ac:grpSpMkLst>
        </pc:grpChg>
        <pc:grpChg chg="add mod">
          <ac:chgData name="Prentys Assis" userId="9e9e1f5991e00f07" providerId="LiveId" clId="{20466EFC-C897-4683-A3B6-7F78C0844F49}" dt="2024-09-01T22:54:16.647" v="1259" actId="164"/>
          <ac:grpSpMkLst>
            <pc:docMk/>
            <pc:sldMk cId="1037775969" sldId="270"/>
            <ac:grpSpMk id="54" creationId="{6B4C1BD6-DDBB-18DC-0C2E-D7B45FEAA58B}"/>
          </ac:grpSpMkLst>
        </pc:grpChg>
        <pc:grpChg chg="add mod">
          <ac:chgData name="Prentys Assis" userId="9e9e1f5991e00f07" providerId="LiveId" clId="{20466EFC-C897-4683-A3B6-7F78C0844F49}" dt="2024-09-01T22:54:22.778" v="1260" actId="164"/>
          <ac:grpSpMkLst>
            <pc:docMk/>
            <pc:sldMk cId="1037775969" sldId="270"/>
            <ac:grpSpMk id="55" creationId="{04C76C7E-747A-B8E9-B3B3-6ED2CEDF107C}"/>
          </ac:grpSpMkLst>
        </pc:grpChg>
        <pc:grpChg chg="add mod">
          <ac:chgData name="Prentys Assis" userId="9e9e1f5991e00f07" providerId="LiveId" clId="{20466EFC-C897-4683-A3B6-7F78C0844F49}" dt="2024-09-01T22:54:38.850" v="1261" actId="164"/>
          <ac:grpSpMkLst>
            <pc:docMk/>
            <pc:sldMk cId="1037775969" sldId="270"/>
            <ac:grpSpMk id="56" creationId="{7C37CC87-C6A7-758C-F60E-6137FD192CFF}"/>
          </ac:grpSpMkLst>
        </pc:grpChg>
        <pc:grpChg chg="add mod">
          <ac:chgData name="Prentys Assis" userId="9e9e1f5991e00f07" providerId="LiveId" clId="{20466EFC-C897-4683-A3B6-7F78C0844F49}" dt="2024-09-01T22:56:05.662" v="1274" actId="1076"/>
          <ac:grpSpMkLst>
            <pc:docMk/>
            <pc:sldMk cId="1037775969" sldId="270"/>
            <ac:grpSpMk id="57" creationId="{D6032226-812B-20A4-BB76-EF3C152CB1AD}"/>
          </ac:grpSpMkLst>
        </pc:grpChg>
        <pc:grpChg chg="add mod">
          <ac:chgData name="Prentys Assis" userId="9e9e1f5991e00f07" providerId="LiveId" clId="{20466EFC-C897-4683-A3B6-7F78C0844F49}" dt="2024-09-01T22:56:18.959" v="1276" actId="14100"/>
          <ac:grpSpMkLst>
            <pc:docMk/>
            <pc:sldMk cId="1037775969" sldId="270"/>
            <ac:grpSpMk id="60" creationId="{C74F2467-92BB-FCF0-051C-AEB5C5D190A8}"/>
          </ac:grpSpMkLst>
        </pc:grpChg>
        <pc:grpChg chg="add mod">
          <ac:chgData name="Prentys Assis" userId="9e9e1f5991e00f07" providerId="LiveId" clId="{20466EFC-C897-4683-A3B6-7F78C0844F49}" dt="2024-09-01T22:56:28.418" v="1277" actId="1076"/>
          <ac:grpSpMkLst>
            <pc:docMk/>
            <pc:sldMk cId="1037775969" sldId="270"/>
            <ac:grpSpMk id="63" creationId="{FCC45FD8-6DBE-AE1C-FC1E-9910C7D3449C}"/>
          </ac:grpSpMkLst>
        </pc:grpChg>
        <pc:picChg chg="add del mod">
          <ac:chgData name="Prentys Assis" userId="9e9e1f5991e00f07" providerId="LiveId" clId="{20466EFC-C897-4683-A3B6-7F78C0844F49}" dt="2024-09-01T22:43:55.516" v="1072" actId="21"/>
          <ac:picMkLst>
            <pc:docMk/>
            <pc:sldMk cId="1037775969" sldId="270"/>
            <ac:picMk id="28" creationId="{D56060B9-F5C4-03C0-E931-BD5BE00C5509}"/>
          </ac:picMkLst>
        </pc:picChg>
        <pc:picChg chg="add del mod">
          <ac:chgData name="Prentys Assis" userId="9e9e1f5991e00f07" providerId="LiveId" clId="{20466EFC-C897-4683-A3B6-7F78C0844F49}" dt="2024-09-01T22:44:15.502" v="1074" actId="478"/>
          <ac:picMkLst>
            <pc:docMk/>
            <pc:sldMk cId="1037775969" sldId="270"/>
            <ac:picMk id="32" creationId="{76152BE6-CE61-61A8-5795-1D6403D4E405}"/>
          </ac:picMkLst>
        </pc:picChg>
        <pc:picChg chg="add mod ord modCrop">
          <ac:chgData name="Prentys Assis" userId="9e9e1f5991e00f07" providerId="LiveId" clId="{20466EFC-C897-4683-A3B6-7F78C0844F49}" dt="2024-09-01T22:45:12.707" v="1088" actId="164"/>
          <ac:picMkLst>
            <pc:docMk/>
            <pc:sldMk cId="1037775969" sldId="270"/>
            <ac:picMk id="34" creationId="{DB4AAD6A-B512-AF1B-6F50-9459A752F3FC}"/>
          </ac:picMkLst>
        </pc:picChg>
        <pc:picChg chg="add mod">
          <ac:chgData name="Prentys Assis" userId="9e9e1f5991e00f07" providerId="LiveId" clId="{20466EFC-C897-4683-A3B6-7F78C0844F49}" dt="2024-09-01T22:50:31.121" v="1203" actId="164"/>
          <ac:picMkLst>
            <pc:docMk/>
            <pc:sldMk cId="1037775969" sldId="270"/>
            <ac:picMk id="40" creationId="{E02AB5E4-5F9D-0A27-D7CF-FFF1772CB26E}"/>
          </ac:picMkLst>
        </pc:picChg>
        <pc:cxnChg chg="add mod">
          <ac:chgData name="Prentys Assis" userId="9e9e1f5991e00f07" providerId="LiveId" clId="{20466EFC-C897-4683-A3B6-7F78C0844F49}" dt="2024-09-01T22:54:22.778" v="1260" actId="164"/>
          <ac:cxnSpMkLst>
            <pc:docMk/>
            <pc:sldMk cId="1037775969" sldId="270"/>
            <ac:cxnSpMk id="44" creationId="{25B7F2AD-F75F-2C6F-05CE-23F96DA18709}"/>
          </ac:cxnSpMkLst>
        </pc:cxnChg>
        <pc:cxnChg chg="add mod">
          <ac:chgData name="Prentys Assis" userId="9e9e1f5991e00f07" providerId="LiveId" clId="{20466EFC-C897-4683-A3B6-7F78C0844F49}" dt="2024-09-01T22:54:38.850" v="1261" actId="164"/>
          <ac:cxnSpMkLst>
            <pc:docMk/>
            <pc:sldMk cId="1037775969" sldId="270"/>
            <ac:cxnSpMk id="49" creationId="{5D7B1831-6532-F577-7B93-DF00213440BB}"/>
          </ac:cxnSpMkLst>
        </pc:cxnChg>
        <pc:cxnChg chg="add mod">
          <ac:chgData name="Prentys Assis" userId="9e9e1f5991e00f07" providerId="LiveId" clId="{20466EFC-C897-4683-A3B6-7F78C0844F49}" dt="2024-09-01T22:54:16.647" v="1259" actId="164"/>
          <ac:cxnSpMkLst>
            <pc:docMk/>
            <pc:sldMk cId="1037775969" sldId="270"/>
            <ac:cxnSpMk id="51" creationId="{1988CD2E-5872-A70A-471E-1C0D6BC3B863}"/>
          </ac:cxnSpMkLst>
        </pc:cxnChg>
        <pc:cxnChg chg="mod">
          <ac:chgData name="Prentys Assis" userId="9e9e1f5991e00f07" providerId="LiveId" clId="{20466EFC-C897-4683-A3B6-7F78C0844F49}" dt="2024-09-01T22:56:00.661" v="1273"/>
          <ac:cxnSpMkLst>
            <pc:docMk/>
            <pc:sldMk cId="1037775969" sldId="270"/>
            <ac:cxnSpMk id="58" creationId="{D9322E4F-99AE-E6DD-EB93-B95CC6899B81}"/>
          </ac:cxnSpMkLst>
        </pc:cxnChg>
        <pc:cxnChg chg="mod">
          <ac:chgData name="Prentys Assis" userId="9e9e1f5991e00f07" providerId="LiveId" clId="{20466EFC-C897-4683-A3B6-7F78C0844F49}" dt="2024-09-01T22:56:00.661" v="1273"/>
          <ac:cxnSpMkLst>
            <pc:docMk/>
            <pc:sldMk cId="1037775969" sldId="270"/>
            <ac:cxnSpMk id="61" creationId="{7B8C00EF-49B9-8129-455D-EBC0F6733E21}"/>
          </ac:cxnSpMkLst>
        </pc:cxnChg>
        <pc:cxnChg chg="mod">
          <ac:chgData name="Prentys Assis" userId="9e9e1f5991e00f07" providerId="LiveId" clId="{20466EFC-C897-4683-A3B6-7F78C0844F49}" dt="2024-09-01T22:56:00.661" v="1273"/>
          <ac:cxnSpMkLst>
            <pc:docMk/>
            <pc:sldMk cId="1037775969" sldId="270"/>
            <ac:cxnSpMk id="64" creationId="{4DBC8A7F-6F10-E905-404C-8C36176AF2CC}"/>
          </ac:cxnSpMkLst>
        </pc:cxnChg>
      </pc:sldChg>
      <pc:sldChg chg="del">
        <pc:chgData name="Prentys Assis" userId="9e9e1f5991e00f07" providerId="LiveId" clId="{20466EFC-C897-4683-A3B6-7F78C0844F49}" dt="2024-09-01T21:35:39.526" v="13" actId="47"/>
        <pc:sldMkLst>
          <pc:docMk/>
          <pc:sldMk cId="4045340630" sldId="270"/>
        </pc:sldMkLst>
      </pc:sldChg>
      <pc:sldChg chg="new del">
        <pc:chgData name="Prentys Assis" userId="9e9e1f5991e00f07" providerId="LiveId" clId="{20466EFC-C897-4683-A3B6-7F78C0844F49}" dt="2024-09-01T22:42:24.523" v="1069" actId="47"/>
        <pc:sldMkLst>
          <pc:docMk/>
          <pc:sldMk cId="2174869752" sldId="271"/>
        </pc:sldMkLst>
      </pc:sldChg>
      <pc:sldChg chg="addSp delSp modSp add mod ord modTransition">
        <pc:chgData name="Prentys Assis" userId="9e9e1f5991e00f07" providerId="LiveId" clId="{20466EFC-C897-4683-A3B6-7F78C0844F49}" dt="2024-09-02T01:01:22.055" v="1348"/>
        <pc:sldMkLst>
          <pc:docMk/>
          <pc:sldMk cId="2279165220" sldId="271"/>
        </pc:sldMkLst>
        <pc:spChg chg="add mod">
          <ac:chgData name="Prentys Assis" userId="9e9e1f5991e00f07" providerId="LiveId" clId="{20466EFC-C897-4683-A3B6-7F78C0844F49}" dt="2024-09-02T01:01:10.643" v="1347" actId="1582"/>
          <ac:spMkLst>
            <pc:docMk/>
            <pc:sldMk cId="2279165220" sldId="271"/>
            <ac:spMk id="2" creationId="{83DEE766-9983-72FD-CFCB-DBBB260F3311}"/>
          </ac:spMkLst>
        </pc:spChg>
        <pc:spChg chg="del">
          <ac:chgData name="Prentys Assis" userId="9e9e1f5991e00f07" providerId="LiveId" clId="{20466EFC-C897-4683-A3B6-7F78C0844F49}" dt="2024-09-02T01:00:04.144" v="1287" actId="478"/>
          <ac:spMkLst>
            <pc:docMk/>
            <pc:sldMk cId="2279165220" sldId="271"/>
            <ac:spMk id="3" creationId="{683C1978-ED90-BEB5-BDD5-981A8FADA37D}"/>
          </ac:spMkLst>
        </pc:spChg>
      </pc:sldChg>
      <pc:sldChg chg="del">
        <pc:chgData name="Prentys Assis" userId="9e9e1f5991e00f07" providerId="LiveId" clId="{20466EFC-C897-4683-A3B6-7F78C0844F49}" dt="2024-09-01T21:35:39.526" v="13" actId="47"/>
        <pc:sldMkLst>
          <pc:docMk/>
          <pc:sldMk cId="3312410756" sldId="271"/>
        </pc:sldMkLst>
      </pc:sldChg>
      <pc:sldChg chg="add del">
        <pc:chgData name="Prentys Assis" userId="9e9e1f5991e00f07" providerId="LiveId" clId="{20466EFC-C897-4683-A3B6-7F78C0844F49}" dt="2024-09-01T21:35:39.526" v="13" actId="47"/>
        <pc:sldMkLst>
          <pc:docMk/>
          <pc:sldMk cId="1943635794" sldId="272"/>
        </pc:sldMkLst>
      </pc:sldChg>
      <pc:sldChg chg="add del">
        <pc:chgData name="Prentys Assis" userId="9e9e1f5991e00f07" providerId="LiveId" clId="{20466EFC-C897-4683-A3B6-7F78C0844F49}" dt="2024-09-01T21:34:07.891" v="11" actId="47"/>
        <pc:sldMkLst>
          <pc:docMk/>
          <pc:sldMk cId="2958678408" sldId="272"/>
        </pc:sldMkLst>
      </pc:sldChg>
      <pc:sldChg chg="addSp delSp modSp add mod modTransition addAnim delAnim modAnim">
        <pc:chgData name="Prentys Assis" userId="9e9e1f5991e00f07" providerId="LiveId" clId="{20466EFC-C897-4683-A3B6-7F78C0844F49}" dt="2024-09-02T01:42:52.504" v="1607" actId="2085"/>
        <pc:sldMkLst>
          <pc:docMk/>
          <pc:sldMk cId="4129112138" sldId="272"/>
        </pc:sldMkLst>
        <pc:spChg chg="mod">
          <ac:chgData name="Prentys Assis" userId="9e9e1f5991e00f07" providerId="LiveId" clId="{20466EFC-C897-4683-A3B6-7F78C0844F49}" dt="2024-09-02T01:05:41.323" v="1408" actId="165"/>
          <ac:spMkLst>
            <pc:docMk/>
            <pc:sldMk cId="4129112138" sldId="272"/>
            <ac:spMk id="3" creationId="{1C6EB200-C7E7-017E-6996-6C6B7D137707}"/>
          </ac:spMkLst>
        </pc:spChg>
        <pc:spChg chg="mod">
          <ac:chgData name="Prentys Assis" userId="9e9e1f5991e00f07" providerId="LiveId" clId="{20466EFC-C897-4683-A3B6-7F78C0844F49}" dt="2024-09-02T01:06:43.109" v="1488" actId="6549"/>
          <ac:spMkLst>
            <pc:docMk/>
            <pc:sldMk cId="4129112138" sldId="272"/>
            <ac:spMk id="9" creationId="{00000000-0000-0000-0000-000000000000}"/>
          </ac:spMkLst>
        </pc:spChg>
        <pc:spChg chg="add mod">
          <ac:chgData name="Prentys Assis" userId="9e9e1f5991e00f07" providerId="LiveId" clId="{20466EFC-C897-4683-A3B6-7F78C0844F49}" dt="2024-09-02T01:40:04.999" v="1579" actId="164"/>
          <ac:spMkLst>
            <pc:docMk/>
            <pc:sldMk cId="4129112138" sldId="272"/>
            <ac:spMk id="10" creationId="{FDB5723D-7760-C986-A287-4D2D9903635E}"/>
          </ac:spMkLst>
        </pc:spChg>
        <pc:spChg chg="mod">
          <ac:chgData name="Prentys Assis" userId="9e9e1f5991e00f07" providerId="LiveId" clId="{20466EFC-C897-4683-A3B6-7F78C0844F49}" dt="2024-09-02T01:39:12.877" v="1567" actId="20577"/>
          <ac:spMkLst>
            <pc:docMk/>
            <pc:sldMk cId="4129112138" sldId="272"/>
            <ac:spMk id="18" creationId="{00000000-0000-0000-0000-000000000000}"/>
          </ac:spMkLst>
        </pc:spChg>
        <pc:spChg chg="mod">
          <ac:chgData name="Prentys Assis" userId="9e9e1f5991e00f07" providerId="LiveId" clId="{20466EFC-C897-4683-A3B6-7F78C0844F49}" dt="2024-09-02T01:09:04.537" v="1557" actId="20577"/>
          <ac:spMkLst>
            <pc:docMk/>
            <pc:sldMk cId="4129112138" sldId="272"/>
            <ac:spMk id="28" creationId="{324005C9-2E68-15E5-01A9-63789F60DA86}"/>
          </ac:spMkLst>
        </pc:spChg>
        <pc:spChg chg="mod">
          <ac:chgData name="Prentys Assis" userId="9e9e1f5991e00f07" providerId="LiveId" clId="{20466EFC-C897-4683-A3B6-7F78C0844F49}" dt="2024-09-02T01:05:41.323" v="1408" actId="165"/>
          <ac:spMkLst>
            <pc:docMk/>
            <pc:sldMk cId="4129112138" sldId="272"/>
            <ac:spMk id="29" creationId="{5BC66A93-DC93-8B18-7B8E-683255DCA19A}"/>
          </ac:spMkLst>
        </pc:spChg>
        <pc:spChg chg="mod">
          <ac:chgData name="Prentys Assis" userId="9e9e1f5991e00f07" providerId="LiveId" clId="{20466EFC-C897-4683-A3B6-7F78C0844F49}" dt="2024-09-02T01:05:41.323" v="1408" actId="165"/>
          <ac:spMkLst>
            <pc:docMk/>
            <pc:sldMk cId="4129112138" sldId="272"/>
            <ac:spMk id="31" creationId="{4FA190F8-7D53-A9DE-685C-8846BDAEFA72}"/>
          </ac:spMkLst>
        </pc:spChg>
        <pc:spChg chg="mod ord">
          <ac:chgData name="Prentys Assis" userId="9e9e1f5991e00f07" providerId="LiveId" clId="{20466EFC-C897-4683-A3B6-7F78C0844F49}" dt="2024-09-02T01:42:52.504" v="1607" actId="2085"/>
          <ac:spMkLst>
            <pc:docMk/>
            <pc:sldMk cId="4129112138" sldId="272"/>
            <ac:spMk id="37" creationId="{D14B2CC0-D7F5-840F-9578-DFE20FA2FDB5}"/>
          </ac:spMkLst>
        </pc:spChg>
        <pc:spChg chg="mod topLvl">
          <ac:chgData name="Prentys Assis" userId="9e9e1f5991e00f07" providerId="LiveId" clId="{20466EFC-C897-4683-A3B6-7F78C0844F49}" dt="2024-09-02T01:05:47.909" v="1409" actId="164"/>
          <ac:spMkLst>
            <pc:docMk/>
            <pc:sldMk cId="4129112138" sldId="272"/>
            <ac:spMk id="41" creationId="{231E772B-4C37-7076-EF64-610EE7175A8B}"/>
          </ac:spMkLst>
        </pc:spChg>
        <pc:spChg chg="mod">
          <ac:chgData name="Prentys Assis" userId="9e9e1f5991e00f07" providerId="LiveId" clId="{20466EFC-C897-4683-A3B6-7F78C0844F49}" dt="2024-09-02T01:09:09.126" v="1559" actId="20577"/>
          <ac:spMkLst>
            <pc:docMk/>
            <pc:sldMk cId="4129112138" sldId="272"/>
            <ac:spMk id="59" creationId="{A4535B3F-BDBD-9DF6-2F1F-97A5B14FBD23}"/>
          </ac:spMkLst>
        </pc:spChg>
        <pc:spChg chg="mod topLvl">
          <ac:chgData name="Prentys Assis" userId="9e9e1f5991e00f07" providerId="LiveId" clId="{20466EFC-C897-4683-A3B6-7F78C0844F49}" dt="2024-09-02T01:40:04.999" v="1579" actId="164"/>
          <ac:spMkLst>
            <pc:docMk/>
            <pc:sldMk cId="4129112138" sldId="272"/>
            <ac:spMk id="62" creationId="{CF324304-BD07-7AA7-6252-8CA3CE6B6AA4}"/>
          </ac:spMkLst>
        </pc:spChg>
        <pc:spChg chg="mod">
          <ac:chgData name="Prentys Assis" userId="9e9e1f5991e00f07" providerId="LiveId" clId="{20466EFC-C897-4683-A3B6-7F78C0844F49}" dt="2024-09-02T01:07:00.857" v="1499" actId="20577"/>
          <ac:spMkLst>
            <pc:docMk/>
            <pc:sldMk cId="4129112138" sldId="272"/>
            <ac:spMk id="65" creationId="{B2ECBC32-5C84-44DA-E8BD-47AE3CE076C9}"/>
          </ac:spMkLst>
        </pc:spChg>
        <pc:grpChg chg="mod">
          <ac:chgData name="Prentys Assis" userId="9e9e1f5991e00f07" providerId="LiveId" clId="{20466EFC-C897-4683-A3B6-7F78C0844F49}" dt="2024-09-02T01:05:41.323" v="1408" actId="165"/>
          <ac:grpSpMkLst>
            <pc:docMk/>
            <pc:sldMk cId="4129112138" sldId="272"/>
            <ac:grpSpMk id="2" creationId="{55656487-7A90-C31B-1D29-AA9492617B32}"/>
          </ac:grpSpMkLst>
        </pc:grpChg>
        <pc:grpChg chg="add mod">
          <ac:chgData name="Prentys Assis" userId="9e9e1f5991e00f07" providerId="LiveId" clId="{20466EFC-C897-4683-A3B6-7F78C0844F49}" dt="2024-09-02T01:42:18.535" v="1604" actId="1076"/>
          <ac:grpSpMkLst>
            <pc:docMk/>
            <pc:sldMk cId="4129112138" sldId="272"/>
            <ac:grpSpMk id="5" creationId="{B51B9F1E-6618-DE26-F4AB-40AA0B74E68B}"/>
          </ac:grpSpMkLst>
        </pc:grpChg>
        <pc:grpChg chg="mod">
          <ac:chgData name="Prentys Assis" userId="9e9e1f5991e00f07" providerId="LiveId" clId="{20466EFC-C897-4683-A3B6-7F78C0844F49}" dt="2024-09-02T01:07:14.844" v="1504" actId="1076"/>
          <ac:grpSpMkLst>
            <pc:docMk/>
            <pc:sldMk cId="4129112138" sldId="272"/>
            <ac:grpSpMk id="6" creationId="{00000000-0000-0000-0000-000000000000}"/>
          </ac:grpSpMkLst>
        </pc:grpChg>
        <pc:grpChg chg="add mod">
          <ac:chgData name="Prentys Assis" userId="9e9e1f5991e00f07" providerId="LiveId" clId="{20466EFC-C897-4683-A3B6-7F78C0844F49}" dt="2024-09-02T01:09:00.802" v="1552" actId="1076"/>
          <ac:grpSpMkLst>
            <pc:docMk/>
            <pc:sldMk cId="4129112138" sldId="272"/>
            <ac:grpSpMk id="13" creationId="{826467B8-3E5A-F1C9-5811-113E162AE0B3}"/>
          </ac:grpSpMkLst>
        </pc:grpChg>
        <pc:grpChg chg="add mod">
          <ac:chgData name="Prentys Assis" userId="9e9e1f5991e00f07" providerId="LiveId" clId="{20466EFC-C897-4683-A3B6-7F78C0844F49}" dt="2024-09-02T01:40:04.999" v="1579" actId="164"/>
          <ac:grpSpMkLst>
            <pc:docMk/>
            <pc:sldMk cId="4129112138" sldId="272"/>
            <ac:grpSpMk id="30" creationId="{1E6A9020-1276-5585-EC2A-B22B8262BBE4}"/>
          </ac:grpSpMkLst>
        </pc:grpChg>
        <pc:grpChg chg="mod">
          <ac:chgData name="Prentys Assis" userId="9e9e1f5991e00f07" providerId="LiveId" clId="{20466EFC-C897-4683-A3B6-7F78C0844F49}" dt="2024-09-02T01:05:41.323" v="1408" actId="165"/>
          <ac:grpSpMkLst>
            <pc:docMk/>
            <pc:sldMk cId="4129112138" sldId="272"/>
            <ac:grpSpMk id="35" creationId="{5EF2D7F9-04D9-49AB-F343-AAA25731547B}"/>
          </ac:grpSpMkLst>
        </pc:grpChg>
        <pc:grpChg chg="mod topLvl">
          <ac:chgData name="Prentys Assis" userId="9e9e1f5991e00f07" providerId="LiveId" clId="{20466EFC-C897-4683-A3B6-7F78C0844F49}" dt="2024-09-02T01:05:47.909" v="1409" actId="164"/>
          <ac:grpSpMkLst>
            <pc:docMk/>
            <pc:sldMk cId="4129112138" sldId="272"/>
            <ac:grpSpMk id="38" creationId="{5CA8C21A-F57C-45EC-B723-17C60DF1240E}"/>
          </ac:grpSpMkLst>
        </pc:grpChg>
        <pc:grpChg chg="del">
          <ac:chgData name="Prentys Assis" userId="9e9e1f5991e00f07" providerId="LiveId" clId="{20466EFC-C897-4683-A3B6-7F78C0844F49}" dt="2024-09-02T01:05:41.323" v="1408" actId="165"/>
          <ac:grpSpMkLst>
            <pc:docMk/>
            <pc:sldMk cId="4129112138" sldId="272"/>
            <ac:grpSpMk id="42" creationId="{2A7B2A3F-EB0A-A965-B7BC-91C85C5D1B6F}"/>
          </ac:grpSpMkLst>
        </pc:grpChg>
        <pc:grpChg chg="del">
          <ac:chgData name="Prentys Assis" userId="9e9e1f5991e00f07" providerId="LiveId" clId="{20466EFC-C897-4683-A3B6-7F78C0844F49}" dt="2024-09-02T01:06:47.364" v="1489" actId="478"/>
          <ac:grpSpMkLst>
            <pc:docMk/>
            <pc:sldMk cId="4129112138" sldId="272"/>
            <ac:grpSpMk id="54" creationId="{6B4C1BD6-DDBB-18DC-0C2E-D7B45FEAA58B}"/>
          </ac:grpSpMkLst>
        </pc:grpChg>
        <pc:grpChg chg="del">
          <ac:chgData name="Prentys Assis" userId="9e9e1f5991e00f07" providerId="LiveId" clId="{20466EFC-C897-4683-A3B6-7F78C0844F49}" dt="2024-09-02T01:06:49.029" v="1490" actId="478"/>
          <ac:grpSpMkLst>
            <pc:docMk/>
            <pc:sldMk cId="4129112138" sldId="272"/>
            <ac:grpSpMk id="55" creationId="{04C76C7E-747A-B8E9-B3B3-6ED2CEDF107C}"/>
          </ac:grpSpMkLst>
        </pc:grpChg>
        <pc:grpChg chg="del">
          <ac:chgData name="Prentys Assis" userId="9e9e1f5991e00f07" providerId="LiveId" clId="{20466EFC-C897-4683-A3B6-7F78C0844F49}" dt="2024-09-02T01:06:50.091" v="1491" actId="478"/>
          <ac:grpSpMkLst>
            <pc:docMk/>
            <pc:sldMk cId="4129112138" sldId="272"/>
            <ac:grpSpMk id="56" creationId="{7C37CC87-C6A7-758C-F60E-6137FD192CFF}"/>
          </ac:grpSpMkLst>
        </pc:grpChg>
        <pc:grpChg chg="mod">
          <ac:chgData name="Prentys Assis" userId="9e9e1f5991e00f07" providerId="LiveId" clId="{20466EFC-C897-4683-A3B6-7F78C0844F49}" dt="2024-09-02T01:08:40.053" v="1539" actId="1076"/>
          <ac:grpSpMkLst>
            <pc:docMk/>
            <pc:sldMk cId="4129112138" sldId="272"/>
            <ac:grpSpMk id="57" creationId="{D6032226-812B-20A4-BB76-EF3C152CB1AD}"/>
          </ac:grpSpMkLst>
        </pc:grpChg>
        <pc:grpChg chg="del mod">
          <ac:chgData name="Prentys Assis" userId="9e9e1f5991e00f07" providerId="LiveId" clId="{20466EFC-C897-4683-A3B6-7F78C0844F49}" dt="2024-09-02T01:08:07.606" v="1537" actId="478"/>
          <ac:grpSpMkLst>
            <pc:docMk/>
            <pc:sldMk cId="4129112138" sldId="272"/>
            <ac:grpSpMk id="60" creationId="{C74F2467-92BB-FCF0-051C-AEB5C5D190A8}"/>
          </ac:grpSpMkLst>
        </pc:grpChg>
        <pc:grpChg chg="add del mod">
          <ac:chgData name="Prentys Assis" userId="9e9e1f5991e00f07" providerId="LiveId" clId="{20466EFC-C897-4683-A3B6-7F78C0844F49}" dt="2024-09-02T01:40:27.906" v="1586" actId="478"/>
          <ac:grpSpMkLst>
            <pc:docMk/>
            <pc:sldMk cId="4129112138" sldId="272"/>
            <ac:grpSpMk id="63" creationId="{FCC45FD8-6DBE-AE1C-FC1E-9910C7D3449C}"/>
          </ac:grpSpMkLst>
        </pc:grpChg>
        <pc:picChg chg="mod modCrop">
          <ac:chgData name="Prentys Assis" userId="9e9e1f5991e00f07" providerId="LiveId" clId="{20466EFC-C897-4683-A3B6-7F78C0844F49}" dt="2024-09-02T01:05:41.323" v="1408" actId="165"/>
          <ac:picMkLst>
            <pc:docMk/>
            <pc:sldMk cId="4129112138" sldId="272"/>
            <ac:picMk id="34" creationId="{DB4AAD6A-B512-AF1B-6F50-9459A752F3FC}"/>
          </ac:picMkLst>
        </pc:picChg>
        <pc:picChg chg="mod topLvl">
          <ac:chgData name="Prentys Assis" userId="9e9e1f5991e00f07" providerId="LiveId" clId="{20466EFC-C897-4683-A3B6-7F78C0844F49}" dt="2024-09-02T01:05:47.909" v="1409" actId="164"/>
          <ac:picMkLst>
            <pc:docMk/>
            <pc:sldMk cId="4129112138" sldId="272"/>
            <ac:picMk id="40" creationId="{E02AB5E4-5F9D-0A27-D7CF-FFF1772CB26E}"/>
          </ac:picMkLst>
        </pc:picChg>
        <pc:cxnChg chg="mod">
          <ac:chgData name="Prentys Assis" userId="9e9e1f5991e00f07" providerId="LiveId" clId="{20466EFC-C897-4683-A3B6-7F78C0844F49}" dt="2024-09-02T01:08:52.621" v="1551"/>
          <ac:cxnSpMkLst>
            <pc:docMk/>
            <pc:sldMk cId="4129112138" sldId="272"/>
            <ac:cxnSpMk id="14" creationId="{B3E2562A-6FC3-5F30-FDFA-E9BA13412852}"/>
          </ac:cxnSpMkLst>
        </pc:cxnChg>
        <pc:cxnChg chg="del mod topLvl">
          <ac:chgData name="Prentys Assis" userId="9e9e1f5991e00f07" providerId="LiveId" clId="{20466EFC-C897-4683-A3B6-7F78C0844F49}" dt="2024-09-02T01:08:07.606" v="1537" actId="478"/>
          <ac:cxnSpMkLst>
            <pc:docMk/>
            <pc:sldMk cId="4129112138" sldId="272"/>
            <ac:cxnSpMk id="61" creationId="{7B8C00EF-49B9-8129-455D-EBC0F6733E21}"/>
          </ac:cxnSpMkLst>
        </pc:cxnChg>
      </pc:sldChg>
      <pc:sldChg chg="add del">
        <pc:chgData name="Prentys Assis" userId="9e9e1f5991e00f07" providerId="LiveId" clId="{20466EFC-C897-4683-A3B6-7F78C0844F49}" dt="2024-09-01T21:32:54.143" v="4" actId="2890"/>
        <pc:sldMkLst>
          <pc:docMk/>
          <pc:sldMk cId="3536340687" sldId="273"/>
        </pc:sldMkLst>
      </pc:sldChg>
    </pc:docChg>
  </pc:docChgLst>
  <pc:docChgLst>
    <pc:chgData name="Prentys Assis" userId="9e9e1f5991e00f07" providerId="LiveId" clId="{A2969369-7AF6-48E3-8719-3E081EC83BD2}"/>
    <pc:docChg chg="undo custSel addSld delSld modSld sldOrd">
      <pc:chgData name="Prentys Assis" userId="9e9e1f5991e00f07" providerId="LiveId" clId="{A2969369-7AF6-48E3-8719-3E081EC83BD2}" dt="2024-06-24T02:44:10.775" v="2206" actId="6549"/>
      <pc:docMkLst>
        <pc:docMk/>
      </pc:docMkLst>
      <pc:sldChg chg="addSp delSp modSp mod modTransition">
        <pc:chgData name="Prentys Assis" userId="9e9e1f5991e00f07" providerId="LiveId" clId="{A2969369-7AF6-48E3-8719-3E081EC83BD2}" dt="2024-06-23T23:56:50.258" v="628" actId="790"/>
        <pc:sldMkLst>
          <pc:docMk/>
          <pc:sldMk cId="0" sldId="256"/>
        </pc:sldMkLst>
        <pc:spChg chg="add del mod topLvl">
          <ac:chgData name="Prentys Assis" userId="9e9e1f5991e00f07" providerId="LiveId" clId="{A2969369-7AF6-48E3-8719-3E081EC83BD2}" dt="2024-06-22T21:49:43.772" v="43" actId="478"/>
          <ac:spMkLst>
            <pc:docMk/>
            <pc:sldMk cId="0" sldId="256"/>
            <ac:spMk id="3" creationId="{00000000-0000-0000-0000-000000000000}"/>
          </ac:spMkLst>
        </pc:spChg>
        <pc:spChg chg="mod">
          <ac:chgData name="Prentys Assis" userId="9e9e1f5991e00f07" providerId="LiveId" clId="{A2969369-7AF6-48E3-8719-3E081EC83BD2}" dt="2024-06-22T21:55:01.562" v="126" actId="20577"/>
          <ac:spMkLst>
            <pc:docMk/>
            <pc:sldMk cId="0" sldId="256"/>
            <ac:spMk id="38" creationId="{00000000-0000-0000-0000-000000000000}"/>
          </ac:spMkLst>
        </pc:spChg>
        <pc:spChg chg="mod">
          <ac:chgData name="Prentys Assis" userId="9e9e1f5991e00f07" providerId="LiveId" clId="{A2969369-7AF6-48E3-8719-3E081EC83BD2}" dt="2024-06-23T23:56:50.258" v="628" actId="790"/>
          <ac:spMkLst>
            <pc:docMk/>
            <pc:sldMk cId="0" sldId="256"/>
            <ac:spMk id="40" creationId="{00000000-0000-0000-0000-000000000000}"/>
          </ac:spMkLst>
        </pc:spChg>
        <pc:spChg chg="mod">
          <ac:chgData name="Prentys Assis" userId="9e9e1f5991e00f07" providerId="LiveId" clId="{A2969369-7AF6-48E3-8719-3E081EC83BD2}" dt="2024-06-22T21:50:04.781" v="52"/>
          <ac:spMkLst>
            <pc:docMk/>
            <pc:sldMk cId="0" sldId="256"/>
            <ac:spMk id="43" creationId="{87AA8F87-5073-6960-678B-0B7AE855D65F}"/>
          </ac:spMkLst>
        </pc:spChg>
        <pc:spChg chg="mod">
          <ac:chgData name="Prentys Assis" userId="9e9e1f5991e00f07" providerId="LiveId" clId="{A2969369-7AF6-48E3-8719-3E081EC83BD2}" dt="2024-06-22T21:50:12.686" v="53"/>
          <ac:spMkLst>
            <pc:docMk/>
            <pc:sldMk cId="0" sldId="256"/>
            <ac:spMk id="45" creationId="{FBAA76C0-ED0E-1460-220B-FCD24C4B11A3}"/>
          </ac:spMkLst>
        </pc:spChg>
        <pc:grpChg chg="del">
          <ac:chgData name="Prentys Assis" userId="9e9e1f5991e00f07" providerId="LiveId" clId="{A2969369-7AF6-48E3-8719-3E081EC83BD2}" dt="2024-06-22T21:49:26.063" v="0" actId="478"/>
          <ac:grpSpMkLst>
            <pc:docMk/>
            <pc:sldMk cId="0" sldId="256"/>
            <ac:grpSpMk id="2" creationId="{00000000-0000-0000-0000-000000000000}"/>
          </ac:grpSpMkLst>
        </pc:grpChg>
        <pc:grpChg chg="mod">
          <ac:chgData name="Prentys Assis" userId="9e9e1f5991e00f07" providerId="LiveId" clId="{A2969369-7AF6-48E3-8719-3E081EC83BD2}" dt="2024-06-23T23:56:38.553" v="617" actId="1076"/>
          <ac:grpSpMkLst>
            <pc:docMk/>
            <pc:sldMk cId="0" sldId="256"/>
            <ac:grpSpMk id="11" creationId="{00000000-0000-0000-0000-000000000000}"/>
          </ac:grpSpMkLst>
        </pc:grpChg>
        <pc:grpChg chg="add mod">
          <ac:chgData name="Prentys Assis" userId="9e9e1f5991e00f07" providerId="LiveId" clId="{A2969369-7AF6-48E3-8719-3E081EC83BD2}" dt="2024-06-22T21:50:04.781" v="52"/>
          <ac:grpSpMkLst>
            <pc:docMk/>
            <pc:sldMk cId="0" sldId="256"/>
            <ac:grpSpMk id="42" creationId="{3AB16A58-0295-94A5-E9A0-E3A4251712D0}"/>
          </ac:grpSpMkLst>
        </pc:grpChg>
        <pc:grpChg chg="add del mod">
          <ac:chgData name="Prentys Assis" userId="9e9e1f5991e00f07" providerId="LiveId" clId="{A2969369-7AF6-48E3-8719-3E081EC83BD2}" dt="2024-06-22T21:50:31.012" v="55" actId="478"/>
          <ac:grpSpMkLst>
            <pc:docMk/>
            <pc:sldMk cId="0" sldId="256"/>
            <ac:grpSpMk id="44" creationId="{D091C80D-380E-4DD6-3054-063A06EE959F}"/>
          </ac:grpSpMkLst>
        </pc:grpChg>
      </pc:sldChg>
      <pc:sldChg chg="delSp del mod">
        <pc:chgData name="Prentys Assis" userId="9e9e1f5991e00f07" providerId="LiveId" clId="{A2969369-7AF6-48E3-8719-3E081EC83BD2}" dt="2024-06-24T00:30:43.119" v="1312" actId="47"/>
        <pc:sldMkLst>
          <pc:docMk/>
          <pc:sldMk cId="0" sldId="257"/>
        </pc:sldMkLst>
        <pc:grpChg chg="del">
          <ac:chgData name="Prentys Assis" userId="9e9e1f5991e00f07" providerId="LiveId" clId="{A2969369-7AF6-48E3-8719-3E081EC83BD2}" dt="2024-06-22T21:49:45.930" v="44" actId="478"/>
          <ac:grpSpMkLst>
            <pc:docMk/>
            <pc:sldMk cId="0" sldId="257"/>
            <ac:grpSpMk id="2" creationId="{00000000-0000-0000-0000-000000000000}"/>
          </ac:grpSpMkLst>
        </pc:grpChg>
      </pc:sldChg>
      <pc:sldChg chg="delSp mod">
        <pc:chgData name="Prentys Assis" userId="9e9e1f5991e00f07" providerId="LiveId" clId="{A2969369-7AF6-48E3-8719-3E081EC83BD2}" dt="2024-06-22T21:49:47.697" v="45" actId="478"/>
        <pc:sldMkLst>
          <pc:docMk/>
          <pc:sldMk cId="0" sldId="258"/>
        </pc:sldMkLst>
        <pc:grpChg chg="del">
          <ac:chgData name="Prentys Assis" userId="9e9e1f5991e00f07" providerId="LiveId" clId="{A2969369-7AF6-48E3-8719-3E081EC83BD2}" dt="2024-06-22T21:49:47.697" v="45" actId="478"/>
          <ac:grpSpMkLst>
            <pc:docMk/>
            <pc:sldMk cId="0" sldId="258"/>
            <ac:grpSpMk id="2" creationId="{00000000-0000-0000-0000-000000000000}"/>
          </ac:grpSpMkLst>
        </pc:grpChg>
      </pc:sldChg>
      <pc:sldChg chg="del">
        <pc:chgData name="Prentys Assis" userId="9e9e1f5991e00f07" providerId="LiveId" clId="{A2969369-7AF6-48E3-8719-3E081EC83BD2}" dt="2024-06-22T21:49:49.673" v="46" actId="47"/>
        <pc:sldMkLst>
          <pc:docMk/>
          <pc:sldMk cId="0" sldId="259"/>
        </pc:sldMkLst>
      </pc:sldChg>
      <pc:sldChg chg="delSp mod">
        <pc:chgData name="Prentys Assis" userId="9e9e1f5991e00f07" providerId="LiveId" clId="{A2969369-7AF6-48E3-8719-3E081EC83BD2}" dt="2024-06-22T21:49:51.568" v="47" actId="478"/>
        <pc:sldMkLst>
          <pc:docMk/>
          <pc:sldMk cId="0" sldId="260"/>
        </pc:sldMkLst>
        <pc:grpChg chg="del">
          <ac:chgData name="Prentys Assis" userId="9e9e1f5991e00f07" providerId="LiveId" clId="{A2969369-7AF6-48E3-8719-3E081EC83BD2}" dt="2024-06-22T21:49:51.568" v="47" actId="478"/>
          <ac:grpSpMkLst>
            <pc:docMk/>
            <pc:sldMk cId="0" sldId="260"/>
            <ac:grpSpMk id="2" creationId="{00000000-0000-0000-0000-000000000000}"/>
          </ac:grpSpMkLst>
        </pc:grpChg>
      </pc:sldChg>
      <pc:sldChg chg="delSp mod">
        <pc:chgData name="Prentys Assis" userId="9e9e1f5991e00f07" providerId="LiveId" clId="{A2969369-7AF6-48E3-8719-3E081EC83BD2}" dt="2024-06-22T21:49:53.048" v="48" actId="478"/>
        <pc:sldMkLst>
          <pc:docMk/>
          <pc:sldMk cId="0" sldId="261"/>
        </pc:sldMkLst>
        <pc:grpChg chg="del">
          <ac:chgData name="Prentys Assis" userId="9e9e1f5991e00f07" providerId="LiveId" clId="{A2969369-7AF6-48E3-8719-3E081EC83BD2}" dt="2024-06-22T21:49:53.048" v="48" actId="478"/>
          <ac:grpSpMkLst>
            <pc:docMk/>
            <pc:sldMk cId="0" sldId="261"/>
            <ac:grpSpMk id="2" creationId="{00000000-0000-0000-0000-000000000000}"/>
          </ac:grpSpMkLst>
        </pc:grpChg>
      </pc:sldChg>
      <pc:sldChg chg="delSp mod">
        <pc:chgData name="Prentys Assis" userId="9e9e1f5991e00f07" providerId="LiveId" clId="{A2969369-7AF6-48E3-8719-3E081EC83BD2}" dt="2024-06-22T21:49:54.918" v="49" actId="478"/>
        <pc:sldMkLst>
          <pc:docMk/>
          <pc:sldMk cId="0" sldId="262"/>
        </pc:sldMkLst>
        <pc:grpChg chg="del">
          <ac:chgData name="Prentys Assis" userId="9e9e1f5991e00f07" providerId="LiveId" clId="{A2969369-7AF6-48E3-8719-3E081EC83BD2}" dt="2024-06-22T21:49:54.918" v="49" actId="478"/>
          <ac:grpSpMkLst>
            <pc:docMk/>
            <pc:sldMk cId="0" sldId="262"/>
            <ac:grpSpMk id="2" creationId="{00000000-0000-0000-0000-000000000000}"/>
          </ac:grpSpMkLst>
        </pc:grpChg>
      </pc:sldChg>
      <pc:sldChg chg="delSp mod">
        <pc:chgData name="Prentys Assis" userId="9e9e1f5991e00f07" providerId="LiveId" clId="{A2969369-7AF6-48E3-8719-3E081EC83BD2}" dt="2024-06-22T21:49:57.336" v="50" actId="478"/>
        <pc:sldMkLst>
          <pc:docMk/>
          <pc:sldMk cId="0" sldId="263"/>
        </pc:sldMkLst>
        <pc:grpChg chg="del">
          <ac:chgData name="Prentys Assis" userId="9e9e1f5991e00f07" providerId="LiveId" clId="{A2969369-7AF6-48E3-8719-3E081EC83BD2}" dt="2024-06-22T21:49:57.336" v="50" actId="478"/>
          <ac:grpSpMkLst>
            <pc:docMk/>
            <pc:sldMk cId="0" sldId="263"/>
            <ac:grpSpMk id="2" creationId="{00000000-0000-0000-0000-000000000000}"/>
          </ac:grpSpMkLst>
        </pc:grpChg>
      </pc:sldChg>
      <pc:sldChg chg="addSp delSp modSp mod ord modTransition modAnim">
        <pc:chgData name="Prentys Assis" userId="9e9e1f5991e00f07" providerId="LiveId" clId="{A2969369-7AF6-48E3-8719-3E081EC83BD2}" dt="2024-06-24T00:08:23.745" v="846"/>
        <pc:sldMkLst>
          <pc:docMk/>
          <pc:sldMk cId="0" sldId="264"/>
        </pc:sldMkLst>
        <pc:spChg chg="add mod">
          <ac:chgData name="Prentys Assis" userId="9e9e1f5991e00f07" providerId="LiveId" clId="{A2969369-7AF6-48E3-8719-3E081EC83BD2}" dt="2024-06-24T00:08:01.080" v="843" actId="1076"/>
          <ac:spMkLst>
            <pc:docMk/>
            <pc:sldMk cId="0" sldId="264"/>
            <ac:spMk id="3" creationId="{09FCEE92-0266-7900-B28D-EA43BA1A39DA}"/>
          </ac:spMkLst>
        </pc:spChg>
        <pc:spChg chg="mod">
          <ac:chgData name="Prentys Assis" userId="9e9e1f5991e00f07" providerId="LiveId" clId="{A2969369-7AF6-48E3-8719-3E081EC83BD2}" dt="2024-06-24T00:07:47.177" v="837" actId="1076"/>
          <ac:spMkLst>
            <pc:docMk/>
            <pc:sldMk cId="0" sldId="264"/>
            <ac:spMk id="4" creationId="{00000000-0000-0000-0000-000000000000}"/>
          </ac:spMkLst>
        </pc:spChg>
        <pc:spChg chg="mod">
          <ac:chgData name="Prentys Assis" userId="9e9e1f5991e00f07" providerId="LiveId" clId="{A2969369-7AF6-48E3-8719-3E081EC83BD2}" dt="2024-06-24T00:08:10.535" v="845" actId="313"/>
          <ac:spMkLst>
            <pc:docMk/>
            <pc:sldMk cId="0" sldId="264"/>
            <ac:spMk id="8" creationId="{00000000-0000-0000-0000-000000000000}"/>
          </ac:spMkLst>
        </pc:spChg>
        <pc:spChg chg="mod">
          <ac:chgData name="Prentys Assis" userId="9e9e1f5991e00f07" providerId="LiveId" clId="{A2969369-7AF6-48E3-8719-3E081EC83BD2}" dt="2024-06-24T00:05:05.322" v="773" actId="1037"/>
          <ac:spMkLst>
            <pc:docMk/>
            <pc:sldMk cId="0" sldId="264"/>
            <ac:spMk id="14" creationId="{00000000-0000-0000-0000-000000000000}"/>
          </ac:spMkLst>
        </pc:spChg>
        <pc:spChg chg="del">
          <ac:chgData name="Prentys Assis" userId="9e9e1f5991e00f07" providerId="LiveId" clId="{A2969369-7AF6-48E3-8719-3E081EC83BD2}" dt="2024-06-24T00:04:15.671" v="679" actId="478"/>
          <ac:spMkLst>
            <pc:docMk/>
            <pc:sldMk cId="0" sldId="264"/>
            <ac:spMk id="15" creationId="{00000000-0000-0000-0000-000000000000}"/>
          </ac:spMkLst>
        </pc:spChg>
        <pc:grpChg chg="del">
          <ac:chgData name="Prentys Assis" userId="9e9e1f5991e00f07" providerId="LiveId" clId="{A2969369-7AF6-48E3-8719-3E081EC83BD2}" dt="2024-06-22T21:50:00.732" v="51" actId="478"/>
          <ac:grpSpMkLst>
            <pc:docMk/>
            <pc:sldMk cId="0" sldId="264"/>
            <ac:grpSpMk id="2" creationId="{00000000-0000-0000-0000-000000000000}"/>
          </ac:grpSpMkLst>
        </pc:grpChg>
        <pc:grpChg chg="mod">
          <ac:chgData name="Prentys Assis" userId="9e9e1f5991e00f07" providerId="LiveId" clId="{A2969369-7AF6-48E3-8719-3E081EC83BD2}" dt="2024-06-24T00:00:08.160" v="634" actId="1076"/>
          <ac:grpSpMkLst>
            <pc:docMk/>
            <pc:sldMk cId="0" sldId="264"/>
            <ac:grpSpMk id="5" creationId="{00000000-0000-0000-0000-000000000000}"/>
          </ac:grpSpMkLst>
        </pc:grpChg>
        <pc:picChg chg="add mod">
          <ac:chgData name="Prentys Assis" userId="9e9e1f5991e00f07" providerId="LiveId" clId="{A2969369-7AF6-48E3-8719-3E081EC83BD2}" dt="2024-06-24T00:04:26.884" v="684" actId="1076"/>
          <ac:picMkLst>
            <pc:docMk/>
            <pc:sldMk cId="0" sldId="264"/>
            <ac:picMk id="2" creationId="{D4E7AA32-3250-6A25-B845-9FDF68F0D975}"/>
          </ac:picMkLst>
        </pc:picChg>
      </pc:sldChg>
      <pc:sldChg chg="addSp delSp modSp add mod ord modTransition delAnim modAnim">
        <pc:chgData name="Prentys Assis" userId="9e9e1f5991e00f07" providerId="LiveId" clId="{A2969369-7AF6-48E3-8719-3E081EC83BD2}" dt="2024-06-24T00:30:13.446" v="1310" actId="478"/>
        <pc:sldMkLst>
          <pc:docMk/>
          <pc:sldMk cId="824379047" sldId="267"/>
        </pc:sldMkLst>
        <pc:spChg chg="add mod">
          <ac:chgData name="Prentys Assis" userId="9e9e1f5991e00f07" providerId="LiveId" clId="{A2969369-7AF6-48E3-8719-3E081EC83BD2}" dt="2024-06-24T00:13:52.344" v="911" actId="207"/>
          <ac:spMkLst>
            <pc:docMk/>
            <pc:sldMk cId="824379047" sldId="267"/>
            <ac:spMk id="4" creationId="{8BD2F935-273C-772F-408A-F2FDF5100711}"/>
          </ac:spMkLst>
        </pc:spChg>
        <pc:spChg chg="del topLvl">
          <ac:chgData name="Prentys Assis" userId="9e9e1f5991e00f07" providerId="LiveId" clId="{A2969369-7AF6-48E3-8719-3E081EC83BD2}" dt="2024-06-22T21:55:56.355" v="138" actId="478"/>
          <ac:spMkLst>
            <pc:docMk/>
            <pc:sldMk cId="824379047" sldId="267"/>
            <ac:spMk id="14" creationId="{00000000-0000-0000-0000-000000000000}"/>
          </ac:spMkLst>
        </pc:spChg>
        <pc:spChg chg="del topLvl">
          <ac:chgData name="Prentys Assis" userId="9e9e1f5991e00f07" providerId="LiveId" clId="{A2969369-7AF6-48E3-8719-3E081EC83BD2}" dt="2024-06-22T21:55:59.839" v="139" actId="478"/>
          <ac:spMkLst>
            <pc:docMk/>
            <pc:sldMk cId="824379047" sldId="267"/>
            <ac:spMk id="15" creationId="{00000000-0000-0000-0000-000000000000}"/>
          </ac:spMkLst>
        </pc:spChg>
        <pc:spChg chg="del mod">
          <ac:chgData name="Prentys Assis" userId="9e9e1f5991e00f07" providerId="LiveId" clId="{A2969369-7AF6-48E3-8719-3E081EC83BD2}" dt="2024-06-22T21:56:01.232" v="140" actId="478"/>
          <ac:spMkLst>
            <pc:docMk/>
            <pc:sldMk cId="824379047" sldId="267"/>
            <ac:spMk id="16" creationId="{00000000-0000-0000-0000-000000000000}"/>
          </ac:spMkLst>
        </pc:spChg>
        <pc:spChg chg="del mod">
          <ac:chgData name="Prentys Assis" userId="9e9e1f5991e00f07" providerId="LiveId" clId="{A2969369-7AF6-48E3-8719-3E081EC83BD2}" dt="2024-06-22T21:56:04.737" v="144" actId="478"/>
          <ac:spMkLst>
            <pc:docMk/>
            <pc:sldMk cId="824379047" sldId="267"/>
            <ac:spMk id="17" creationId="{00000000-0000-0000-0000-000000000000}"/>
          </ac:spMkLst>
        </pc:spChg>
        <pc:spChg chg="del">
          <ac:chgData name="Prentys Assis" userId="9e9e1f5991e00f07" providerId="LiveId" clId="{A2969369-7AF6-48E3-8719-3E081EC83BD2}" dt="2024-06-22T21:56:02.438" v="142" actId="478"/>
          <ac:spMkLst>
            <pc:docMk/>
            <pc:sldMk cId="824379047" sldId="267"/>
            <ac:spMk id="21" creationId="{00000000-0000-0000-0000-000000000000}"/>
          </ac:spMkLst>
        </pc:spChg>
        <pc:spChg chg="add mod">
          <ac:chgData name="Prentys Assis" userId="9e9e1f5991e00f07" providerId="LiveId" clId="{A2969369-7AF6-48E3-8719-3E081EC83BD2}" dt="2024-06-24T00:26:52.247" v="1029" actId="1035"/>
          <ac:spMkLst>
            <pc:docMk/>
            <pc:sldMk cId="824379047" sldId="267"/>
            <ac:spMk id="27" creationId="{F9FBB020-DCA2-4E8E-240C-3188EC7D04BC}"/>
          </ac:spMkLst>
        </pc:spChg>
        <pc:spChg chg="add mod">
          <ac:chgData name="Prentys Assis" userId="9e9e1f5991e00f07" providerId="LiveId" clId="{A2969369-7AF6-48E3-8719-3E081EC83BD2}" dt="2024-06-24T00:30:06.059" v="1308" actId="20577"/>
          <ac:spMkLst>
            <pc:docMk/>
            <pc:sldMk cId="824379047" sldId="267"/>
            <ac:spMk id="28" creationId="{368A57EF-0D54-643E-5C37-04587875FF59}"/>
          </ac:spMkLst>
        </pc:spChg>
        <pc:spChg chg="del mod">
          <ac:chgData name="Prentys Assis" userId="9e9e1f5991e00f07" providerId="LiveId" clId="{A2969369-7AF6-48E3-8719-3E081EC83BD2}" dt="2024-06-22T21:55:53.675" v="135" actId="478"/>
          <ac:spMkLst>
            <pc:docMk/>
            <pc:sldMk cId="824379047" sldId="267"/>
            <ac:spMk id="30" creationId="{00000000-0000-0000-0000-000000000000}"/>
          </ac:spMkLst>
        </pc:spChg>
        <pc:spChg chg="mod">
          <ac:chgData name="Prentys Assis" userId="9e9e1f5991e00f07" providerId="LiveId" clId="{A2969369-7AF6-48E3-8719-3E081EC83BD2}" dt="2024-06-22T21:56:06.131" v="145"/>
          <ac:spMkLst>
            <pc:docMk/>
            <pc:sldMk cId="824379047" sldId="267"/>
            <ac:spMk id="31" creationId="{E5420FD2-FBC0-BC49-5D47-0BB31F32EC0A}"/>
          </ac:spMkLst>
        </pc:spChg>
        <pc:spChg chg="mod">
          <ac:chgData name="Prentys Assis" userId="9e9e1f5991e00f07" providerId="LiveId" clId="{A2969369-7AF6-48E3-8719-3E081EC83BD2}" dt="2024-06-22T21:56:06.131" v="145"/>
          <ac:spMkLst>
            <pc:docMk/>
            <pc:sldMk cId="824379047" sldId="267"/>
            <ac:spMk id="34" creationId="{2916DB4F-3CAE-84F0-CC73-131E148B1AD0}"/>
          </ac:spMkLst>
        </pc:spChg>
        <pc:spChg chg="mod topLvl">
          <ac:chgData name="Prentys Assis" userId="9e9e1f5991e00f07" providerId="LiveId" clId="{A2969369-7AF6-48E3-8719-3E081EC83BD2}" dt="2024-06-22T22:08:29.069" v="402" actId="165"/>
          <ac:spMkLst>
            <pc:docMk/>
            <pc:sldMk cId="824379047" sldId="267"/>
            <ac:spMk id="36" creationId="{EBC42097-CCA6-EC9D-E55D-375C9F6CB1FF}"/>
          </ac:spMkLst>
        </pc:spChg>
        <pc:spChg chg="mod topLvl">
          <ac:chgData name="Prentys Assis" userId="9e9e1f5991e00f07" providerId="LiveId" clId="{A2969369-7AF6-48E3-8719-3E081EC83BD2}" dt="2024-06-22T21:56:42.666" v="155" actId="478"/>
          <ac:spMkLst>
            <pc:docMk/>
            <pc:sldMk cId="824379047" sldId="267"/>
            <ac:spMk id="40" creationId="{F8AB1FE2-1049-683E-EB92-7FC57107BEB1}"/>
          </ac:spMkLst>
        </pc:spChg>
        <pc:spChg chg="mod">
          <ac:chgData name="Prentys Assis" userId="9e9e1f5991e00f07" providerId="LiveId" clId="{A2969369-7AF6-48E3-8719-3E081EC83BD2}" dt="2024-06-22T21:56:06.131" v="145"/>
          <ac:spMkLst>
            <pc:docMk/>
            <pc:sldMk cId="824379047" sldId="267"/>
            <ac:spMk id="43" creationId="{ADCD82A7-09F6-8F55-0D70-402129101EDA}"/>
          </ac:spMkLst>
        </pc:spChg>
        <pc:spChg chg="mod">
          <ac:chgData name="Prentys Assis" userId="9e9e1f5991e00f07" providerId="LiveId" clId="{A2969369-7AF6-48E3-8719-3E081EC83BD2}" dt="2024-06-22T21:56:06.131" v="145"/>
          <ac:spMkLst>
            <pc:docMk/>
            <pc:sldMk cId="824379047" sldId="267"/>
            <ac:spMk id="46" creationId="{5F86EE46-0DF1-A43C-AA82-328FE1589AF0}"/>
          </ac:spMkLst>
        </pc:spChg>
        <pc:spChg chg="add del mod">
          <ac:chgData name="Prentys Assis" userId="9e9e1f5991e00f07" providerId="LiveId" clId="{A2969369-7AF6-48E3-8719-3E081EC83BD2}" dt="2024-06-22T21:56:16.745" v="150" actId="478"/>
          <ac:spMkLst>
            <pc:docMk/>
            <pc:sldMk cId="824379047" sldId="267"/>
            <ac:spMk id="47" creationId="{17410FFD-DD1C-AE41-90FF-17CC87DD8AD8}"/>
          </ac:spMkLst>
        </pc:spChg>
        <pc:spChg chg="mod">
          <ac:chgData name="Prentys Assis" userId="9e9e1f5991e00f07" providerId="LiveId" clId="{A2969369-7AF6-48E3-8719-3E081EC83BD2}" dt="2024-06-22T21:56:06.131" v="145"/>
          <ac:spMkLst>
            <pc:docMk/>
            <pc:sldMk cId="824379047" sldId="267"/>
            <ac:spMk id="50" creationId="{2C4535B5-BD82-E873-2D5D-1B1F010AF7D5}"/>
          </ac:spMkLst>
        </pc:spChg>
        <pc:spChg chg="add mod">
          <ac:chgData name="Prentys Assis" userId="9e9e1f5991e00f07" providerId="LiveId" clId="{A2969369-7AF6-48E3-8719-3E081EC83BD2}" dt="2024-06-22T21:56:09.185" v="146" actId="1076"/>
          <ac:spMkLst>
            <pc:docMk/>
            <pc:sldMk cId="824379047" sldId="267"/>
            <ac:spMk id="53" creationId="{D95AA533-3159-9F33-FBD1-A170C416FECD}"/>
          </ac:spMkLst>
        </pc:spChg>
        <pc:spChg chg="add mod">
          <ac:chgData name="Prentys Assis" userId="9e9e1f5991e00f07" providerId="LiveId" clId="{A2969369-7AF6-48E3-8719-3E081EC83BD2}" dt="2024-06-22T21:56:09.185" v="146" actId="1076"/>
          <ac:spMkLst>
            <pc:docMk/>
            <pc:sldMk cId="824379047" sldId="267"/>
            <ac:spMk id="57" creationId="{5CCEFE02-83BB-AD83-4340-9F8119EACADC}"/>
          </ac:spMkLst>
        </pc:spChg>
        <pc:spChg chg="add mod">
          <ac:chgData name="Prentys Assis" userId="9e9e1f5991e00f07" providerId="LiveId" clId="{A2969369-7AF6-48E3-8719-3E081EC83BD2}" dt="2024-06-22T21:56:09.185" v="146" actId="1076"/>
          <ac:spMkLst>
            <pc:docMk/>
            <pc:sldMk cId="824379047" sldId="267"/>
            <ac:spMk id="58" creationId="{099D1B3E-0118-E2A8-B927-2999AE25E2F0}"/>
          </ac:spMkLst>
        </pc:spChg>
        <pc:spChg chg="mod">
          <ac:chgData name="Prentys Assis" userId="9e9e1f5991e00f07" providerId="LiveId" clId="{A2969369-7AF6-48E3-8719-3E081EC83BD2}" dt="2024-06-22T21:56:06.131" v="145"/>
          <ac:spMkLst>
            <pc:docMk/>
            <pc:sldMk cId="824379047" sldId="267"/>
            <ac:spMk id="62" creationId="{338E8DDD-C6A3-5411-9613-5AEB45429A2F}"/>
          </ac:spMkLst>
        </pc:spChg>
        <pc:spChg chg="add del mod">
          <ac:chgData name="Prentys Assis" userId="9e9e1f5991e00f07" providerId="LiveId" clId="{A2969369-7AF6-48E3-8719-3E081EC83BD2}" dt="2024-06-22T21:56:14.453" v="148" actId="478"/>
          <ac:spMkLst>
            <pc:docMk/>
            <pc:sldMk cId="824379047" sldId="267"/>
            <ac:spMk id="65" creationId="{CA36E82F-35C1-2E66-A7DA-085B465703A3}"/>
          </ac:spMkLst>
        </pc:spChg>
        <pc:spChg chg="add del mod">
          <ac:chgData name="Prentys Assis" userId="9e9e1f5991e00f07" providerId="LiveId" clId="{A2969369-7AF6-48E3-8719-3E081EC83BD2}" dt="2024-06-22T21:56:12.606" v="147" actId="478"/>
          <ac:spMkLst>
            <pc:docMk/>
            <pc:sldMk cId="824379047" sldId="267"/>
            <ac:spMk id="66" creationId="{6D9537F7-FF05-2463-4D75-561187F65872}"/>
          </ac:spMkLst>
        </pc:spChg>
        <pc:spChg chg="add del mod">
          <ac:chgData name="Prentys Assis" userId="9e9e1f5991e00f07" providerId="LiveId" clId="{A2969369-7AF6-48E3-8719-3E081EC83BD2}" dt="2024-06-22T21:56:15.600" v="149" actId="478"/>
          <ac:spMkLst>
            <pc:docMk/>
            <pc:sldMk cId="824379047" sldId="267"/>
            <ac:spMk id="67" creationId="{B9C6E386-140B-F5C0-66A4-038C8BA2867A}"/>
          </ac:spMkLst>
        </pc:spChg>
        <pc:spChg chg="add del">
          <ac:chgData name="Prentys Assis" userId="9e9e1f5991e00f07" providerId="LiveId" clId="{A2969369-7AF6-48E3-8719-3E081EC83BD2}" dt="2024-06-22T21:57:17.004" v="159" actId="22"/>
          <ac:spMkLst>
            <pc:docMk/>
            <pc:sldMk cId="824379047" sldId="267"/>
            <ac:spMk id="69" creationId="{7D10B09B-A27D-CD29-64C0-44929C0DBC40}"/>
          </ac:spMkLst>
        </pc:spChg>
        <pc:spChg chg="add del mod">
          <ac:chgData name="Prentys Assis" userId="9e9e1f5991e00f07" providerId="LiveId" clId="{A2969369-7AF6-48E3-8719-3E081EC83BD2}" dt="2024-06-22T21:57:53.566" v="170" actId="478"/>
          <ac:spMkLst>
            <pc:docMk/>
            <pc:sldMk cId="824379047" sldId="267"/>
            <ac:spMk id="70" creationId="{1EBA5C5C-C856-4055-C590-70E95BE70963}"/>
          </ac:spMkLst>
        </pc:spChg>
        <pc:spChg chg="add del mod">
          <ac:chgData name="Prentys Assis" userId="9e9e1f5991e00f07" providerId="LiveId" clId="{A2969369-7AF6-48E3-8719-3E081EC83BD2}" dt="2024-06-22T21:59:33.099" v="177" actId="478"/>
          <ac:spMkLst>
            <pc:docMk/>
            <pc:sldMk cId="824379047" sldId="267"/>
            <ac:spMk id="71" creationId="{C08AD121-1F86-CCB9-A8FA-BEF8DF7814CC}"/>
          </ac:spMkLst>
        </pc:spChg>
        <pc:spChg chg="add mod">
          <ac:chgData name="Prentys Assis" userId="9e9e1f5991e00f07" providerId="LiveId" clId="{A2969369-7AF6-48E3-8719-3E081EC83BD2}" dt="2024-06-22T22:11:15.620" v="426" actId="164"/>
          <ac:spMkLst>
            <pc:docMk/>
            <pc:sldMk cId="824379047" sldId="267"/>
            <ac:spMk id="72" creationId="{144CC809-5FB5-6227-9F47-375D6335E33E}"/>
          </ac:spMkLst>
        </pc:spChg>
        <pc:spChg chg="add del mod">
          <ac:chgData name="Prentys Assis" userId="9e9e1f5991e00f07" providerId="LiveId" clId="{A2969369-7AF6-48E3-8719-3E081EC83BD2}" dt="2024-06-22T21:59:43.646" v="184" actId="478"/>
          <ac:spMkLst>
            <pc:docMk/>
            <pc:sldMk cId="824379047" sldId="267"/>
            <ac:spMk id="73" creationId="{1ED6CB7F-2C6E-CDC6-EAD1-614E81AD1235}"/>
          </ac:spMkLst>
        </pc:spChg>
        <pc:spChg chg="add mod">
          <ac:chgData name="Prentys Assis" userId="9e9e1f5991e00f07" providerId="LiveId" clId="{A2969369-7AF6-48E3-8719-3E081EC83BD2}" dt="2024-06-22T22:11:21.861" v="427" actId="164"/>
          <ac:spMkLst>
            <pc:docMk/>
            <pc:sldMk cId="824379047" sldId="267"/>
            <ac:spMk id="74" creationId="{88E02846-12EE-EFD4-3415-3FAFE9CD3B0F}"/>
          </ac:spMkLst>
        </pc:spChg>
        <pc:spChg chg="add mod">
          <ac:chgData name="Prentys Assis" userId="9e9e1f5991e00f07" providerId="LiveId" clId="{A2969369-7AF6-48E3-8719-3E081EC83BD2}" dt="2024-06-22T22:11:35.445" v="428" actId="164"/>
          <ac:spMkLst>
            <pc:docMk/>
            <pc:sldMk cId="824379047" sldId="267"/>
            <ac:spMk id="75" creationId="{9E85B1D9-2026-7305-68E4-7613881E80FA}"/>
          </ac:spMkLst>
        </pc:spChg>
        <pc:spChg chg="add mod">
          <ac:chgData name="Prentys Assis" userId="9e9e1f5991e00f07" providerId="LiveId" clId="{A2969369-7AF6-48E3-8719-3E081EC83BD2}" dt="2024-06-22T22:20:51.899" v="496" actId="164"/>
          <ac:spMkLst>
            <pc:docMk/>
            <pc:sldMk cId="824379047" sldId="267"/>
            <ac:spMk id="76" creationId="{C33857A7-65CD-6AE3-D15A-3C67B213CA24}"/>
          </ac:spMkLst>
        </pc:spChg>
        <pc:spChg chg="add mod">
          <ac:chgData name="Prentys Assis" userId="9e9e1f5991e00f07" providerId="LiveId" clId="{A2969369-7AF6-48E3-8719-3E081EC83BD2}" dt="2024-06-22T22:11:15.620" v="426" actId="164"/>
          <ac:spMkLst>
            <pc:docMk/>
            <pc:sldMk cId="824379047" sldId="267"/>
            <ac:spMk id="77" creationId="{58BD38EA-C976-1EB0-C51B-F5864542D2C1}"/>
          </ac:spMkLst>
        </pc:spChg>
        <pc:spChg chg="add mod">
          <ac:chgData name="Prentys Assis" userId="9e9e1f5991e00f07" providerId="LiveId" clId="{A2969369-7AF6-48E3-8719-3E081EC83BD2}" dt="2024-06-22T22:11:21.861" v="427" actId="164"/>
          <ac:spMkLst>
            <pc:docMk/>
            <pc:sldMk cId="824379047" sldId="267"/>
            <ac:spMk id="78" creationId="{D0787C01-8C43-0FAE-0D7E-7BE2C5E3ADB5}"/>
          </ac:spMkLst>
        </pc:spChg>
        <pc:spChg chg="add mod">
          <ac:chgData name="Prentys Assis" userId="9e9e1f5991e00f07" providerId="LiveId" clId="{A2969369-7AF6-48E3-8719-3E081EC83BD2}" dt="2024-06-22T22:11:35.445" v="428" actId="164"/>
          <ac:spMkLst>
            <pc:docMk/>
            <pc:sldMk cId="824379047" sldId="267"/>
            <ac:spMk id="79" creationId="{6DDB41B9-437A-9D3A-6B7D-C8C1847D8771}"/>
          </ac:spMkLst>
        </pc:spChg>
        <pc:spChg chg="add mod">
          <ac:chgData name="Prentys Assis" userId="9e9e1f5991e00f07" providerId="LiveId" clId="{A2969369-7AF6-48E3-8719-3E081EC83BD2}" dt="2024-06-22T22:20:51.899" v="496" actId="164"/>
          <ac:spMkLst>
            <pc:docMk/>
            <pc:sldMk cId="824379047" sldId="267"/>
            <ac:spMk id="80" creationId="{0726E57C-6985-DD3E-0150-2B434DFD0F76}"/>
          </ac:spMkLst>
        </pc:spChg>
        <pc:spChg chg="add mod">
          <ac:chgData name="Prentys Assis" userId="9e9e1f5991e00f07" providerId="LiveId" clId="{A2969369-7AF6-48E3-8719-3E081EC83BD2}" dt="2024-06-22T22:27:30.302" v="607" actId="164"/>
          <ac:spMkLst>
            <pc:docMk/>
            <pc:sldMk cId="824379047" sldId="267"/>
            <ac:spMk id="85" creationId="{9DE47F52-3F94-6479-DB43-66F17060E2B2}"/>
          </ac:spMkLst>
        </pc:spChg>
        <pc:spChg chg="add mod">
          <ac:chgData name="Prentys Assis" userId="9e9e1f5991e00f07" providerId="LiveId" clId="{A2969369-7AF6-48E3-8719-3E081EC83BD2}" dt="2024-06-22T22:27:35.170" v="608" actId="164"/>
          <ac:spMkLst>
            <pc:docMk/>
            <pc:sldMk cId="824379047" sldId="267"/>
            <ac:spMk id="86" creationId="{DA98F5A7-55C9-CE1C-20E6-4F6971052F66}"/>
          </ac:spMkLst>
        </pc:spChg>
        <pc:spChg chg="add del mod">
          <ac:chgData name="Prentys Assis" userId="9e9e1f5991e00f07" providerId="LiveId" clId="{A2969369-7AF6-48E3-8719-3E081EC83BD2}" dt="2024-06-22T22:06:08.069" v="365" actId="21"/>
          <ac:spMkLst>
            <pc:docMk/>
            <pc:sldMk cId="824379047" sldId="267"/>
            <ac:spMk id="87" creationId="{80005924-B949-8A38-F37D-F0F571FB4AAE}"/>
          </ac:spMkLst>
        </pc:spChg>
        <pc:spChg chg="add mod">
          <ac:chgData name="Prentys Assis" userId="9e9e1f5991e00f07" providerId="LiveId" clId="{A2969369-7AF6-48E3-8719-3E081EC83BD2}" dt="2024-06-22T22:27:39.639" v="609" actId="164"/>
          <ac:spMkLst>
            <pc:docMk/>
            <pc:sldMk cId="824379047" sldId="267"/>
            <ac:spMk id="88" creationId="{6DE2BED5-7645-C694-7BEE-BA9B223AA6E1}"/>
          </ac:spMkLst>
        </pc:spChg>
        <pc:spChg chg="add mod">
          <ac:chgData name="Prentys Assis" userId="9e9e1f5991e00f07" providerId="LiveId" clId="{A2969369-7AF6-48E3-8719-3E081EC83BD2}" dt="2024-06-22T22:14:42.638" v="452" actId="208"/>
          <ac:spMkLst>
            <pc:docMk/>
            <pc:sldMk cId="824379047" sldId="267"/>
            <ac:spMk id="92" creationId="{FB987E19-ED2A-79C8-5259-CAC03B82B0EB}"/>
          </ac:spMkLst>
        </pc:spChg>
        <pc:spChg chg="add mod">
          <ac:chgData name="Prentys Assis" userId="9e9e1f5991e00f07" providerId="LiveId" clId="{A2969369-7AF6-48E3-8719-3E081EC83BD2}" dt="2024-06-22T22:28:22.535" v="616" actId="20577"/>
          <ac:spMkLst>
            <pc:docMk/>
            <pc:sldMk cId="824379047" sldId="267"/>
            <ac:spMk id="94" creationId="{9DA28F05-7A4E-5388-E8B9-8234C6DDF1D1}"/>
          </ac:spMkLst>
        </pc:spChg>
        <pc:spChg chg="add mod">
          <ac:chgData name="Prentys Assis" userId="9e9e1f5991e00f07" providerId="LiveId" clId="{A2969369-7AF6-48E3-8719-3E081EC83BD2}" dt="2024-06-24T00:25:12.223" v="1018" actId="21"/>
          <ac:spMkLst>
            <pc:docMk/>
            <pc:sldMk cId="824379047" sldId="267"/>
            <ac:spMk id="95" creationId="{49656C58-B55C-00E2-BB4F-B4B5EB341C7B}"/>
          </ac:spMkLst>
        </pc:spChg>
        <pc:grpChg chg="add mod">
          <ac:chgData name="Prentys Assis" userId="9e9e1f5991e00f07" providerId="LiveId" clId="{A2969369-7AF6-48E3-8719-3E081EC83BD2}" dt="2024-06-22T21:56:09.185" v="146" actId="1076"/>
          <ac:grpSpMkLst>
            <pc:docMk/>
            <pc:sldMk cId="824379047" sldId="267"/>
            <ac:grpSpMk id="2" creationId="{9E0B32CE-205D-657D-7EC6-F4E853EB347A}"/>
          </ac:grpSpMkLst>
        </pc:grpChg>
        <pc:grpChg chg="del">
          <ac:chgData name="Prentys Assis" userId="9e9e1f5991e00f07" providerId="LiveId" clId="{A2969369-7AF6-48E3-8719-3E081EC83BD2}" dt="2024-06-22T21:56:03.217" v="143" actId="478"/>
          <ac:grpSpMkLst>
            <pc:docMk/>
            <pc:sldMk cId="824379047" sldId="267"/>
            <ac:grpSpMk id="4" creationId="{00000000-0000-0000-0000-000000000000}"/>
          </ac:grpSpMkLst>
        </pc:grpChg>
        <pc:grpChg chg="del">
          <ac:chgData name="Prentys Assis" userId="9e9e1f5991e00f07" providerId="LiveId" clId="{A2969369-7AF6-48E3-8719-3E081EC83BD2}" dt="2024-06-22T21:55:50.443" v="130" actId="478"/>
          <ac:grpSpMkLst>
            <pc:docMk/>
            <pc:sldMk cId="824379047" sldId="267"/>
            <ac:grpSpMk id="7" creationId="{00000000-0000-0000-0000-000000000000}"/>
          </ac:grpSpMkLst>
        </pc:grpChg>
        <pc:grpChg chg="del">
          <ac:chgData name="Prentys Assis" userId="9e9e1f5991e00f07" providerId="LiveId" clId="{A2969369-7AF6-48E3-8719-3E081EC83BD2}" dt="2024-06-22T21:55:52.379" v="133" actId="478"/>
          <ac:grpSpMkLst>
            <pc:docMk/>
            <pc:sldMk cId="824379047" sldId="267"/>
            <ac:grpSpMk id="10" creationId="{00000000-0000-0000-0000-000000000000}"/>
          </ac:grpSpMkLst>
        </pc:grpChg>
        <pc:grpChg chg="del">
          <ac:chgData name="Prentys Assis" userId="9e9e1f5991e00f07" providerId="LiveId" clId="{A2969369-7AF6-48E3-8719-3E081EC83BD2}" dt="2024-06-22T21:55:56.355" v="138" actId="478"/>
          <ac:grpSpMkLst>
            <pc:docMk/>
            <pc:sldMk cId="824379047" sldId="267"/>
            <ac:grpSpMk id="13" creationId="{00000000-0000-0000-0000-000000000000}"/>
          </ac:grpSpMkLst>
        </pc:grpChg>
        <pc:grpChg chg="add mod">
          <ac:chgData name="Prentys Assis" userId="9e9e1f5991e00f07" providerId="LiveId" clId="{A2969369-7AF6-48E3-8719-3E081EC83BD2}" dt="2024-06-24T00:15:20.580" v="938" actId="164"/>
          <ac:grpSpMkLst>
            <pc:docMk/>
            <pc:sldMk cId="824379047" sldId="267"/>
            <ac:grpSpMk id="13" creationId="{C36C0CFD-C305-F927-889D-C64C71BA5EDD}"/>
          </ac:grpSpMkLst>
        </pc:grpChg>
        <pc:grpChg chg="add mod">
          <ac:chgData name="Prentys Assis" userId="9e9e1f5991e00f07" providerId="LiveId" clId="{A2969369-7AF6-48E3-8719-3E081EC83BD2}" dt="2024-06-24T00:23:38.299" v="1010" actId="1076"/>
          <ac:grpSpMkLst>
            <pc:docMk/>
            <pc:sldMk cId="824379047" sldId="267"/>
            <ac:grpSpMk id="17" creationId="{FD440417-46C1-F2A9-4940-B7B30811D40C}"/>
          </ac:grpSpMkLst>
        </pc:grpChg>
        <pc:grpChg chg="del">
          <ac:chgData name="Prentys Assis" userId="9e9e1f5991e00f07" providerId="LiveId" clId="{A2969369-7AF6-48E3-8719-3E081EC83BD2}" dt="2024-06-22T21:55:50.998" v="131" actId="478"/>
          <ac:grpSpMkLst>
            <pc:docMk/>
            <pc:sldMk cId="824379047" sldId="267"/>
            <ac:grpSpMk id="18" creationId="{00000000-0000-0000-0000-000000000000}"/>
          </ac:grpSpMkLst>
        </pc:grpChg>
        <pc:grpChg chg="add mod">
          <ac:chgData name="Prentys Assis" userId="9e9e1f5991e00f07" providerId="LiveId" clId="{A2969369-7AF6-48E3-8719-3E081EC83BD2}" dt="2024-06-24T00:23:43.814" v="1012" actId="1076"/>
          <ac:grpSpMkLst>
            <pc:docMk/>
            <pc:sldMk cId="824379047" sldId="267"/>
            <ac:grpSpMk id="18" creationId="{08B30F08-0C92-68A3-A56A-1EE2F6315B0F}"/>
          </ac:grpSpMkLst>
        </pc:grpChg>
        <pc:grpChg chg="del">
          <ac:chgData name="Prentys Assis" userId="9e9e1f5991e00f07" providerId="LiveId" clId="{A2969369-7AF6-48E3-8719-3E081EC83BD2}" dt="2024-06-22T21:55:54.680" v="137" actId="478"/>
          <ac:grpSpMkLst>
            <pc:docMk/>
            <pc:sldMk cId="824379047" sldId="267"/>
            <ac:grpSpMk id="22" creationId="{00000000-0000-0000-0000-000000000000}"/>
          </ac:grpSpMkLst>
        </pc:grpChg>
        <pc:grpChg chg="add mod">
          <ac:chgData name="Prentys Assis" userId="9e9e1f5991e00f07" providerId="LiveId" clId="{A2969369-7AF6-48E3-8719-3E081EC83BD2}" dt="2024-06-24T00:23:46.409" v="1014" actId="1076"/>
          <ac:grpSpMkLst>
            <pc:docMk/>
            <pc:sldMk cId="824379047" sldId="267"/>
            <ac:grpSpMk id="22" creationId="{FD668C4C-7703-B8B0-7811-75E878CDD380}"/>
          </ac:grpSpMkLst>
        </pc:grpChg>
        <pc:grpChg chg="del">
          <ac:chgData name="Prentys Assis" userId="9e9e1f5991e00f07" providerId="LiveId" clId="{A2969369-7AF6-48E3-8719-3E081EC83BD2}" dt="2024-06-22T21:55:54.224" v="136" actId="478"/>
          <ac:grpSpMkLst>
            <pc:docMk/>
            <pc:sldMk cId="824379047" sldId="267"/>
            <ac:grpSpMk id="25" creationId="{00000000-0000-0000-0000-000000000000}"/>
          </ac:grpSpMkLst>
        </pc:grpChg>
        <pc:grpChg chg="del">
          <ac:chgData name="Prentys Assis" userId="9e9e1f5991e00f07" providerId="LiveId" clId="{A2969369-7AF6-48E3-8719-3E081EC83BD2}" dt="2024-06-22T21:56:18.654" v="151" actId="478"/>
          <ac:grpSpMkLst>
            <pc:docMk/>
            <pc:sldMk cId="824379047" sldId="267"/>
            <ac:grpSpMk id="28" creationId="{00000000-0000-0000-0000-000000000000}"/>
          </ac:grpSpMkLst>
        </pc:grpChg>
        <pc:grpChg chg="add del mod">
          <ac:chgData name="Prentys Assis" userId="9e9e1f5991e00f07" providerId="LiveId" clId="{A2969369-7AF6-48E3-8719-3E081EC83BD2}" dt="2024-06-22T21:59:48.370" v="188" actId="478"/>
          <ac:grpSpMkLst>
            <pc:docMk/>
            <pc:sldMk cId="824379047" sldId="267"/>
            <ac:grpSpMk id="32" creationId="{B3BC567A-D86F-8A89-108A-9827E55CEEFF}"/>
          </ac:grpSpMkLst>
        </pc:grpChg>
        <pc:grpChg chg="add del mod">
          <ac:chgData name="Prentys Assis" userId="9e9e1f5991e00f07" providerId="LiveId" clId="{A2969369-7AF6-48E3-8719-3E081EC83BD2}" dt="2024-06-22T22:08:29.069" v="402" actId="165"/>
          <ac:grpSpMkLst>
            <pc:docMk/>
            <pc:sldMk cId="824379047" sldId="267"/>
            <ac:grpSpMk id="35" creationId="{38E3B967-5925-2BB5-5790-9BDE8BB6EE93}"/>
          </ac:grpSpMkLst>
        </pc:grpChg>
        <pc:grpChg chg="add del mod">
          <ac:chgData name="Prentys Assis" userId="9e9e1f5991e00f07" providerId="LiveId" clId="{A2969369-7AF6-48E3-8719-3E081EC83BD2}" dt="2024-06-22T21:57:42.241" v="162" actId="478"/>
          <ac:grpSpMkLst>
            <pc:docMk/>
            <pc:sldMk cId="824379047" sldId="267"/>
            <ac:grpSpMk id="38" creationId="{C2E4BA10-6CF4-C365-65DB-F5AFF0B95BCC}"/>
          </ac:grpSpMkLst>
        </pc:grpChg>
        <pc:grpChg chg="add del mod">
          <ac:chgData name="Prentys Assis" userId="9e9e1f5991e00f07" providerId="LiveId" clId="{A2969369-7AF6-48E3-8719-3E081EC83BD2}" dt="2024-06-22T21:57:47.143" v="166" actId="478"/>
          <ac:grpSpMkLst>
            <pc:docMk/>
            <pc:sldMk cId="824379047" sldId="267"/>
            <ac:grpSpMk id="41" creationId="{EF8DC754-48AB-F519-A796-3B88E12FFCDB}"/>
          </ac:grpSpMkLst>
        </pc:grpChg>
        <pc:grpChg chg="add del mod">
          <ac:chgData name="Prentys Assis" userId="9e9e1f5991e00f07" providerId="LiveId" clId="{A2969369-7AF6-48E3-8719-3E081EC83BD2}" dt="2024-06-22T21:57:57.332" v="173" actId="478"/>
          <ac:grpSpMkLst>
            <pc:docMk/>
            <pc:sldMk cId="824379047" sldId="267"/>
            <ac:grpSpMk id="44" creationId="{818E3257-673C-8A28-081F-723D00A55C8B}"/>
          </ac:grpSpMkLst>
        </pc:grpChg>
        <pc:grpChg chg="add del mod">
          <ac:chgData name="Prentys Assis" userId="9e9e1f5991e00f07" providerId="LiveId" clId="{A2969369-7AF6-48E3-8719-3E081EC83BD2}" dt="2024-06-22T22:03:40.954" v="286" actId="478"/>
          <ac:grpSpMkLst>
            <pc:docMk/>
            <pc:sldMk cId="824379047" sldId="267"/>
            <ac:grpSpMk id="48" creationId="{AE41BCBA-C19C-9128-658F-22E446807E35}"/>
          </ac:grpSpMkLst>
        </pc:grpChg>
        <pc:grpChg chg="mod">
          <ac:chgData name="Prentys Assis" userId="9e9e1f5991e00f07" providerId="LiveId" clId="{A2969369-7AF6-48E3-8719-3E081EC83BD2}" dt="2024-06-22T21:56:06.131" v="145"/>
          <ac:grpSpMkLst>
            <pc:docMk/>
            <pc:sldMk cId="824379047" sldId="267"/>
            <ac:grpSpMk id="49" creationId="{70BA6B7E-0DB1-31DB-9397-FF47A60708D8}"/>
          </ac:grpSpMkLst>
        </pc:grpChg>
        <pc:grpChg chg="add del mod">
          <ac:chgData name="Prentys Assis" userId="9e9e1f5991e00f07" providerId="LiveId" clId="{A2969369-7AF6-48E3-8719-3E081EC83BD2}" dt="2024-06-22T21:56:24.748" v="153" actId="478"/>
          <ac:grpSpMkLst>
            <pc:docMk/>
            <pc:sldMk cId="824379047" sldId="267"/>
            <ac:grpSpMk id="60" creationId="{46ED73BC-40C6-5FF5-EB07-3FBB90A7F854}"/>
          </ac:grpSpMkLst>
        </pc:grpChg>
        <pc:grpChg chg="mod">
          <ac:chgData name="Prentys Assis" userId="9e9e1f5991e00f07" providerId="LiveId" clId="{A2969369-7AF6-48E3-8719-3E081EC83BD2}" dt="2024-06-22T21:56:06.131" v="145"/>
          <ac:grpSpMkLst>
            <pc:docMk/>
            <pc:sldMk cId="824379047" sldId="267"/>
            <ac:grpSpMk id="61" creationId="{84B3564C-7610-7923-2BB2-44F237C78662}"/>
          </ac:grpSpMkLst>
        </pc:grpChg>
        <pc:grpChg chg="add mod">
          <ac:chgData name="Prentys Assis" userId="9e9e1f5991e00f07" providerId="LiveId" clId="{A2969369-7AF6-48E3-8719-3E081EC83BD2}" dt="2024-06-22T22:11:15.620" v="426" actId="164"/>
          <ac:grpSpMkLst>
            <pc:docMk/>
            <pc:sldMk cId="824379047" sldId="267"/>
            <ac:grpSpMk id="89" creationId="{89DB2801-9A7B-F19A-2B5E-04E6AE3926F0}"/>
          </ac:grpSpMkLst>
        </pc:grpChg>
        <pc:grpChg chg="add mod">
          <ac:chgData name="Prentys Assis" userId="9e9e1f5991e00f07" providerId="LiveId" clId="{A2969369-7AF6-48E3-8719-3E081EC83BD2}" dt="2024-06-22T22:11:21.861" v="427" actId="164"/>
          <ac:grpSpMkLst>
            <pc:docMk/>
            <pc:sldMk cId="824379047" sldId="267"/>
            <ac:grpSpMk id="90" creationId="{08E34437-D0BC-BFE2-0F58-DCAE04538B11}"/>
          </ac:grpSpMkLst>
        </pc:grpChg>
        <pc:grpChg chg="add mod">
          <ac:chgData name="Prentys Assis" userId="9e9e1f5991e00f07" providerId="LiveId" clId="{A2969369-7AF6-48E3-8719-3E081EC83BD2}" dt="2024-06-22T22:11:35.445" v="428" actId="164"/>
          <ac:grpSpMkLst>
            <pc:docMk/>
            <pc:sldMk cId="824379047" sldId="267"/>
            <ac:grpSpMk id="91" creationId="{EE988F78-CFB7-9EA1-451A-C43F2EE96BD7}"/>
          </ac:grpSpMkLst>
        </pc:grpChg>
        <pc:grpChg chg="add mod">
          <ac:chgData name="Prentys Assis" userId="9e9e1f5991e00f07" providerId="LiveId" clId="{A2969369-7AF6-48E3-8719-3E081EC83BD2}" dt="2024-06-22T22:20:51.899" v="496" actId="164"/>
          <ac:grpSpMkLst>
            <pc:docMk/>
            <pc:sldMk cId="824379047" sldId="267"/>
            <ac:grpSpMk id="93" creationId="{3F6FBD6C-5BC1-6FBC-2B64-1C95AAE94AC2}"/>
          </ac:grpSpMkLst>
        </pc:grpChg>
        <pc:grpChg chg="add mod">
          <ac:chgData name="Prentys Assis" userId="9e9e1f5991e00f07" providerId="LiveId" clId="{A2969369-7AF6-48E3-8719-3E081EC83BD2}" dt="2024-06-22T22:27:30.302" v="607" actId="164"/>
          <ac:grpSpMkLst>
            <pc:docMk/>
            <pc:sldMk cId="824379047" sldId="267"/>
            <ac:grpSpMk id="96" creationId="{52F13CC1-38A8-136C-1CB6-68DD5E0AE6D7}"/>
          </ac:grpSpMkLst>
        </pc:grpChg>
        <pc:grpChg chg="add mod">
          <ac:chgData name="Prentys Assis" userId="9e9e1f5991e00f07" providerId="LiveId" clId="{A2969369-7AF6-48E3-8719-3E081EC83BD2}" dt="2024-06-22T22:27:35.170" v="608" actId="164"/>
          <ac:grpSpMkLst>
            <pc:docMk/>
            <pc:sldMk cId="824379047" sldId="267"/>
            <ac:grpSpMk id="97" creationId="{924235F3-5B27-E9A0-7198-EB50733624CE}"/>
          </ac:grpSpMkLst>
        </pc:grpChg>
        <pc:grpChg chg="add mod">
          <ac:chgData name="Prentys Assis" userId="9e9e1f5991e00f07" providerId="LiveId" clId="{A2969369-7AF6-48E3-8719-3E081EC83BD2}" dt="2024-06-22T22:27:39.639" v="609" actId="164"/>
          <ac:grpSpMkLst>
            <pc:docMk/>
            <pc:sldMk cId="824379047" sldId="267"/>
            <ac:grpSpMk id="98" creationId="{5FD2BA1E-07FC-60AE-8B96-13F39CD7856B}"/>
          </ac:grpSpMkLst>
        </pc:grpChg>
        <pc:picChg chg="mod">
          <ac:chgData name="Prentys Assis" userId="9e9e1f5991e00f07" providerId="LiveId" clId="{A2969369-7AF6-48E3-8719-3E081EC83BD2}" dt="2024-06-22T21:56:06.131" v="145"/>
          <ac:picMkLst>
            <pc:docMk/>
            <pc:sldMk cId="824379047" sldId="267"/>
            <ac:picMk id="3" creationId="{8ED7AC19-4F2A-9EC2-F947-34AAB25332E5}"/>
          </ac:picMkLst>
        </pc:picChg>
        <pc:picChg chg="add mod">
          <ac:chgData name="Prentys Assis" userId="9e9e1f5991e00f07" providerId="LiveId" clId="{A2969369-7AF6-48E3-8719-3E081EC83BD2}" dt="2024-06-24T00:23:38.299" v="1010" actId="1076"/>
          <ac:picMkLst>
            <pc:docMk/>
            <pc:sldMk cId="824379047" sldId="267"/>
            <ac:picMk id="14" creationId="{1281E4FF-DA1E-5EA8-BF75-4D0F4AA39434}"/>
          </ac:picMkLst>
        </pc:picChg>
        <pc:picChg chg="add mod">
          <ac:chgData name="Prentys Assis" userId="9e9e1f5991e00f07" providerId="LiveId" clId="{A2969369-7AF6-48E3-8719-3E081EC83BD2}" dt="2024-06-24T00:23:38.299" v="1010" actId="1076"/>
          <ac:picMkLst>
            <pc:docMk/>
            <pc:sldMk cId="824379047" sldId="267"/>
            <ac:picMk id="15" creationId="{D8328DEC-2BA6-E386-9398-39E86AB2438D}"/>
          </ac:picMkLst>
        </pc:picChg>
        <pc:picChg chg="add mod">
          <ac:chgData name="Prentys Assis" userId="9e9e1f5991e00f07" providerId="LiveId" clId="{A2969369-7AF6-48E3-8719-3E081EC83BD2}" dt="2024-06-24T00:23:38.299" v="1010" actId="1076"/>
          <ac:picMkLst>
            <pc:docMk/>
            <pc:sldMk cId="824379047" sldId="267"/>
            <ac:picMk id="16" creationId="{440879CF-1643-D6BE-6608-7C071D57EC52}"/>
          </ac:picMkLst>
        </pc:picChg>
        <pc:picChg chg="mod">
          <ac:chgData name="Prentys Assis" userId="9e9e1f5991e00f07" providerId="LiveId" clId="{A2969369-7AF6-48E3-8719-3E081EC83BD2}" dt="2024-06-24T00:23:43.814" v="1012" actId="1076"/>
          <ac:picMkLst>
            <pc:docMk/>
            <pc:sldMk cId="824379047" sldId="267"/>
            <ac:picMk id="19" creationId="{98D59858-F01D-3BBE-D273-AACF5E05A9ED}"/>
          </ac:picMkLst>
        </pc:picChg>
        <pc:picChg chg="mod">
          <ac:chgData name="Prentys Assis" userId="9e9e1f5991e00f07" providerId="LiveId" clId="{A2969369-7AF6-48E3-8719-3E081EC83BD2}" dt="2024-06-24T00:23:43.814" v="1012" actId="1076"/>
          <ac:picMkLst>
            <pc:docMk/>
            <pc:sldMk cId="824379047" sldId="267"/>
            <ac:picMk id="20" creationId="{A6C109DE-F019-7B91-F70E-362A276CBFC4}"/>
          </ac:picMkLst>
        </pc:picChg>
        <pc:picChg chg="mod">
          <ac:chgData name="Prentys Assis" userId="9e9e1f5991e00f07" providerId="LiveId" clId="{A2969369-7AF6-48E3-8719-3E081EC83BD2}" dt="2024-06-24T00:23:43.814" v="1012" actId="1076"/>
          <ac:picMkLst>
            <pc:docMk/>
            <pc:sldMk cId="824379047" sldId="267"/>
            <ac:picMk id="21" creationId="{D3D40F17-AB92-A312-F894-E73811596A64}"/>
          </ac:picMkLst>
        </pc:picChg>
        <pc:picChg chg="mod">
          <ac:chgData name="Prentys Assis" userId="9e9e1f5991e00f07" providerId="LiveId" clId="{A2969369-7AF6-48E3-8719-3E081EC83BD2}" dt="2024-06-24T00:23:46.409" v="1014" actId="1076"/>
          <ac:picMkLst>
            <pc:docMk/>
            <pc:sldMk cId="824379047" sldId="267"/>
            <ac:picMk id="23" creationId="{0D7E7E43-1586-8CD4-F9C8-AE4964E48984}"/>
          </ac:picMkLst>
        </pc:picChg>
        <pc:picChg chg="mod">
          <ac:chgData name="Prentys Assis" userId="9e9e1f5991e00f07" providerId="LiveId" clId="{A2969369-7AF6-48E3-8719-3E081EC83BD2}" dt="2024-06-24T00:23:46.409" v="1014" actId="1076"/>
          <ac:picMkLst>
            <pc:docMk/>
            <pc:sldMk cId="824379047" sldId="267"/>
            <ac:picMk id="24" creationId="{7481250A-6507-379C-9965-E36592DDDC74}"/>
          </ac:picMkLst>
        </pc:picChg>
        <pc:picChg chg="mod">
          <ac:chgData name="Prentys Assis" userId="9e9e1f5991e00f07" providerId="LiveId" clId="{A2969369-7AF6-48E3-8719-3E081EC83BD2}" dt="2024-06-24T00:23:46.409" v="1014" actId="1076"/>
          <ac:picMkLst>
            <pc:docMk/>
            <pc:sldMk cId="824379047" sldId="267"/>
            <ac:picMk id="25" creationId="{42A29DC5-66CE-7113-933C-4619CE37CD48}"/>
          </ac:picMkLst>
        </pc:picChg>
        <pc:picChg chg="add del mod">
          <ac:chgData name="Prentys Assis" userId="9e9e1f5991e00f07" providerId="LiveId" clId="{A2969369-7AF6-48E3-8719-3E081EC83BD2}" dt="2024-06-24T00:30:13.446" v="1310" actId="478"/>
          <ac:picMkLst>
            <pc:docMk/>
            <pc:sldMk cId="824379047" sldId="267"/>
            <ac:picMk id="29" creationId="{DAEE754D-EAA7-E73E-EDA2-E262E9FDF1C5}"/>
          </ac:picMkLst>
        </pc:picChg>
        <pc:picChg chg="mod">
          <ac:chgData name="Prentys Assis" userId="9e9e1f5991e00f07" providerId="LiveId" clId="{A2969369-7AF6-48E3-8719-3E081EC83BD2}" dt="2024-06-22T21:56:06.131" v="145"/>
          <ac:picMkLst>
            <pc:docMk/>
            <pc:sldMk cId="824379047" sldId="267"/>
            <ac:picMk id="33" creationId="{9BDD7EB6-6A22-31FB-A7AB-4147647F395E}"/>
          </ac:picMkLst>
        </pc:picChg>
        <pc:picChg chg="mod topLvl">
          <ac:chgData name="Prentys Assis" userId="9e9e1f5991e00f07" providerId="LiveId" clId="{A2969369-7AF6-48E3-8719-3E081EC83BD2}" dt="2024-06-22T22:08:29.069" v="402" actId="165"/>
          <ac:picMkLst>
            <pc:docMk/>
            <pc:sldMk cId="824379047" sldId="267"/>
            <ac:picMk id="37" creationId="{2FBC7438-5FF7-6C3E-9848-05F7478BBC62}"/>
          </ac:picMkLst>
        </pc:picChg>
        <pc:picChg chg="add del mod topLvl">
          <ac:chgData name="Prentys Assis" userId="9e9e1f5991e00f07" providerId="LiveId" clId="{A2969369-7AF6-48E3-8719-3E081EC83BD2}" dt="2024-06-22T21:56:46.115" v="157" actId="1440"/>
          <ac:picMkLst>
            <pc:docMk/>
            <pc:sldMk cId="824379047" sldId="267"/>
            <ac:picMk id="39" creationId="{806F466E-217A-D89C-612C-7C62350A9CA6}"/>
          </ac:picMkLst>
        </pc:picChg>
        <pc:picChg chg="mod">
          <ac:chgData name="Prentys Assis" userId="9e9e1f5991e00f07" providerId="LiveId" clId="{A2969369-7AF6-48E3-8719-3E081EC83BD2}" dt="2024-06-22T21:56:06.131" v="145"/>
          <ac:picMkLst>
            <pc:docMk/>
            <pc:sldMk cId="824379047" sldId="267"/>
            <ac:picMk id="42" creationId="{B7FC6951-3061-1D39-006A-FE1572668CEC}"/>
          </ac:picMkLst>
        </pc:picChg>
        <pc:picChg chg="mod">
          <ac:chgData name="Prentys Assis" userId="9e9e1f5991e00f07" providerId="LiveId" clId="{A2969369-7AF6-48E3-8719-3E081EC83BD2}" dt="2024-06-22T21:56:06.131" v="145"/>
          <ac:picMkLst>
            <pc:docMk/>
            <pc:sldMk cId="824379047" sldId="267"/>
            <ac:picMk id="45" creationId="{6F66747B-41FD-881F-0CCF-36873A6FCB2C}"/>
          </ac:picMkLst>
        </pc:picChg>
        <pc:picChg chg="mod">
          <ac:chgData name="Prentys Assis" userId="9e9e1f5991e00f07" providerId="LiveId" clId="{A2969369-7AF6-48E3-8719-3E081EC83BD2}" dt="2024-06-22T21:56:06.131" v="145"/>
          <ac:picMkLst>
            <pc:docMk/>
            <pc:sldMk cId="824379047" sldId="267"/>
            <ac:picMk id="51" creationId="{C56AAAC5-7E55-91A8-C182-8A1EF7932B28}"/>
          </ac:picMkLst>
        </pc:picChg>
        <pc:picChg chg="mod">
          <ac:chgData name="Prentys Assis" userId="9e9e1f5991e00f07" providerId="LiveId" clId="{A2969369-7AF6-48E3-8719-3E081EC83BD2}" dt="2024-06-22T21:56:06.131" v="145"/>
          <ac:picMkLst>
            <pc:docMk/>
            <pc:sldMk cId="824379047" sldId="267"/>
            <ac:picMk id="52" creationId="{273B52D8-5144-46AD-EB31-DE3998B95501}"/>
          </ac:picMkLst>
        </pc:picChg>
        <pc:picChg chg="add del mod">
          <ac:chgData name="Prentys Assis" userId="9e9e1f5991e00f07" providerId="LiveId" clId="{A2969369-7AF6-48E3-8719-3E081EC83BD2}" dt="2024-06-22T22:01:49.386" v="256" actId="478"/>
          <ac:picMkLst>
            <pc:docMk/>
            <pc:sldMk cId="824379047" sldId="267"/>
            <ac:picMk id="59" creationId="{3700E0C1-C056-35E1-EFB3-57C0A60CC2FC}"/>
          </ac:picMkLst>
        </pc:picChg>
        <pc:picChg chg="mod">
          <ac:chgData name="Prentys Assis" userId="9e9e1f5991e00f07" providerId="LiveId" clId="{A2969369-7AF6-48E3-8719-3E081EC83BD2}" dt="2024-06-22T21:56:06.131" v="145"/>
          <ac:picMkLst>
            <pc:docMk/>
            <pc:sldMk cId="824379047" sldId="267"/>
            <ac:picMk id="63" creationId="{FE0B9673-E103-4B64-4767-15221CE5197D}"/>
          </ac:picMkLst>
        </pc:picChg>
        <pc:picChg chg="mod">
          <ac:chgData name="Prentys Assis" userId="9e9e1f5991e00f07" providerId="LiveId" clId="{A2969369-7AF6-48E3-8719-3E081EC83BD2}" dt="2024-06-22T21:56:06.131" v="145"/>
          <ac:picMkLst>
            <pc:docMk/>
            <pc:sldMk cId="824379047" sldId="267"/>
            <ac:picMk id="64" creationId="{CB1B7969-2041-636C-B128-65481CB654E3}"/>
          </ac:picMkLst>
        </pc:picChg>
        <pc:picChg chg="add del mod">
          <ac:chgData name="Prentys Assis" userId="9e9e1f5991e00f07" providerId="LiveId" clId="{A2969369-7AF6-48E3-8719-3E081EC83BD2}" dt="2024-06-22T22:03:10.500" v="278" actId="478"/>
          <ac:picMkLst>
            <pc:docMk/>
            <pc:sldMk cId="824379047" sldId="267"/>
            <ac:picMk id="81" creationId="{B4141CFA-F907-06FD-722B-AA7081D77B7E}"/>
          </ac:picMkLst>
        </pc:picChg>
        <pc:picChg chg="add del mod">
          <ac:chgData name="Prentys Assis" userId="9e9e1f5991e00f07" providerId="LiveId" clId="{A2969369-7AF6-48E3-8719-3E081EC83BD2}" dt="2024-06-22T22:03:10.004" v="277" actId="478"/>
          <ac:picMkLst>
            <pc:docMk/>
            <pc:sldMk cId="824379047" sldId="267"/>
            <ac:picMk id="82" creationId="{5FBE2900-C1AC-9BC0-AC2D-740ABC2FB05D}"/>
          </ac:picMkLst>
        </pc:picChg>
        <pc:picChg chg="add del mod">
          <ac:chgData name="Prentys Assis" userId="9e9e1f5991e00f07" providerId="LiveId" clId="{A2969369-7AF6-48E3-8719-3E081EC83BD2}" dt="2024-06-22T22:04:55.844" v="303" actId="478"/>
          <ac:picMkLst>
            <pc:docMk/>
            <pc:sldMk cId="824379047" sldId="267"/>
            <ac:picMk id="84" creationId="{A5C88AE7-DA98-983F-4125-4FB97BBCC231}"/>
          </ac:picMkLst>
        </pc:picChg>
        <pc:picChg chg="add mod">
          <ac:chgData name="Prentys Assis" userId="9e9e1f5991e00f07" providerId="LiveId" clId="{A2969369-7AF6-48E3-8719-3E081EC83BD2}" dt="2024-06-22T22:27:39.639" v="609" actId="164"/>
          <ac:picMkLst>
            <pc:docMk/>
            <pc:sldMk cId="824379047" sldId="267"/>
            <ac:picMk id="1026" creationId="{2D2AA773-A04F-6873-C573-1B0047662E94}"/>
          </ac:picMkLst>
        </pc:picChg>
        <pc:picChg chg="add mod">
          <ac:chgData name="Prentys Assis" userId="9e9e1f5991e00f07" providerId="LiveId" clId="{A2969369-7AF6-48E3-8719-3E081EC83BD2}" dt="2024-06-22T22:27:35.170" v="608" actId="164"/>
          <ac:picMkLst>
            <pc:docMk/>
            <pc:sldMk cId="824379047" sldId="267"/>
            <ac:picMk id="1028" creationId="{8C21D10F-A19D-771E-EE91-D07B64485F0B}"/>
          </ac:picMkLst>
        </pc:picChg>
        <pc:picChg chg="add mod">
          <ac:chgData name="Prentys Assis" userId="9e9e1f5991e00f07" providerId="LiveId" clId="{A2969369-7AF6-48E3-8719-3E081EC83BD2}" dt="2024-06-22T22:27:30.302" v="607" actId="164"/>
          <ac:picMkLst>
            <pc:docMk/>
            <pc:sldMk cId="824379047" sldId="267"/>
            <ac:picMk id="1030" creationId="{CD9D5A0F-C3F4-BECD-5F85-844D6F72F707}"/>
          </ac:picMkLst>
        </pc:picChg>
        <pc:cxnChg chg="add mod">
          <ac:chgData name="Prentys Assis" userId="9e9e1f5991e00f07" providerId="LiveId" clId="{A2969369-7AF6-48E3-8719-3E081EC83BD2}" dt="2024-06-24T00:15:20.580" v="938" actId="164"/>
          <ac:cxnSpMkLst>
            <pc:docMk/>
            <pc:sldMk cId="824379047" sldId="267"/>
            <ac:cxnSpMk id="6" creationId="{67F7BCF0-BAC0-D0A0-6FE1-DD34465E03E2}"/>
          </ac:cxnSpMkLst>
        </pc:cxnChg>
        <pc:cxnChg chg="add mod">
          <ac:chgData name="Prentys Assis" userId="9e9e1f5991e00f07" providerId="LiveId" clId="{A2969369-7AF6-48E3-8719-3E081EC83BD2}" dt="2024-06-24T00:15:20.580" v="938" actId="164"/>
          <ac:cxnSpMkLst>
            <pc:docMk/>
            <pc:sldMk cId="824379047" sldId="267"/>
            <ac:cxnSpMk id="7" creationId="{CDF504DE-EA93-B941-7EE3-DE798D85FD5C}"/>
          </ac:cxnSpMkLst>
        </pc:cxnChg>
        <pc:cxnChg chg="add mod">
          <ac:chgData name="Prentys Assis" userId="9e9e1f5991e00f07" providerId="LiveId" clId="{A2969369-7AF6-48E3-8719-3E081EC83BD2}" dt="2024-06-24T00:15:20.580" v="938" actId="164"/>
          <ac:cxnSpMkLst>
            <pc:docMk/>
            <pc:sldMk cId="824379047" sldId="267"/>
            <ac:cxnSpMk id="10" creationId="{BC823F15-4637-50C8-85A2-B34D026103E9}"/>
          </ac:cxnSpMkLst>
        </pc:cxnChg>
        <pc:cxnChg chg="add mod">
          <ac:chgData name="Prentys Assis" userId="9e9e1f5991e00f07" providerId="LiveId" clId="{A2969369-7AF6-48E3-8719-3E081EC83BD2}" dt="2024-06-22T21:56:09.185" v="146" actId="1076"/>
          <ac:cxnSpMkLst>
            <pc:docMk/>
            <pc:sldMk cId="824379047" sldId="267"/>
            <ac:cxnSpMk id="54" creationId="{06585BCE-C713-C8D6-F53E-C00CBC3A327C}"/>
          </ac:cxnSpMkLst>
        </pc:cxnChg>
        <pc:cxnChg chg="add mod">
          <ac:chgData name="Prentys Assis" userId="9e9e1f5991e00f07" providerId="LiveId" clId="{A2969369-7AF6-48E3-8719-3E081EC83BD2}" dt="2024-06-22T21:56:09.185" v="146" actId="1076"/>
          <ac:cxnSpMkLst>
            <pc:docMk/>
            <pc:sldMk cId="824379047" sldId="267"/>
            <ac:cxnSpMk id="55" creationId="{897A4193-00C7-0081-AB75-5EC9AE6AD6F2}"/>
          </ac:cxnSpMkLst>
        </pc:cxnChg>
        <pc:cxnChg chg="add mod">
          <ac:chgData name="Prentys Assis" userId="9e9e1f5991e00f07" providerId="LiveId" clId="{A2969369-7AF6-48E3-8719-3E081EC83BD2}" dt="2024-06-22T21:56:09.185" v="146" actId="1076"/>
          <ac:cxnSpMkLst>
            <pc:docMk/>
            <pc:sldMk cId="824379047" sldId="267"/>
            <ac:cxnSpMk id="56" creationId="{A243B14B-1CBF-43ED-BABA-577BA9CEDD87}"/>
          </ac:cxnSpMkLst>
        </pc:cxnChg>
      </pc:sldChg>
      <pc:sldChg chg="addSp delSp modSp add mod modTransition delAnim modAnim">
        <pc:chgData name="Prentys Assis" userId="9e9e1f5991e00f07" providerId="LiveId" clId="{A2969369-7AF6-48E3-8719-3E081EC83BD2}" dt="2024-06-24T00:35:01.672" v="1388"/>
        <pc:sldMkLst>
          <pc:docMk/>
          <pc:sldMk cId="2133303368" sldId="268"/>
        </pc:sldMkLst>
        <pc:spChg chg="del">
          <ac:chgData name="Prentys Assis" userId="9e9e1f5991e00f07" providerId="LiveId" clId="{A2969369-7AF6-48E3-8719-3E081EC83BD2}" dt="2024-06-24T00:33:40.824" v="1381" actId="478"/>
          <ac:spMkLst>
            <pc:docMk/>
            <pc:sldMk cId="2133303368" sldId="268"/>
            <ac:spMk id="57" creationId="{5CCEFE02-83BB-AD83-4340-9F8119EACADC}"/>
          </ac:spMkLst>
        </pc:spChg>
        <pc:spChg chg="del">
          <ac:chgData name="Prentys Assis" userId="9e9e1f5991e00f07" providerId="LiveId" clId="{A2969369-7AF6-48E3-8719-3E081EC83BD2}" dt="2024-06-24T00:33:41.781" v="1382" actId="478"/>
          <ac:spMkLst>
            <pc:docMk/>
            <pc:sldMk cId="2133303368" sldId="268"/>
            <ac:spMk id="58" creationId="{099D1B3E-0118-E2A8-B927-2999AE25E2F0}"/>
          </ac:spMkLst>
        </pc:spChg>
        <pc:grpChg chg="add mod">
          <ac:chgData name="Prentys Assis" userId="9e9e1f5991e00f07" providerId="LiveId" clId="{A2969369-7AF6-48E3-8719-3E081EC83BD2}" dt="2024-06-24T00:32:12.319" v="1376" actId="164"/>
          <ac:grpSpMkLst>
            <pc:docMk/>
            <pc:sldMk cId="2133303368" sldId="268"/>
            <ac:grpSpMk id="5" creationId="{ECAC1133-5163-F390-6A89-6D6BB3AF59F5}"/>
          </ac:grpSpMkLst>
        </pc:grpChg>
        <pc:grpChg chg="mod">
          <ac:chgData name="Prentys Assis" userId="9e9e1f5991e00f07" providerId="LiveId" clId="{A2969369-7AF6-48E3-8719-3E081EC83BD2}" dt="2024-06-24T00:32:12.319" v="1376" actId="164"/>
          <ac:grpSpMkLst>
            <pc:docMk/>
            <pc:sldMk cId="2133303368" sldId="268"/>
            <ac:grpSpMk id="96" creationId="{52F13CC1-38A8-136C-1CB6-68DD5E0AE6D7}"/>
          </ac:grpSpMkLst>
        </pc:grpChg>
        <pc:grpChg chg="mod">
          <ac:chgData name="Prentys Assis" userId="9e9e1f5991e00f07" providerId="LiveId" clId="{A2969369-7AF6-48E3-8719-3E081EC83BD2}" dt="2024-06-24T00:32:12.319" v="1376" actId="164"/>
          <ac:grpSpMkLst>
            <pc:docMk/>
            <pc:sldMk cId="2133303368" sldId="268"/>
            <ac:grpSpMk id="97" creationId="{924235F3-5B27-E9A0-7198-EB50733624CE}"/>
          </ac:grpSpMkLst>
        </pc:grpChg>
        <pc:grpChg chg="mod">
          <ac:chgData name="Prentys Assis" userId="9e9e1f5991e00f07" providerId="LiveId" clId="{A2969369-7AF6-48E3-8719-3E081EC83BD2}" dt="2024-06-24T00:32:12.319" v="1376" actId="164"/>
          <ac:grpSpMkLst>
            <pc:docMk/>
            <pc:sldMk cId="2133303368" sldId="268"/>
            <ac:grpSpMk id="98" creationId="{5FD2BA1E-07FC-60AE-8B96-13F39CD7856B}"/>
          </ac:grpSpMkLst>
        </pc:grpChg>
      </pc:sldChg>
      <pc:sldChg chg="delSp add del mod delAnim modAnim">
        <pc:chgData name="Prentys Assis" userId="9e9e1f5991e00f07" providerId="LiveId" clId="{A2969369-7AF6-48E3-8719-3E081EC83BD2}" dt="2024-06-24T00:31:24.233" v="1343" actId="47"/>
        <pc:sldMkLst>
          <pc:docMk/>
          <pc:sldMk cId="2191917750" sldId="268"/>
        </pc:sldMkLst>
        <pc:spChg chg="del">
          <ac:chgData name="Prentys Assis" userId="9e9e1f5991e00f07" providerId="LiveId" clId="{A2969369-7AF6-48E3-8719-3E081EC83BD2}" dt="2024-06-24T00:30:45.781" v="1313" actId="478"/>
          <ac:spMkLst>
            <pc:docMk/>
            <pc:sldMk cId="2191917750" sldId="268"/>
            <ac:spMk id="28" creationId="{368A57EF-0D54-643E-5C37-04587875FF59}"/>
          </ac:spMkLst>
        </pc:spChg>
      </pc:sldChg>
      <pc:sldChg chg="addSp delSp modSp add mod addAnim delAnim modAnim">
        <pc:chgData name="Prentys Assis" userId="9e9e1f5991e00f07" providerId="LiveId" clId="{A2969369-7AF6-48E3-8719-3E081EC83BD2}" dt="2024-06-24T02:44:10.775" v="2206" actId="6549"/>
        <pc:sldMkLst>
          <pc:docMk/>
          <pc:sldMk cId="3462297259" sldId="269"/>
        </pc:sldMkLst>
        <pc:spChg chg="add del mod">
          <ac:chgData name="Prentys Assis" userId="9e9e1f5991e00f07" providerId="LiveId" clId="{A2969369-7AF6-48E3-8719-3E081EC83BD2}" dt="2024-06-24T02:31:30.109" v="1736" actId="478"/>
          <ac:spMkLst>
            <pc:docMk/>
            <pc:sldMk cId="3462297259" sldId="269"/>
            <ac:spMk id="2" creationId="{25008914-DE07-E168-09A3-14BBA8E3FA26}"/>
          </ac:spMkLst>
        </pc:spChg>
        <pc:spChg chg="mod">
          <ac:chgData name="Prentys Assis" userId="9e9e1f5991e00f07" providerId="LiveId" clId="{A2969369-7AF6-48E3-8719-3E081EC83BD2}" dt="2024-06-24T02:28:34.028" v="1710"/>
          <ac:spMkLst>
            <pc:docMk/>
            <pc:sldMk cId="3462297259" sldId="269"/>
            <ac:spMk id="4" creationId="{80B53500-1832-9056-F402-19E175552701}"/>
          </ac:spMkLst>
        </pc:spChg>
        <pc:spChg chg="del">
          <ac:chgData name="Prentys Assis" userId="9e9e1f5991e00f07" providerId="LiveId" clId="{A2969369-7AF6-48E3-8719-3E081EC83BD2}" dt="2024-06-24T00:35:35.599" v="1390" actId="478"/>
          <ac:spMkLst>
            <pc:docMk/>
            <pc:sldMk cId="3462297259" sldId="269"/>
            <ac:spMk id="4" creationId="{8BD2F935-273C-772F-408A-F2FDF5100711}"/>
          </ac:spMkLst>
        </pc:spChg>
        <pc:spChg chg="mod">
          <ac:chgData name="Prentys Assis" userId="9e9e1f5991e00f07" providerId="LiveId" clId="{A2969369-7AF6-48E3-8719-3E081EC83BD2}" dt="2024-06-24T02:28:34.028" v="1710"/>
          <ac:spMkLst>
            <pc:docMk/>
            <pc:sldMk cId="3462297259" sldId="269"/>
            <ac:spMk id="6" creationId="{F027C36B-A057-9885-73CA-D70625BF7029}"/>
          </ac:spMkLst>
        </pc:spChg>
        <pc:spChg chg="add mod">
          <ac:chgData name="Prentys Assis" userId="9e9e1f5991e00f07" providerId="LiveId" clId="{A2969369-7AF6-48E3-8719-3E081EC83BD2}" dt="2024-06-24T02:29:51.146" v="1724" actId="207"/>
          <ac:spMkLst>
            <pc:docMk/>
            <pc:sldMk cId="3462297259" sldId="269"/>
            <ac:spMk id="7" creationId="{30516ED5-8BBF-9761-2334-AE828948609C}"/>
          </ac:spMkLst>
        </pc:spChg>
        <pc:spChg chg="add mod ord">
          <ac:chgData name="Prentys Assis" userId="9e9e1f5991e00f07" providerId="LiveId" clId="{A2969369-7AF6-48E3-8719-3E081EC83BD2}" dt="2024-06-24T00:38:30.556" v="1422" actId="207"/>
          <ac:spMkLst>
            <pc:docMk/>
            <pc:sldMk cId="3462297259" sldId="269"/>
            <ac:spMk id="8" creationId="{33606439-72E1-AFE5-5251-E7FE52118A3C}"/>
          </ac:spMkLst>
        </pc:spChg>
        <pc:spChg chg="add mod">
          <ac:chgData name="Prentys Assis" userId="9e9e1f5991e00f07" providerId="LiveId" clId="{A2969369-7AF6-48E3-8719-3E081EC83BD2}" dt="2024-06-24T02:44:10.775" v="2206" actId="6549"/>
          <ac:spMkLst>
            <pc:docMk/>
            <pc:sldMk cId="3462297259" sldId="269"/>
            <ac:spMk id="9" creationId="{29C84733-D923-C6C5-8387-4CDC5308799D}"/>
          </ac:spMkLst>
        </pc:spChg>
        <pc:spChg chg="add mod ord">
          <ac:chgData name="Prentys Assis" userId="9e9e1f5991e00f07" providerId="LiveId" clId="{A2969369-7AF6-48E3-8719-3E081EC83BD2}" dt="2024-06-24T02:43:46.545" v="2184" actId="207"/>
          <ac:spMkLst>
            <pc:docMk/>
            <pc:sldMk cId="3462297259" sldId="269"/>
            <ac:spMk id="10" creationId="{817AEE43-828A-F94A-28E0-62F92D89AC28}"/>
          </ac:spMkLst>
        </pc:spChg>
        <pc:spChg chg="add mod">
          <ac:chgData name="Prentys Assis" userId="9e9e1f5991e00f07" providerId="LiveId" clId="{A2969369-7AF6-48E3-8719-3E081EC83BD2}" dt="2024-06-24T00:42:01.059" v="1514" actId="20577"/>
          <ac:spMkLst>
            <pc:docMk/>
            <pc:sldMk cId="3462297259" sldId="269"/>
            <ac:spMk id="12" creationId="{8C854390-C246-37CE-8D95-3773BBA787F0}"/>
          </ac:spMkLst>
        </pc:spChg>
        <pc:spChg chg="add del mod">
          <ac:chgData name="Prentys Assis" userId="9e9e1f5991e00f07" providerId="LiveId" clId="{A2969369-7AF6-48E3-8719-3E081EC83BD2}" dt="2024-06-24T02:41:14.862" v="2148" actId="478"/>
          <ac:spMkLst>
            <pc:docMk/>
            <pc:sldMk cId="3462297259" sldId="269"/>
            <ac:spMk id="13" creationId="{63109E67-EA3E-FD16-B9CE-47BB5BD05272}"/>
          </ac:spMkLst>
        </pc:spChg>
        <pc:spChg chg="del">
          <ac:chgData name="Prentys Assis" userId="9e9e1f5991e00f07" providerId="LiveId" clId="{A2969369-7AF6-48E3-8719-3E081EC83BD2}" dt="2024-06-24T00:35:35.599" v="1390" actId="478"/>
          <ac:spMkLst>
            <pc:docMk/>
            <pc:sldMk cId="3462297259" sldId="269"/>
            <ac:spMk id="27" creationId="{F9FBB020-DCA2-4E8E-240C-3188EC7D04BC}"/>
          </ac:spMkLst>
        </pc:spChg>
        <pc:spChg chg="del">
          <ac:chgData name="Prentys Assis" userId="9e9e1f5991e00f07" providerId="LiveId" clId="{A2969369-7AF6-48E3-8719-3E081EC83BD2}" dt="2024-06-24T00:35:35.599" v="1390" actId="478"/>
          <ac:spMkLst>
            <pc:docMk/>
            <pc:sldMk cId="3462297259" sldId="269"/>
            <ac:spMk id="28" creationId="{368A57EF-0D54-643E-5C37-04587875FF59}"/>
          </ac:spMkLst>
        </pc:spChg>
        <pc:spChg chg="add mod">
          <ac:chgData name="Prentys Assis" userId="9e9e1f5991e00f07" providerId="LiveId" clId="{A2969369-7AF6-48E3-8719-3E081EC83BD2}" dt="2024-06-24T00:48:42.426" v="1585" actId="1076"/>
          <ac:spMkLst>
            <pc:docMk/>
            <pc:sldMk cId="3462297259" sldId="269"/>
            <ac:spMk id="33" creationId="{4A145CF3-3918-7C95-B4EA-09DBC6E495B9}"/>
          </ac:spMkLst>
        </pc:spChg>
        <pc:spChg chg="add del mod">
          <ac:chgData name="Prentys Assis" userId="9e9e1f5991e00f07" providerId="LiveId" clId="{A2969369-7AF6-48E3-8719-3E081EC83BD2}" dt="2024-06-24T00:49:06.261" v="1588" actId="21"/>
          <ac:spMkLst>
            <pc:docMk/>
            <pc:sldMk cId="3462297259" sldId="269"/>
            <ac:spMk id="34" creationId="{98B5B349-ED3C-BFD9-4936-0D6DC0287543}"/>
          </ac:spMkLst>
        </pc:spChg>
        <pc:spChg chg="add del mod">
          <ac:chgData name="Prentys Assis" userId="9e9e1f5991e00f07" providerId="LiveId" clId="{A2969369-7AF6-48E3-8719-3E081EC83BD2}" dt="2024-06-24T00:49:13.255" v="1590" actId="478"/>
          <ac:spMkLst>
            <pc:docMk/>
            <pc:sldMk cId="3462297259" sldId="269"/>
            <ac:spMk id="35" creationId="{98B5B349-ED3C-BFD9-4936-0D6DC0287543}"/>
          </ac:spMkLst>
        </pc:spChg>
        <pc:spChg chg="del">
          <ac:chgData name="Prentys Assis" userId="9e9e1f5991e00f07" providerId="LiveId" clId="{A2969369-7AF6-48E3-8719-3E081EC83BD2}" dt="2024-06-24T00:35:35.599" v="1390" actId="478"/>
          <ac:spMkLst>
            <pc:docMk/>
            <pc:sldMk cId="3462297259" sldId="269"/>
            <ac:spMk id="36" creationId="{EBC42097-CCA6-EC9D-E55D-375C9F6CB1FF}"/>
          </ac:spMkLst>
        </pc:spChg>
        <pc:spChg chg="add del mod">
          <ac:chgData name="Prentys Assis" userId="9e9e1f5991e00f07" providerId="LiveId" clId="{A2969369-7AF6-48E3-8719-3E081EC83BD2}" dt="2024-06-24T02:31:28.991" v="1735" actId="478"/>
          <ac:spMkLst>
            <pc:docMk/>
            <pc:sldMk cId="3462297259" sldId="269"/>
            <ac:spMk id="41" creationId="{9712A7C9-D9E2-C1F9-391F-8970A916398D}"/>
          </ac:spMkLst>
        </pc:spChg>
        <pc:spChg chg="del">
          <ac:chgData name="Prentys Assis" userId="9e9e1f5991e00f07" providerId="LiveId" clId="{A2969369-7AF6-48E3-8719-3E081EC83BD2}" dt="2024-06-24T00:35:35.599" v="1390" actId="478"/>
          <ac:spMkLst>
            <pc:docMk/>
            <pc:sldMk cId="3462297259" sldId="269"/>
            <ac:spMk id="53" creationId="{D95AA533-3159-9F33-FBD1-A170C416FECD}"/>
          </ac:spMkLst>
        </pc:spChg>
        <pc:spChg chg="mod">
          <ac:chgData name="Prentys Assis" userId="9e9e1f5991e00f07" providerId="LiveId" clId="{A2969369-7AF6-48E3-8719-3E081EC83BD2}" dt="2024-06-24T00:36:45.455" v="1402" actId="1038"/>
          <ac:spMkLst>
            <pc:docMk/>
            <pc:sldMk cId="3462297259" sldId="269"/>
            <ac:spMk id="85" creationId="{9DE47F52-3F94-6479-DB43-66F17060E2B2}"/>
          </ac:spMkLst>
        </pc:spChg>
        <pc:spChg chg="mod">
          <ac:chgData name="Prentys Assis" userId="9e9e1f5991e00f07" providerId="LiveId" clId="{A2969369-7AF6-48E3-8719-3E081EC83BD2}" dt="2024-06-24T00:36:45.455" v="1402" actId="1038"/>
          <ac:spMkLst>
            <pc:docMk/>
            <pc:sldMk cId="3462297259" sldId="269"/>
            <ac:spMk id="86" creationId="{DA98F5A7-55C9-CE1C-20E6-4F6971052F66}"/>
          </ac:spMkLst>
        </pc:spChg>
        <pc:spChg chg="mod">
          <ac:chgData name="Prentys Assis" userId="9e9e1f5991e00f07" providerId="LiveId" clId="{A2969369-7AF6-48E3-8719-3E081EC83BD2}" dt="2024-06-24T00:36:45.455" v="1402" actId="1038"/>
          <ac:spMkLst>
            <pc:docMk/>
            <pc:sldMk cId="3462297259" sldId="269"/>
            <ac:spMk id="88" creationId="{6DE2BED5-7645-C694-7BEE-BA9B223AA6E1}"/>
          </ac:spMkLst>
        </pc:spChg>
        <pc:spChg chg="del">
          <ac:chgData name="Prentys Assis" userId="9e9e1f5991e00f07" providerId="LiveId" clId="{A2969369-7AF6-48E3-8719-3E081EC83BD2}" dt="2024-06-24T00:35:35.599" v="1390" actId="478"/>
          <ac:spMkLst>
            <pc:docMk/>
            <pc:sldMk cId="3462297259" sldId="269"/>
            <ac:spMk id="92" creationId="{FB987E19-ED2A-79C8-5259-CAC03B82B0EB}"/>
          </ac:spMkLst>
        </pc:spChg>
        <pc:spChg chg="del">
          <ac:chgData name="Prentys Assis" userId="9e9e1f5991e00f07" providerId="LiveId" clId="{A2969369-7AF6-48E3-8719-3E081EC83BD2}" dt="2024-06-24T00:35:35.599" v="1390" actId="478"/>
          <ac:spMkLst>
            <pc:docMk/>
            <pc:sldMk cId="3462297259" sldId="269"/>
            <ac:spMk id="94" creationId="{9DA28F05-7A4E-5388-E8B9-8234C6DDF1D1}"/>
          </ac:spMkLst>
        </pc:spChg>
        <pc:spChg chg="del">
          <ac:chgData name="Prentys Assis" userId="9e9e1f5991e00f07" providerId="LiveId" clId="{A2969369-7AF6-48E3-8719-3E081EC83BD2}" dt="2024-06-24T00:35:35.599" v="1390" actId="478"/>
          <ac:spMkLst>
            <pc:docMk/>
            <pc:sldMk cId="3462297259" sldId="269"/>
            <ac:spMk id="95" creationId="{49656C58-B55C-00E2-BB4F-B4B5EB341C7B}"/>
          </ac:spMkLst>
        </pc:spChg>
        <pc:grpChg chg="del">
          <ac:chgData name="Prentys Assis" userId="9e9e1f5991e00f07" providerId="LiveId" clId="{A2969369-7AF6-48E3-8719-3E081EC83BD2}" dt="2024-06-24T00:35:35.599" v="1390" actId="478"/>
          <ac:grpSpMkLst>
            <pc:docMk/>
            <pc:sldMk cId="3462297259" sldId="269"/>
            <ac:grpSpMk id="2" creationId="{9E0B32CE-205D-657D-7EC6-F4E853EB347A}"/>
          </ac:grpSpMkLst>
        </pc:grpChg>
        <pc:grpChg chg="add mod">
          <ac:chgData name="Prentys Assis" userId="9e9e1f5991e00f07" providerId="LiveId" clId="{A2969369-7AF6-48E3-8719-3E081EC83BD2}" dt="2024-06-24T02:29:30.297" v="1715" actId="1076"/>
          <ac:grpSpMkLst>
            <pc:docMk/>
            <pc:sldMk cId="3462297259" sldId="269"/>
            <ac:grpSpMk id="3" creationId="{6C2C5201-7696-123E-8926-F02950C6875D}"/>
          </ac:grpSpMkLst>
        </pc:grpChg>
        <pc:grpChg chg="mod">
          <ac:chgData name="Prentys Assis" userId="9e9e1f5991e00f07" providerId="LiveId" clId="{A2969369-7AF6-48E3-8719-3E081EC83BD2}" dt="2024-06-24T00:36:45.455" v="1402" actId="1038"/>
          <ac:grpSpMkLst>
            <pc:docMk/>
            <pc:sldMk cId="3462297259" sldId="269"/>
            <ac:grpSpMk id="5" creationId="{ECAC1133-5163-F390-6A89-6D6BB3AF59F5}"/>
          </ac:grpSpMkLst>
        </pc:grpChg>
        <pc:grpChg chg="del">
          <ac:chgData name="Prentys Assis" userId="9e9e1f5991e00f07" providerId="LiveId" clId="{A2969369-7AF6-48E3-8719-3E081EC83BD2}" dt="2024-06-24T00:35:35.599" v="1390" actId="478"/>
          <ac:grpSpMkLst>
            <pc:docMk/>
            <pc:sldMk cId="3462297259" sldId="269"/>
            <ac:grpSpMk id="13" creationId="{C36C0CFD-C305-F927-889D-C64C71BA5EDD}"/>
          </ac:grpSpMkLst>
        </pc:grpChg>
        <pc:grpChg chg="del">
          <ac:chgData name="Prentys Assis" userId="9e9e1f5991e00f07" providerId="LiveId" clId="{A2969369-7AF6-48E3-8719-3E081EC83BD2}" dt="2024-06-24T00:35:35.599" v="1390" actId="478"/>
          <ac:grpSpMkLst>
            <pc:docMk/>
            <pc:sldMk cId="3462297259" sldId="269"/>
            <ac:grpSpMk id="17" creationId="{FD440417-46C1-F2A9-4940-B7B30811D40C}"/>
          </ac:grpSpMkLst>
        </pc:grpChg>
        <pc:grpChg chg="del">
          <ac:chgData name="Prentys Assis" userId="9e9e1f5991e00f07" providerId="LiveId" clId="{A2969369-7AF6-48E3-8719-3E081EC83BD2}" dt="2024-06-24T00:35:35.599" v="1390" actId="478"/>
          <ac:grpSpMkLst>
            <pc:docMk/>
            <pc:sldMk cId="3462297259" sldId="269"/>
            <ac:grpSpMk id="18" creationId="{08B30F08-0C92-68A3-A56A-1EE2F6315B0F}"/>
          </ac:grpSpMkLst>
        </pc:grpChg>
        <pc:grpChg chg="add mod">
          <ac:chgData name="Prentys Assis" userId="9e9e1f5991e00f07" providerId="LiveId" clId="{A2969369-7AF6-48E3-8719-3E081EC83BD2}" dt="2024-06-24T02:43:25.820" v="2181" actId="164"/>
          <ac:grpSpMkLst>
            <pc:docMk/>
            <pc:sldMk cId="3462297259" sldId="269"/>
            <ac:grpSpMk id="19" creationId="{DF35B92B-649E-1385-48FC-88495B73E2BF}"/>
          </ac:grpSpMkLst>
        </pc:grpChg>
        <pc:grpChg chg="del">
          <ac:chgData name="Prentys Assis" userId="9e9e1f5991e00f07" providerId="LiveId" clId="{A2969369-7AF6-48E3-8719-3E081EC83BD2}" dt="2024-06-24T00:35:35.599" v="1390" actId="478"/>
          <ac:grpSpMkLst>
            <pc:docMk/>
            <pc:sldMk cId="3462297259" sldId="269"/>
            <ac:grpSpMk id="22" creationId="{FD668C4C-7703-B8B0-7811-75E878CDD380}"/>
          </ac:grpSpMkLst>
        </pc:grpChg>
        <pc:grpChg chg="add mod">
          <ac:chgData name="Prentys Assis" userId="9e9e1f5991e00f07" providerId="LiveId" clId="{A2969369-7AF6-48E3-8719-3E081EC83BD2}" dt="2024-06-24T00:47:40.880" v="1562" actId="1076"/>
          <ac:grpSpMkLst>
            <pc:docMk/>
            <pc:sldMk cId="3462297259" sldId="269"/>
            <ac:grpSpMk id="26" creationId="{3AC474C1-2FC6-14F4-057F-AD4FE1741ED7}"/>
          </ac:grpSpMkLst>
        </pc:grpChg>
        <pc:grpChg chg="del">
          <ac:chgData name="Prentys Assis" userId="9e9e1f5991e00f07" providerId="LiveId" clId="{A2969369-7AF6-48E3-8719-3E081EC83BD2}" dt="2024-06-24T00:35:35.599" v="1390" actId="478"/>
          <ac:grpSpMkLst>
            <pc:docMk/>
            <pc:sldMk cId="3462297259" sldId="269"/>
            <ac:grpSpMk id="89" creationId="{89DB2801-9A7B-F19A-2B5E-04E6AE3926F0}"/>
          </ac:grpSpMkLst>
        </pc:grpChg>
        <pc:grpChg chg="del">
          <ac:chgData name="Prentys Assis" userId="9e9e1f5991e00f07" providerId="LiveId" clId="{A2969369-7AF6-48E3-8719-3E081EC83BD2}" dt="2024-06-24T00:35:35.599" v="1390" actId="478"/>
          <ac:grpSpMkLst>
            <pc:docMk/>
            <pc:sldMk cId="3462297259" sldId="269"/>
            <ac:grpSpMk id="90" creationId="{08E34437-D0BC-BFE2-0F58-DCAE04538B11}"/>
          </ac:grpSpMkLst>
        </pc:grpChg>
        <pc:grpChg chg="del">
          <ac:chgData name="Prentys Assis" userId="9e9e1f5991e00f07" providerId="LiveId" clId="{A2969369-7AF6-48E3-8719-3E081EC83BD2}" dt="2024-06-24T00:35:35.599" v="1390" actId="478"/>
          <ac:grpSpMkLst>
            <pc:docMk/>
            <pc:sldMk cId="3462297259" sldId="269"/>
            <ac:grpSpMk id="91" creationId="{EE988F78-CFB7-9EA1-451A-C43F2EE96BD7}"/>
          </ac:grpSpMkLst>
        </pc:grpChg>
        <pc:grpChg chg="del">
          <ac:chgData name="Prentys Assis" userId="9e9e1f5991e00f07" providerId="LiveId" clId="{A2969369-7AF6-48E3-8719-3E081EC83BD2}" dt="2024-06-24T00:35:35.599" v="1390" actId="478"/>
          <ac:grpSpMkLst>
            <pc:docMk/>
            <pc:sldMk cId="3462297259" sldId="269"/>
            <ac:grpSpMk id="93" creationId="{3F6FBD6C-5BC1-6FBC-2B64-1C95AAE94AC2}"/>
          </ac:grpSpMkLst>
        </pc:grpChg>
        <pc:grpChg chg="mod">
          <ac:chgData name="Prentys Assis" userId="9e9e1f5991e00f07" providerId="LiveId" clId="{A2969369-7AF6-48E3-8719-3E081EC83BD2}" dt="2024-06-24T00:36:45.455" v="1402" actId="1038"/>
          <ac:grpSpMkLst>
            <pc:docMk/>
            <pc:sldMk cId="3462297259" sldId="269"/>
            <ac:grpSpMk id="96" creationId="{52F13CC1-38A8-136C-1CB6-68DD5E0AE6D7}"/>
          </ac:grpSpMkLst>
        </pc:grpChg>
        <pc:grpChg chg="mod">
          <ac:chgData name="Prentys Assis" userId="9e9e1f5991e00f07" providerId="LiveId" clId="{A2969369-7AF6-48E3-8719-3E081EC83BD2}" dt="2024-06-24T00:36:45.455" v="1402" actId="1038"/>
          <ac:grpSpMkLst>
            <pc:docMk/>
            <pc:sldMk cId="3462297259" sldId="269"/>
            <ac:grpSpMk id="97" creationId="{924235F3-5B27-E9A0-7198-EB50733624CE}"/>
          </ac:grpSpMkLst>
        </pc:grpChg>
        <pc:grpChg chg="mod">
          <ac:chgData name="Prentys Assis" userId="9e9e1f5991e00f07" providerId="LiveId" clId="{A2969369-7AF6-48E3-8719-3E081EC83BD2}" dt="2024-06-24T00:36:45.455" v="1402" actId="1038"/>
          <ac:grpSpMkLst>
            <pc:docMk/>
            <pc:sldMk cId="3462297259" sldId="269"/>
            <ac:grpSpMk id="98" creationId="{5FD2BA1E-07FC-60AE-8B96-13F39CD7856B}"/>
          </ac:grpSpMkLst>
        </pc:grpChg>
        <pc:picChg chg="add mod">
          <ac:chgData name="Prentys Assis" userId="9e9e1f5991e00f07" providerId="LiveId" clId="{A2969369-7AF6-48E3-8719-3E081EC83BD2}" dt="2024-06-24T00:47:31.863" v="1558" actId="1076"/>
          <ac:picMkLst>
            <pc:docMk/>
            <pc:sldMk cId="3462297259" sldId="269"/>
            <ac:picMk id="29" creationId="{F2E87E19-F685-56FD-1826-E97B6FFBABB1}"/>
          </ac:picMkLst>
        </pc:picChg>
        <pc:picChg chg="add mod">
          <ac:chgData name="Prentys Assis" userId="9e9e1f5991e00f07" providerId="LiveId" clId="{A2969369-7AF6-48E3-8719-3E081EC83BD2}" dt="2024-06-24T02:32:10.140" v="1742" actId="1076"/>
          <ac:picMkLst>
            <pc:docMk/>
            <pc:sldMk cId="3462297259" sldId="269"/>
            <ac:picMk id="30" creationId="{4845AA97-AB43-414B-33D1-58F7BEBF66E3}"/>
          </ac:picMkLst>
        </pc:picChg>
        <pc:picChg chg="add mod">
          <ac:chgData name="Prentys Assis" userId="9e9e1f5991e00f07" providerId="LiveId" clId="{A2969369-7AF6-48E3-8719-3E081EC83BD2}" dt="2024-06-24T00:47:34.799" v="1560" actId="1076"/>
          <ac:picMkLst>
            <pc:docMk/>
            <pc:sldMk cId="3462297259" sldId="269"/>
            <ac:picMk id="32" creationId="{DC22DE03-B1B1-4702-FB17-839635D256B1}"/>
          </ac:picMkLst>
        </pc:picChg>
        <pc:picChg chg="del">
          <ac:chgData name="Prentys Assis" userId="9e9e1f5991e00f07" providerId="LiveId" clId="{A2969369-7AF6-48E3-8719-3E081EC83BD2}" dt="2024-06-24T00:35:35.599" v="1390" actId="478"/>
          <ac:picMkLst>
            <pc:docMk/>
            <pc:sldMk cId="3462297259" sldId="269"/>
            <ac:picMk id="37" creationId="{2FBC7438-5FF7-6C3E-9848-05F7478BBC62}"/>
          </ac:picMkLst>
        </pc:picChg>
        <pc:picChg chg="mod">
          <ac:chgData name="Prentys Assis" userId="9e9e1f5991e00f07" providerId="LiveId" clId="{A2969369-7AF6-48E3-8719-3E081EC83BD2}" dt="2024-06-24T00:36:45.455" v="1402" actId="1038"/>
          <ac:picMkLst>
            <pc:docMk/>
            <pc:sldMk cId="3462297259" sldId="269"/>
            <ac:picMk id="1026" creationId="{2D2AA773-A04F-6873-C573-1B0047662E94}"/>
          </ac:picMkLst>
        </pc:picChg>
        <pc:picChg chg="mod">
          <ac:chgData name="Prentys Assis" userId="9e9e1f5991e00f07" providerId="LiveId" clId="{A2969369-7AF6-48E3-8719-3E081EC83BD2}" dt="2024-06-24T00:36:45.455" v="1402" actId="1038"/>
          <ac:picMkLst>
            <pc:docMk/>
            <pc:sldMk cId="3462297259" sldId="269"/>
            <ac:picMk id="1028" creationId="{8C21D10F-A19D-771E-EE91-D07B64485F0B}"/>
          </ac:picMkLst>
        </pc:picChg>
        <pc:picChg chg="mod">
          <ac:chgData name="Prentys Assis" userId="9e9e1f5991e00f07" providerId="LiveId" clId="{A2969369-7AF6-48E3-8719-3E081EC83BD2}" dt="2024-06-24T00:36:45.455" v="1402" actId="1038"/>
          <ac:picMkLst>
            <pc:docMk/>
            <pc:sldMk cId="3462297259" sldId="269"/>
            <ac:picMk id="1030" creationId="{CD9D5A0F-C3F4-BECD-5F85-844D6F72F707}"/>
          </ac:picMkLst>
        </pc:picChg>
        <pc:cxnChg chg="add mod">
          <ac:chgData name="Prentys Assis" userId="9e9e1f5991e00f07" providerId="LiveId" clId="{A2969369-7AF6-48E3-8719-3E081EC83BD2}" dt="2024-06-24T00:40:06.091" v="1505" actId="164"/>
          <ac:cxnSpMkLst>
            <pc:docMk/>
            <pc:sldMk cId="3462297259" sldId="269"/>
            <ac:cxnSpMk id="11" creationId="{56161FEA-B31F-1745-0D22-D8AF4413D696}"/>
          </ac:cxnSpMkLst>
        </pc:cxnChg>
        <pc:cxnChg chg="add mod">
          <ac:chgData name="Prentys Assis" userId="9e9e1f5991e00f07" providerId="LiveId" clId="{A2969369-7AF6-48E3-8719-3E081EC83BD2}" dt="2024-06-24T02:43:33.519" v="2182" actId="208"/>
          <ac:cxnSpMkLst>
            <pc:docMk/>
            <pc:sldMk cId="3462297259" sldId="269"/>
            <ac:cxnSpMk id="15" creationId="{1EA14F26-7C24-A1BE-525E-DBA769365AB7}"/>
          </ac:cxnSpMkLst>
        </pc:cxnChg>
        <pc:cxnChg chg="add del mod">
          <ac:chgData name="Prentys Assis" userId="9e9e1f5991e00f07" providerId="LiveId" clId="{A2969369-7AF6-48E3-8719-3E081EC83BD2}" dt="2024-06-24T02:31:27.834" v="1734" actId="478"/>
          <ac:cxnSpMkLst>
            <pc:docMk/>
            <pc:sldMk cId="3462297259" sldId="269"/>
            <ac:cxnSpMk id="39" creationId="{CF33568F-3B8E-371D-FA5B-C72D109447B7}"/>
          </ac:cxnSpMkLst>
        </pc:cxnChg>
        <pc:cxnChg chg="del">
          <ac:chgData name="Prentys Assis" userId="9e9e1f5991e00f07" providerId="LiveId" clId="{A2969369-7AF6-48E3-8719-3E081EC83BD2}" dt="2024-06-24T00:35:35.599" v="1390" actId="478"/>
          <ac:cxnSpMkLst>
            <pc:docMk/>
            <pc:sldMk cId="3462297259" sldId="269"/>
            <ac:cxnSpMk id="54" creationId="{06585BCE-C713-C8D6-F53E-C00CBC3A327C}"/>
          </ac:cxnSpMkLst>
        </pc:cxnChg>
        <pc:cxnChg chg="del">
          <ac:chgData name="Prentys Assis" userId="9e9e1f5991e00f07" providerId="LiveId" clId="{A2969369-7AF6-48E3-8719-3E081EC83BD2}" dt="2024-06-24T00:35:35.599" v="1390" actId="478"/>
          <ac:cxnSpMkLst>
            <pc:docMk/>
            <pc:sldMk cId="3462297259" sldId="269"/>
            <ac:cxnSpMk id="55" creationId="{897A4193-00C7-0081-AB75-5EC9AE6AD6F2}"/>
          </ac:cxnSpMkLst>
        </pc:cxnChg>
        <pc:cxnChg chg="del">
          <ac:chgData name="Prentys Assis" userId="9e9e1f5991e00f07" providerId="LiveId" clId="{A2969369-7AF6-48E3-8719-3E081EC83BD2}" dt="2024-06-24T00:35:35.599" v="1390" actId="478"/>
          <ac:cxnSpMkLst>
            <pc:docMk/>
            <pc:sldMk cId="3462297259" sldId="269"/>
            <ac:cxnSpMk id="56" creationId="{A243B14B-1CBF-43ED-BABA-577BA9CEDD87}"/>
          </ac:cxnSpMkLst>
        </pc:cxnChg>
      </pc:sldChg>
      <pc:sldChg chg="addSp delSp modSp add del mod delAnim modAnim">
        <pc:chgData name="Prentys Assis" userId="9e9e1f5991e00f07" providerId="LiveId" clId="{A2969369-7AF6-48E3-8719-3E081EC83BD2}" dt="2024-06-24T02:41:08.978" v="2146" actId="2696"/>
        <pc:sldMkLst>
          <pc:docMk/>
          <pc:sldMk cId="493325581" sldId="270"/>
        </pc:sldMkLst>
        <pc:spChg chg="add mod">
          <ac:chgData name="Prentys Assis" userId="9e9e1f5991e00f07" providerId="LiveId" clId="{A2969369-7AF6-48E3-8719-3E081EC83BD2}" dt="2024-06-24T02:40:44.669" v="2142" actId="1076"/>
          <ac:spMkLst>
            <pc:docMk/>
            <pc:sldMk cId="493325581" sldId="270"/>
            <ac:spMk id="2" creationId="{3C0166D1-8C3D-3B8E-BAC4-D80B4E7E060E}"/>
          </ac:spMkLst>
        </pc:spChg>
        <pc:spChg chg="add del mod">
          <ac:chgData name="Prentys Assis" userId="9e9e1f5991e00f07" providerId="LiveId" clId="{A2969369-7AF6-48E3-8719-3E081EC83BD2}" dt="2024-06-24T02:40:57.847" v="2143" actId="478"/>
          <ac:spMkLst>
            <pc:docMk/>
            <pc:sldMk cId="493325581" sldId="270"/>
            <ac:spMk id="10" creationId="{CA4216BF-C504-5175-22BE-20FD44355A4E}"/>
          </ac:spMkLst>
        </pc:spChg>
      </pc:sldChg>
      <pc:sldChg chg="add del">
        <pc:chgData name="Prentys Assis" userId="9e9e1f5991e00f07" providerId="LiveId" clId="{A2969369-7AF6-48E3-8719-3E081EC83BD2}" dt="2024-06-24T02:40:09.374" v="2129" actId="2696"/>
        <pc:sldMkLst>
          <pc:docMk/>
          <pc:sldMk cId="960777980" sldId="270"/>
        </pc:sldMkLst>
      </pc:sldChg>
    </pc:docChg>
  </pc:docChgLst>
  <pc:docChgLst>
    <pc:chgData name="Prentys Assis" userId="9e9e1f5991e00f07" providerId="LiveId" clId="{611C6868-3215-4B55-81C8-D4848238B00F}"/>
    <pc:docChg chg="undo redo custSel addSld modSld sldOrd">
      <pc:chgData name="Prentys Assis" userId="9e9e1f5991e00f07" providerId="LiveId" clId="{611C6868-3215-4B55-81C8-D4848238B00F}" dt="2024-08-05T19:58:31.064" v="557"/>
      <pc:docMkLst>
        <pc:docMk/>
      </pc:docMkLst>
      <pc:sldChg chg="delSp mod">
        <pc:chgData name="Prentys Assis" userId="9e9e1f5991e00f07" providerId="LiveId" clId="{611C6868-3215-4B55-81C8-D4848238B00F}" dt="2024-08-05T18:11:32.753" v="0" actId="478"/>
        <pc:sldMkLst>
          <pc:docMk/>
          <pc:sldMk cId="0" sldId="265"/>
        </pc:sldMkLst>
        <pc:spChg chg="del topLvl">
          <ac:chgData name="Prentys Assis" userId="9e9e1f5991e00f07" providerId="LiveId" clId="{611C6868-3215-4B55-81C8-D4848238B00F}" dt="2024-08-05T18:11:32.753" v="0" actId="478"/>
          <ac:spMkLst>
            <pc:docMk/>
            <pc:sldMk cId="0" sldId="265"/>
            <ac:spMk id="3" creationId="{00000000-0000-0000-0000-000000000000}"/>
          </ac:spMkLst>
        </pc:spChg>
        <pc:grpChg chg="del">
          <ac:chgData name="Prentys Assis" userId="9e9e1f5991e00f07" providerId="LiveId" clId="{611C6868-3215-4B55-81C8-D4848238B00F}" dt="2024-08-05T18:11:32.753" v="0" actId="478"/>
          <ac:grpSpMkLst>
            <pc:docMk/>
            <pc:sldMk cId="0" sldId="265"/>
            <ac:grpSpMk id="2" creationId="{00000000-0000-0000-0000-000000000000}"/>
          </ac:grpSpMkLst>
        </pc:grpChg>
      </pc:sldChg>
      <pc:sldChg chg="addSp delSp modSp add mod ord modTransition">
        <pc:chgData name="Prentys Assis" userId="9e9e1f5991e00f07" providerId="LiveId" clId="{611C6868-3215-4B55-81C8-D4848238B00F}" dt="2024-08-05T19:58:25.792" v="556"/>
        <pc:sldMkLst>
          <pc:docMk/>
          <pc:sldMk cId="4045340630" sldId="270"/>
        </pc:sldMkLst>
        <pc:spChg chg="add mod">
          <ac:chgData name="Prentys Assis" userId="9e9e1f5991e00f07" providerId="LiveId" clId="{611C6868-3215-4B55-81C8-D4848238B00F}" dt="2024-08-05T19:57:50.972" v="553" actId="1076"/>
          <ac:spMkLst>
            <pc:docMk/>
            <pc:sldMk cId="4045340630" sldId="270"/>
            <ac:spMk id="2" creationId="{6D90E719-ADF5-72F3-9F78-E808ABB1816E}"/>
          </ac:spMkLst>
        </pc:spChg>
        <pc:spChg chg="mod">
          <ac:chgData name="Prentys Assis" userId="9e9e1f5991e00f07" providerId="LiveId" clId="{611C6868-3215-4B55-81C8-D4848238B00F}" dt="2024-08-05T19:55:13.047" v="315"/>
          <ac:spMkLst>
            <pc:docMk/>
            <pc:sldMk cId="4045340630" sldId="270"/>
            <ac:spMk id="4" creationId="{38960704-8E14-AABD-7495-95D988E22129}"/>
          </ac:spMkLst>
        </pc:spChg>
        <pc:spChg chg="mod">
          <ac:chgData name="Prentys Assis" userId="9e9e1f5991e00f07" providerId="LiveId" clId="{611C6868-3215-4B55-81C8-D4848238B00F}" dt="2024-08-05T19:55:13.047" v="315"/>
          <ac:spMkLst>
            <pc:docMk/>
            <pc:sldMk cId="4045340630" sldId="270"/>
            <ac:spMk id="5" creationId="{00C5613D-3DA0-93EF-D944-EE30CF44484E}"/>
          </ac:spMkLst>
        </pc:spChg>
        <pc:spChg chg="add mod">
          <ac:chgData name="Prentys Assis" userId="9e9e1f5991e00f07" providerId="LiveId" clId="{611C6868-3215-4B55-81C8-D4848238B00F}" dt="2024-08-05T19:57:50.972" v="553" actId="1076"/>
          <ac:spMkLst>
            <pc:docMk/>
            <pc:sldMk cId="4045340630" sldId="270"/>
            <ac:spMk id="6" creationId="{A4A4801F-3099-D2EB-508A-B23041102739}"/>
          </ac:spMkLst>
        </pc:spChg>
        <pc:spChg chg="mod">
          <ac:chgData name="Prentys Assis" userId="9e9e1f5991e00f07" providerId="LiveId" clId="{611C6868-3215-4B55-81C8-D4848238B00F}" dt="2024-08-05T19:57:50.972" v="553" actId="1076"/>
          <ac:spMkLst>
            <pc:docMk/>
            <pc:sldMk cId="4045340630" sldId="270"/>
            <ac:spMk id="11" creationId="{00000000-0000-0000-0000-000000000000}"/>
          </ac:spMkLst>
        </pc:spChg>
        <pc:spChg chg="del">
          <ac:chgData name="Prentys Assis" userId="9e9e1f5991e00f07" providerId="LiveId" clId="{611C6868-3215-4B55-81C8-D4848238B00F}" dt="2024-08-05T18:44:11.198" v="7" actId="478"/>
          <ac:spMkLst>
            <pc:docMk/>
            <pc:sldMk cId="4045340630" sldId="270"/>
            <ac:spMk id="12" creationId="{00000000-0000-0000-0000-000000000000}"/>
          </ac:spMkLst>
        </pc:spChg>
        <pc:spChg chg="mod">
          <ac:chgData name="Prentys Assis" userId="9e9e1f5991e00f07" providerId="LiveId" clId="{611C6868-3215-4B55-81C8-D4848238B00F}" dt="2024-08-05T19:57:50.972" v="553" actId="1076"/>
          <ac:spMkLst>
            <pc:docMk/>
            <pc:sldMk cId="4045340630" sldId="270"/>
            <ac:spMk id="19" creationId="{00000000-0000-0000-0000-000000000000}"/>
          </ac:spMkLst>
        </pc:spChg>
        <pc:spChg chg="del mod">
          <ac:chgData name="Prentys Assis" userId="9e9e1f5991e00f07" providerId="LiveId" clId="{611C6868-3215-4B55-81C8-D4848238B00F}" dt="2024-08-05T18:44:14.035" v="8" actId="478"/>
          <ac:spMkLst>
            <pc:docMk/>
            <pc:sldMk cId="4045340630" sldId="270"/>
            <ac:spMk id="20" creationId="{00000000-0000-0000-0000-000000000000}"/>
          </ac:spMkLst>
        </pc:spChg>
        <pc:grpChg chg="add mod">
          <ac:chgData name="Prentys Assis" userId="9e9e1f5991e00f07" providerId="LiveId" clId="{611C6868-3215-4B55-81C8-D4848238B00F}" dt="2024-08-05T19:57:50.972" v="553" actId="1076"/>
          <ac:grpSpMkLst>
            <pc:docMk/>
            <pc:sldMk cId="4045340630" sldId="270"/>
            <ac:grpSpMk id="3" creationId="{080431F9-996A-E3F0-961E-2AF3BFA46EE2}"/>
          </ac:grpSpMkLst>
        </pc:grpChg>
        <pc:grpChg chg="del">
          <ac:chgData name="Prentys Assis" userId="9e9e1f5991e00f07" providerId="LiveId" clId="{611C6868-3215-4B55-81C8-D4848238B00F}" dt="2024-08-05T18:44:04.196" v="4" actId="478"/>
          <ac:grpSpMkLst>
            <pc:docMk/>
            <pc:sldMk cId="4045340630" sldId="270"/>
            <ac:grpSpMk id="4" creationId="{00000000-0000-0000-0000-000000000000}"/>
          </ac:grpSpMkLst>
        </pc:grpChg>
        <pc:grpChg chg="mod">
          <ac:chgData name="Prentys Assis" userId="9e9e1f5991e00f07" providerId="LiveId" clId="{611C6868-3215-4B55-81C8-D4848238B00F}" dt="2024-08-05T19:57:50.972" v="553" actId="1076"/>
          <ac:grpSpMkLst>
            <pc:docMk/>
            <pc:sldMk cId="4045340630" sldId="270"/>
            <ac:grpSpMk id="13" creationId="{00000000-0000-0000-0000-000000000000}"/>
          </ac:grpSpMkLst>
        </pc:grpChg>
        <pc:grpChg chg="del">
          <ac:chgData name="Prentys Assis" userId="9e9e1f5991e00f07" providerId="LiveId" clId="{611C6868-3215-4B55-81C8-D4848238B00F}" dt="2024-08-05T18:44:08.758" v="5" actId="478"/>
          <ac:grpSpMkLst>
            <pc:docMk/>
            <pc:sldMk cId="4045340630" sldId="270"/>
            <ac:grpSpMk id="16" creationId="{00000000-0000-0000-0000-000000000000}"/>
          </ac:grpSpMkLst>
        </pc:grpChg>
      </pc:sldChg>
      <pc:sldChg chg="add modTransition">
        <pc:chgData name="Prentys Assis" userId="9e9e1f5991e00f07" providerId="LiveId" clId="{611C6868-3215-4B55-81C8-D4848238B00F}" dt="2024-08-05T19:58:31.064" v="557"/>
        <pc:sldMkLst>
          <pc:docMk/>
          <pc:sldMk cId="3312410756" sldId="27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EB85776-8070-47B5-8D1B-16F8383E9BF6}" type="datetimeFigureOut">
              <a:rPr lang="pt-BR" smtClean="0"/>
              <a:t>01/09/2024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9134BDB-89FE-49F7-8E0B-6DD7AC58FBE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2502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134BDB-89FE-49F7-8E0B-6DD7AC58FBE9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40649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134BDB-89FE-49F7-8E0B-6DD7AC58FBE9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202159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9134BDB-89FE-49F7-8E0B-6DD7AC58FBE9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39348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8288005" cy="1028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1" y="1"/>
            <a:ext cx="3457577" cy="10287002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14637" y="1683545"/>
            <a:ext cx="13187363" cy="3581400"/>
          </a:xfrm>
        </p:spPr>
        <p:txBody>
          <a:bodyPr anchor="b">
            <a:normAutofit/>
          </a:bodyPr>
          <a:lstStyle>
            <a:lvl1pPr algn="l">
              <a:defRPr sz="7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14637" y="5403057"/>
            <a:ext cx="13187363" cy="2483643"/>
          </a:xfrm>
        </p:spPr>
        <p:txBody>
          <a:bodyPr>
            <a:normAutofit/>
          </a:bodyPr>
          <a:lstStyle>
            <a:lvl1pPr marL="0" indent="0" algn="l">
              <a:buNone/>
              <a:defRPr sz="3000" cap="all" baseline="0">
                <a:solidFill>
                  <a:schemeClr val="tx2"/>
                </a:solidFill>
              </a:defRPr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16267" y="8115302"/>
            <a:ext cx="4114800" cy="547688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14636" y="8115302"/>
            <a:ext cx="7687329" cy="54768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845367" y="8115299"/>
            <a:ext cx="1156634" cy="547688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0236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2890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7" y="2128840"/>
            <a:ext cx="14859000" cy="4279106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7" y="6636543"/>
            <a:ext cx="14859000" cy="2062164"/>
          </a:xfrm>
        </p:spPr>
        <p:txBody>
          <a:bodyPr>
            <a:normAutofit/>
          </a:bodyPr>
          <a:lstStyle>
            <a:lvl1pPr marL="0" indent="0">
              <a:buNone/>
              <a:defRPr sz="27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6858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75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2592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712116" y="3374229"/>
            <a:ext cx="7317584" cy="53125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258301" y="3374229"/>
            <a:ext cx="7312817" cy="5312571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705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7" y="928690"/>
            <a:ext cx="14859000" cy="221694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55029" y="3374229"/>
            <a:ext cx="6974675" cy="1235868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36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12116" y="4610096"/>
            <a:ext cx="7317587" cy="407670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9601212" y="3374228"/>
            <a:ext cx="6969903" cy="1235868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36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9258300" y="4610096"/>
            <a:ext cx="7312815" cy="407670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041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96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7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20058" y="914402"/>
            <a:ext cx="5784056" cy="2459826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734301" y="888999"/>
            <a:ext cx="8836814" cy="7797801"/>
          </a:xfrm>
        </p:spPr>
        <p:txBody>
          <a:bodyPr anchor="ctr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20058" y="3374229"/>
            <a:ext cx="5784056" cy="5312571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2794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20" y="914400"/>
            <a:ext cx="8901762" cy="2459829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071082" y="914402"/>
            <a:ext cx="5500035" cy="77723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6" y="3374229"/>
            <a:ext cx="8901767" cy="5312571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26488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6" y="6456997"/>
            <a:ext cx="14868533" cy="1229033"/>
          </a:xfrm>
        </p:spPr>
        <p:txBody>
          <a:bodyPr anchor="b">
            <a:normAutofit/>
          </a:bodyPr>
          <a:lstStyle>
            <a:lvl1pPr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712117" y="909639"/>
            <a:ext cx="14868531" cy="4949667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48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047" y="7686030"/>
            <a:ext cx="14866289" cy="102370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32310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85" y="914400"/>
            <a:ext cx="14858933" cy="5143500"/>
          </a:xfrm>
        </p:spPr>
        <p:txBody>
          <a:bodyPr anchor="ctr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6" y="6629399"/>
            <a:ext cx="14856689" cy="2057399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0585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69318" y="914399"/>
            <a:ext cx="13954128" cy="4122644"/>
          </a:xfrm>
        </p:spPr>
        <p:txBody>
          <a:bodyPr anchor="ctr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2580967" y="5048336"/>
            <a:ext cx="13128449" cy="823452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117" y="6464879"/>
            <a:ext cx="14859003" cy="2234244"/>
          </a:xfrm>
        </p:spPr>
        <p:txBody>
          <a:bodyPr anchor="ctr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1355268" y="1098591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5806055" y="4147458"/>
            <a:ext cx="914400" cy="877164"/>
          </a:xfrm>
          <a:prstGeom prst="rect">
            <a:avLst/>
          </a:prstGeom>
        </p:spPr>
        <p:txBody>
          <a:bodyPr vert="horz" lIns="137160" tIns="68580" rIns="137160" bIns="6858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12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1666081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12116" y="3201062"/>
            <a:ext cx="14859002" cy="3767753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12047" y="6986483"/>
            <a:ext cx="14856758" cy="1710966"/>
          </a:xfrm>
        </p:spPr>
        <p:txBody>
          <a:bodyPr anchor="t">
            <a:normAutofit/>
          </a:bodyPr>
          <a:lstStyle>
            <a:lvl1pPr marL="0" indent="0">
              <a:buNone/>
              <a:defRPr sz="27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769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712120" y="914400"/>
            <a:ext cx="14858997" cy="28575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712116" y="4011695"/>
            <a:ext cx="4795349" cy="10287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6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691878" y="5040395"/>
            <a:ext cx="4813103" cy="364640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72150" y="4016453"/>
            <a:ext cx="4776578" cy="10287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6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6756320" y="5045153"/>
            <a:ext cx="4793745" cy="364640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778663" y="4011695"/>
            <a:ext cx="4792452" cy="10287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6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11778663" y="5040395"/>
            <a:ext cx="4792452" cy="3646404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7475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712117" y="914400"/>
            <a:ext cx="14858999" cy="28575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712120" y="6606894"/>
            <a:ext cx="4792860" cy="864393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0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712120" y="4000497"/>
            <a:ext cx="4792860" cy="2286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712120" y="7471288"/>
            <a:ext cx="4792860" cy="1226765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33580" y="6606894"/>
            <a:ext cx="4800600" cy="864393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0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6733580" y="4000497"/>
            <a:ext cx="4798410" cy="2286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6731390" y="7471286"/>
            <a:ext cx="4800600" cy="1215513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11778851" y="6606893"/>
            <a:ext cx="4786112" cy="864393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3000" b="0" cap="all" baseline="0">
                <a:solidFill>
                  <a:schemeClr val="tx1"/>
                </a:solidFill>
              </a:defRPr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11778664" y="4000497"/>
            <a:ext cx="4792454" cy="2286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11778663" y="7471281"/>
            <a:ext cx="4792452" cy="1215518"/>
          </a:xfrm>
        </p:spPr>
        <p:txBody>
          <a:bodyPr anchor="t">
            <a:normAutofit/>
          </a:bodyPr>
          <a:lstStyle>
            <a:lvl1pPr marL="0" indent="0">
              <a:buNone/>
              <a:defRPr sz="2100"/>
            </a:lvl1pPr>
            <a:lvl2pPr marL="685800" indent="0">
              <a:buNone/>
              <a:defRPr sz="1800"/>
            </a:lvl2pPr>
            <a:lvl3pPr marL="1371600" indent="0">
              <a:buNone/>
              <a:defRPr sz="1500"/>
            </a:lvl3pPr>
            <a:lvl4pPr marL="2057400" indent="0">
              <a:buNone/>
              <a:defRPr sz="1350"/>
            </a:lvl4pPr>
            <a:lvl5pPr marL="2743200" indent="0">
              <a:buNone/>
              <a:defRPr sz="1350"/>
            </a:lvl5pPr>
            <a:lvl6pPr marL="3429000" indent="0">
              <a:buNone/>
              <a:defRPr sz="1350"/>
            </a:lvl6pPr>
            <a:lvl7pPr marL="4114800" indent="0">
              <a:buNone/>
              <a:defRPr sz="1350"/>
            </a:lvl7pPr>
            <a:lvl8pPr marL="4800600" indent="0">
              <a:buNone/>
              <a:defRPr sz="1350"/>
            </a:lvl8pPr>
            <a:lvl9pPr marL="5486400" indent="0">
              <a:buNone/>
              <a:defRPr sz="135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96314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544964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3563601" y="914399"/>
            <a:ext cx="3007517" cy="7772402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712115" y="914399"/>
            <a:ext cx="11622885" cy="7772402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0455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18288005" cy="102870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21432" y="1"/>
            <a:ext cx="18080832" cy="10287002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712120" y="927777"/>
            <a:ext cx="14858997" cy="221785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12119" y="3374230"/>
            <a:ext cx="14858999" cy="53125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185382" y="8824915"/>
            <a:ext cx="4114800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12117" y="8824913"/>
            <a:ext cx="9358964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575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414482" y="8824912"/>
            <a:ext cx="1156634" cy="5476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57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8311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5" r:id="rId1"/>
    <p:sldLayoutId id="2147483786" r:id="rId2"/>
    <p:sldLayoutId id="2147483787" r:id="rId3"/>
    <p:sldLayoutId id="2147483788" r:id="rId4"/>
    <p:sldLayoutId id="2147483789" r:id="rId5"/>
    <p:sldLayoutId id="2147483790" r:id="rId6"/>
    <p:sldLayoutId id="2147483791" r:id="rId7"/>
    <p:sldLayoutId id="2147483792" r:id="rId8"/>
    <p:sldLayoutId id="2147483793" r:id="rId9"/>
    <p:sldLayoutId id="2147483794" r:id="rId10"/>
    <p:sldLayoutId id="2147483795" r:id="rId11"/>
    <p:sldLayoutId id="2147483796" r:id="rId12"/>
    <p:sldLayoutId id="2147483797" r:id="rId13"/>
    <p:sldLayoutId id="2147483798" r:id="rId14"/>
    <p:sldLayoutId id="2147483799" r:id="rId15"/>
    <p:sldLayoutId id="2147483800" r:id="rId16"/>
    <p:sldLayoutId id="2147483801" r:id="rId17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5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120000"/>
        </a:lnSpc>
        <a:spcBef>
          <a:spcPts val="1500"/>
        </a:spcBef>
        <a:buSzPct val="125000"/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120000"/>
        </a:lnSpc>
        <a:spcBef>
          <a:spcPts val="750"/>
        </a:spcBef>
        <a:buSzPct val="125000"/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microsoft.com/office/2007/relationships/hdphoto" Target="../media/hdphoto1.wdp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png"/><Relationship Id="rId3" Type="http://schemas.openxmlformats.org/officeDocument/2006/relationships/image" Target="../media/image7.png"/><Relationship Id="rId7" Type="http://schemas.openxmlformats.org/officeDocument/2006/relationships/image" Target="../media/image9.png"/><Relationship Id="rId12" Type="http://schemas.openxmlformats.org/officeDocument/2006/relationships/image" Target="../media/image14.svg"/><Relationship Id="rId17" Type="http://schemas.openxmlformats.org/officeDocument/2006/relationships/image" Target="../media/image19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microsoft.com/office/2007/relationships/hdphoto" Target="../media/hdphoto2.wdp"/><Relationship Id="rId11" Type="http://schemas.openxmlformats.org/officeDocument/2006/relationships/image" Target="../media/image13.png"/><Relationship Id="rId5" Type="http://schemas.openxmlformats.org/officeDocument/2006/relationships/image" Target="../media/image8.png"/><Relationship Id="rId15" Type="http://schemas.openxmlformats.org/officeDocument/2006/relationships/image" Target="../media/image17.png"/><Relationship Id="rId10" Type="http://schemas.openxmlformats.org/officeDocument/2006/relationships/image" Target="../media/image12.svg"/><Relationship Id="rId4" Type="http://schemas.microsoft.com/office/2007/relationships/hdphoto" Target="../media/hdphoto1.wdp"/><Relationship Id="rId9" Type="http://schemas.openxmlformats.org/officeDocument/2006/relationships/image" Target="../media/image11.png"/><Relationship Id="rId1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png"/><Relationship Id="rId3" Type="http://schemas.openxmlformats.org/officeDocument/2006/relationships/image" Target="../media/image17.png"/><Relationship Id="rId7" Type="http://schemas.microsoft.com/office/2007/relationships/hdphoto" Target="../media/hdphoto3.wdp"/><Relationship Id="rId12" Type="http://schemas.openxmlformats.org/officeDocument/2006/relationships/image" Target="../media/image1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15.png"/><Relationship Id="rId5" Type="http://schemas.openxmlformats.org/officeDocument/2006/relationships/image" Target="../media/image19.png"/><Relationship Id="rId10" Type="http://schemas.openxmlformats.org/officeDocument/2006/relationships/image" Target="../media/image22.png"/><Relationship Id="rId4" Type="http://schemas.openxmlformats.org/officeDocument/2006/relationships/image" Target="../media/image18.png"/><Relationship Id="rId9" Type="http://schemas.microsoft.com/office/2007/relationships/hdphoto" Target="../media/hdphoto4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microsoft.com/office/2007/relationships/hdphoto" Target="../media/hdphoto5.wdp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microsoft.com/office/2007/relationships/hdphoto" Target="../media/hdphoto5.wdp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1874935" y="3465573"/>
            <a:ext cx="14717380" cy="2283136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13753263" y="8084600"/>
            <a:ext cx="2839051" cy="1000627"/>
            <a:chOff x="0" y="0"/>
            <a:chExt cx="10489893" cy="3697173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10345114" cy="3552394"/>
            </a:xfrm>
            <a:custGeom>
              <a:avLst/>
              <a:gdLst/>
              <a:ahLst/>
              <a:cxnLst/>
              <a:rect l="l" t="t" r="r" b="b"/>
              <a:pathLst>
                <a:path w="10345114" h="3552394">
                  <a:moveTo>
                    <a:pt x="0" y="0"/>
                  </a:moveTo>
                  <a:lnTo>
                    <a:pt x="10345114" y="0"/>
                  </a:lnTo>
                  <a:lnTo>
                    <a:pt x="10345114" y="3552394"/>
                  </a:lnTo>
                  <a:lnTo>
                    <a:pt x="0" y="355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10489893" cy="3697174"/>
            </a:xfrm>
            <a:custGeom>
              <a:avLst/>
              <a:gdLst/>
              <a:ahLst/>
              <a:cxnLst/>
              <a:rect l="l" t="t" r="r" b="b"/>
              <a:pathLst>
                <a:path w="10489893" h="3697174">
                  <a:moveTo>
                    <a:pt x="10345114" y="3552394"/>
                  </a:moveTo>
                  <a:lnTo>
                    <a:pt x="10489893" y="3552394"/>
                  </a:lnTo>
                  <a:lnTo>
                    <a:pt x="10489893" y="3697174"/>
                  </a:lnTo>
                  <a:lnTo>
                    <a:pt x="10345114" y="3697174"/>
                  </a:lnTo>
                  <a:lnTo>
                    <a:pt x="10345114" y="355239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52394"/>
                  </a:lnTo>
                  <a:lnTo>
                    <a:pt x="0" y="3552394"/>
                  </a:lnTo>
                  <a:lnTo>
                    <a:pt x="0" y="144780"/>
                  </a:lnTo>
                  <a:close/>
                  <a:moveTo>
                    <a:pt x="0" y="3552394"/>
                  </a:moveTo>
                  <a:lnTo>
                    <a:pt x="144780" y="3552394"/>
                  </a:lnTo>
                  <a:lnTo>
                    <a:pt x="144780" y="3697174"/>
                  </a:lnTo>
                  <a:lnTo>
                    <a:pt x="0" y="3697174"/>
                  </a:lnTo>
                  <a:lnTo>
                    <a:pt x="0" y="3552394"/>
                  </a:lnTo>
                  <a:close/>
                  <a:moveTo>
                    <a:pt x="10345114" y="144780"/>
                  </a:moveTo>
                  <a:lnTo>
                    <a:pt x="10489893" y="144780"/>
                  </a:lnTo>
                  <a:lnTo>
                    <a:pt x="10489893" y="3552394"/>
                  </a:lnTo>
                  <a:lnTo>
                    <a:pt x="10345114" y="3552394"/>
                  </a:lnTo>
                  <a:lnTo>
                    <a:pt x="10345114" y="144780"/>
                  </a:lnTo>
                  <a:close/>
                  <a:moveTo>
                    <a:pt x="144780" y="3552394"/>
                  </a:moveTo>
                  <a:lnTo>
                    <a:pt x="10345114" y="3552394"/>
                  </a:lnTo>
                  <a:lnTo>
                    <a:pt x="10345114" y="3697174"/>
                  </a:lnTo>
                  <a:lnTo>
                    <a:pt x="144780" y="3697174"/>
                  </a:lnTo>
                  <a:lnTo>
                    <a:pt x="144780" y="3552394"/>
                  </a:lnTo>
                  <a:close/>
                  <a:moveTo>
                    <a:pt x="10345114" y="0"/>
                  </a:moveTo>
                  <a:lnTo>
                    <a:pt x="10489893" y="0"/>
                  </a:lnTo>
                  <a:lnTo>
                    <a:pt x="10489893" y="144780"/>
                  </a:lnTo>
                  <a:lnTo>
                    <a:pt x="10345114" y="144780"/>
                  </a:lnTo>
                  <a:lnTo>
                    <a:pt x="10345114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0345114" y="0"/>
                  </a:lnTo>
                  <a:lnTo>
                    <a:pt x="10345114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602566" y="3103430"/>
            <a:ext cx="14826461" cy="2439193"/>
            <a:chOff x="0" y="0"/>
            <a:chExt cx="54781675" cy="9012472"/>
          </a:xfrm>
        </p:grpSpPr>
        <p:sp>
          <p:nvSpPr>
            <p:cNvPr id="9" name="Freeform 9"/>
            <p:cNvSpPr/>
            <p:nvPr/>
          </p:nvSpPr>
          <p:spPr>
            <a:xfrm>
              <a:off x="72390" y="72390"/>
              <a:ext cx="54636897" cy="8867692"/>
            </a:xfrm>
            <a:custGeom>
              <a:avLst/>
              <a:gdLst/>
              <a:ahLst/>
              <a:cxnLst/>
              <a:rect l="l" t="t" r="r" b="b"/>
              <a:pathLst>
                <a:path w="54636897" h="8867692">
                  <a:moveTo>
                    <a:pt x="0" y="0"/>
                  </a:moveTo>
                  <a:lnTo>
                    <a:pt x="54636897" y="0"/>
                  </a:lnTo>
                  <a:lnTo>
                    <a:pt x="54636897" y="8867692"/>
                  </a:lnTo>
                  <a:lnTo>
                    <a:pt x="0" y="88676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54781673" cy="9012472"/>
            </a:xfrm>
            <a:custGeom>
              <a:avLst/>
              <a:gdLst/>
              <a:ahLst/>
              <a:cxnLst/>
              <a:rect l="l" t="t" r="r" b="b"/>
              <a:pathLst>
                <a:path w="54781673" h="9012472">
                  <a:moveTo>
                    <a:pt x="54636894" y="8867692"/>
                  </a:moveTo>
                  <a:lnTo>
                    <a:pt x="54781673" y="8867692"/>
                  </a:lnTo>
                  <a:lnTo>
                    <a:pt x="54781673" y="9012472"/>
                  </a:lnTo>
                  <a:lnTo>
                    <a:pt x="54636894" y="9012472"/>
                  </a:lnTo>
                  <a:lnTo>
                    <a:pt x="54636894" y="8867692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8867692"/>
                  </a:lnTo>
                  <a:lnTo>
                    <a:pt x="0" y="8867692"/>
                  </a:lnTo>
                  <a:lnTo>
                    <a:pt x="0" y="144780"/>
                  </a:lnTo>
                  <a:close/>
                  <a:moveTo>
                    <a:pt x="0" y="8867692"/>
                  </a:moveTo>
                  <a:lnTo>
                    <a:pt x="144780" y="8867692"/>
                  </a:lnTo>
                  <a:lnTo>
                    <a:pt x="144780" y="9012472"/>
                  </a:lnTo>
                  <a:lnTo>
                    <a:pt x="0" y="9012472"/>
                  </a:lnTo>
                  <a:lnTo>
                    <a:pt x="0" y="8867692"/>
                  </a:lnTo>
                  <a:close/>
                  <a:moveTo>
                    <a:pt x="54636894" y="144780"/>
                  </a:moveTo>
                  <a:lnTo>
                    <a:pt x="54781673" y="144780"/>
                  </a:lnTo>
                  <a:lnTo>
                    <a:pt x="54781673" y="8867692"/>
                  </a:lnTo>
                  <a:lnTo>
                    <a:pt x="54636894" y="8867692"/>
                  </a:lnTo>
                  <a:lnTo>
                    <a:pt x="54636894" y="144780"/>
                  </a:lnTo>
                  <a:close/>
                  <a:moveTo>
                    <a:pt x="144780" y="8867692"/>
                  </a:moveTo>
                  <a:lnTo>
                    <a:pt x="54636894" y="8867692"/>
                  </a:lnTo>
                  <a:lnTo>
                    <a:pt x="54636894" y="9012472"/>
                  </a:lnTo>
                  <a:lnTo>
                    <a:pt x="144780" y="9012472"/>
                  </a:lnTo>
                  <a:lnTo>
                    <a:pt x="144780" y="8867692"/>
                  </a:lnTo>
                  <a:close/>
                  <a:moveTo>
                    <a:pt x="54636894" y="0"/>
                  </a:moveTo>
                  <a:lnTo>
                    <a:pt x="54781673" y="0"/>
                  </a:lnTo>
                  <a:lnTo>
                    <a:pt x="54781673" y="144780"/>
                  </a:lnTo>
                  <a:lnTo>
                    <a:pt x="54636894" y="144780"/>
                  </a:lnTo>
                  <a:lnTo>
                    <a:pt x="54636894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54636894" y="0"/>
                  </a:lnTo>
                  <a:lnTo>
                    <a:pt x="54636894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512145" y="1570589"/>
            <a:ext cx="12284037" cy="1289914"/>
            <a:chOff x="0" y="0"/>
            <a:chExt cx="45387778" cy="4766049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45242999" cy="4621270"/>
            </a:xfrm>
            <a:custGeom>
              <a:avLst/>
              <a:gdLst/>
              <a:ahLst/>
              <a:cxnLst/>
              <a:rect l="l" t="t" r="r" b="b"/>
              <a:pathLst>
                <a:path w="45242999" h="4621270">
                  <a:moveTo>
                    <a:pt x="0" y="0"/>
                  </a:moveTo>
                  <a:lnTo>
                    <a:pt x="45242999" y="0"/>
                  </a:lnTo>
                  <a:lnTo>
                    <a:pt x="45242999" y="4621270"/>
                  </a:lnTo>
                  <a:lnTo>
                    <a:pt x="0" y="462127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45387778" cy="4766049"/>
            </a:xfrm>
            <a:custGeom>
              <a:avLst/>
              <a:gdLst/>
              <a:ahLst/>
              <a:cxnLst/>
              <a:rect l="l" t="t" r="r" b="b"/>
              <a:pathLst>
                <a:path w="45387778" h="4766049">
                  <a:moveTo>
                    <a:pt x="45243000" y="4621269"/>
                  </a:moveTo>
                  <a:lnTo>
                    <a:pt x="45387778" y="4621269"/>
                  </a:lnTo>
                  <a:lnTo>
                    <a:pt x="45387778" y="4766049"/>
                  </a:lnTo>
                  <a:lnTo>
                    <a:pt x="45243000" y="4766049"/>
                  </a:lnTo>
                  <a:lnTo>
                    <a:pt x="45243000" y="4621269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4621269"/>
                  </a:lnTo>
                  <a:lnTo>
                    <a:pt x="0" y="4621269"/>
                  </a:lnTo>
                  <a:lnTo>
                    <a:pt x="0" y="144780"/>
                  </a:lnTo>
                  <a:close/>
                  <a:moveTo>
                    <a:pt x="0" y="4621269"/>
                  </a:moveTo>
                  <a:lnTo>
                    <a:pt x="144780" y="4621269"/>
                  </a:lnTo>
                  <a:lnTo>
                    <a:pt x="144780" y="4766049"/>
                  </a:lnTo>
                  <a:lnTo>
                    <a:pt x="0" y="4766049"/>
                  </a:lnTo>
                  <a:lnTo>
                    <a:pt x="0" y="4621269"/>
                  </a:lnTo>
                  <a:close/>
                  <a:moveTo>
                    <a:pt x="45243000" y="144780"/>
                  </a:moveTo>
                  <a:lnTo>
                    <a:pt x="45387778" y="144780"/>
                  </a:lnTo>
                  <a:lnTo>
                    <a:pt x="45387778" y="4621269"/>
                  </a:lnTo>
                  <a:lnTo>
                    <a:pt x="45243000" y="4621269"/>
                  </a:lnTo>
                  <a:lnTo>
                    <a:pt x="45243000" y="144780"/>
                  </a:lnTo>
                  <a:close/>
                  <a:moveTo>
                    <a:pt x="144780" y="4621269"/>
                  </a:moveTo>
                  <a:lnTo>
                    <a:pt x="45243000" y="4621269"/>
                  </a:lnTo>
                  <a:lnTo>
                    <a:pt x="45243000" y="4766049"/>
                  </a:lnTo>
                  <a:lnTo>
                    <a:pt x="144780" y="4766049"/>
                  </a:lnTo>
                  <a:lnTo>
                    <a:pt x="144780" y="4621269"/>
                  </a:lnTo>
                  <a:close/>
                  <a:moveTo>
                    <a:pt x="45243000" y="0"/>
                  </a:moveTo>
                  <a:lnTo>
                    <a:pt x="45387778" y="0"/>
                  </a:lnTo>
                  <a:lnTo>
                    <a:pt x="45387778" y="144780"/>
                  </a:lnTo>
                  <a:lnTo>
                    <a:pt x="45243000" y="144780"/>
                  </a:lnTo>
                  <a:lnTo>
                    <a:pt x="452430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5243000" y="0"/>
                  </a:lnTo>
                  <a:lnTo>
                    <a:pt x="452430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AutoShape 14"/>
          <p:cNvSpPr/>
          <p:nvPr/>
        </p:nvSpPr>
        <p:spPr>
          <a:xfrm>
            <a:off x="6306792" y="6265566"/>
            <a:ext cx="7088904" cy="281966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pt-BR"/>
          </a:p>
        </p:txBody>
      </p:sp>
      <p:sp>
        <p:nvSpPr>
          <p:cNvPr id="15" name="AutoShape 15"/>
          <p:cNvSpPr/>
          <p:nvPr/>
        </p:nvSpPr>
        <p:spPr>
          <a:xfrm>
            <a:off x="1874935" y="6265566"/>
            <a:ext cx="3786497" cy="2819660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pt-BR"/>
          </a:p>
        </p:txBody>
      </p:sp>
      <p:grpSp>
        <p:nvGrpSpPr>
          <p:cNvPr id="16" name="Group 16"/>
          <p:cNvGrpSpPr/>
          <p:nvPr/>
        </p:nvGrpSpPr>
        <p:grpSpPr>
          <a:xfrm>
            <a:off x="6052077" y="5998382"/>
            <a:ext cx="7194844" cy="2923997"/>
            <a:chOff x="0" y="0"/>
            <a:chExt cx="26583931" cy="10803756"/>
          </a:xfrm>
        </p:grpSpPr>
        <p:sp>
          <p:nvSpPr>
            <p:cNvPr id="17" name="Freeform 17"/>
            <p:cNvSpPr/>
            <p:nvPr/>
          </p:nvSpPr>
          <p:spPr>
            <a:xfrm>
              <a:off x="72390" y="72390"/>
              <a:ext cx="26439151" cy="10658976"/>
            </a:xfrm>
            <a:custGeom>
              <a:avLst/>
              <a:gdLst/>
              <a:ahLst/>
              <a:cxnLst/>
              <a:rect l="l" t="t" r="r" b="b"/>
              <a:pathLst>
                <a:path w="26439151" h="10658976">
                  <a:moveTo>
                    <a:pt x="0" y="0"/>
                  </a:moveTo>
                  <a:lnTo>
                    <a:pt x="26439151" y="0"/>
                  </a:lnTo>
                  <a:lnTo>
                    <a:pt x="26439151" y="10658976"/>
                  </a:lnTo>
                  <a:lnTo>
                    <a:pt x="0" y="1065897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26583931" cy="10803756"/>
            </a:xfrm>
            <a:custGeom>
              <a:avLst/>
              <a:gdLst/>
              <a:ahLst/>
              <a:cxnLst/>
              <a:rect l="l" t="t" r="r" b="b"/>
              <a:pathLst>
                <a:path w="26583931" h="10803756">
                  <a:moveTo>
                    <a:pt x="26439152" y="10658976"/>
                  </a:moveTo>
                  <a:lnTo>
                    <a:pt x="26583931" y="10658976"/>
                  </a:lnTo>
                  <a:lnTo>
                    <a:pt x="26583931" y="10803756"/>
                  </a:lnTo>
                  <a:lnTo>
                    <a:pt x="26439152" y="10803756"/>
                  </a:lnTo>
                  <a:lnTo>
                    <a:pt x="26439152" y="10658976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10658976"/>
                  </a:lnTo>
                  <a:lnTo>
                    <a:pt x="0" y="10658976"/>
                  </a:lnTo>
                  <a:lnTo>
                    <a:pt x="0" y="144780"/>
                  </a:lnTo>
                  <a:close/>
                  <a:moveTo>
                    <a:pt x="0" y="10658976"/>
                  </a:moveTo>
                  <a:lnTo>
                    <a:pt x="144780" y="10658976"/>
                  </a:lnTo>
                  <a:lnTo>
                    <a:pt x="144780" y="10803756"/>
                  </a:lnTo>
                  <a:lnTo>
                    <a:pt x="0" y="10803756"/>
                  </a:lnTo>
                  <a:lnTo>
                    <a:pt x="0" y="10658976"/>
                  </a:lnTo>
                  <a:close/>
                  <a:moveTo>
                    <a:pt x="26439152" y="144780"/>
                  </a:moveTo>
                  <a:lnTo>
                    <a:pt x="26583931" y="144780"/>
                  </a:lnTo>
                  <a:lnTo>
                    <a:pt x="26583931" y="10658976"/>
                  </a:lnTo>
                  <a:lnTo>
                    <a:pt x="26439152" y="10658976"/>
                  </a:lnTo>
                  <a:lnTo>
                    <a:pt x="26439152" y="144780"/>
                  </a:lnTo>
                  <a:close/>
                  <a:moveTo>
                    <a:pt x="144780" y="10658976"/>
                  </a:moveTo>
                  <a:lnTo>
                    <a:pt x="26439152" y="10658976"/>
                  </a:lnTo>
                  <a:lnTo>
                    <a:pt x="26439152" y="10803756"/>
                  </a:lnTo>
                  <a:lnTo>
                    <a:pt x="144780" y="10803756"/>
                  </a:lnTo>
                  <a:lnTo>
                    <a:pt x="144780" y="10658976"/>
                  </a:lnTo>
                  <a:close/>
                  <a:moveTo>
                    <a:pt x="26439152" y="0"/>
                  </a:moveTo>
                  <a:lnTo>
                    <a:pt x="26583931" y="0"/>
                  </a:lnTo>
                  <a:lnTo>
                    <a:pt x="26583931" y="144780"/>
                  </a:lnTo>
                  <a:lnTo>
                    <a:pt x="26439152" y="144780"/>
                  </a:lnTo>
                  <a:lnTo>
                    <a:pt x="26439152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6439152" y="0"/>
                  </a:lnTo>
                  <a:lnTo>
                    <a:pt x="26439152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13566232" y="7961544"/>
            <a:ext cx="2902883" cy="1000627"/>
            <a:chOff x="0" y="0"/>
            <a:chExt cx="10725743" cy="3697173"/>
          </a:xfrm>
        </p:grpSpPr>
        <p:sp>
          <p:nvSpPr>
            <p:cNvPr id="20" name="Freeform 20"/>
            <p:cNvSpPr/>
            <p:nvPr/>
          </p:nvSpPr>
          <p:spPr>
            <a:xfrm>
              <a:off x="72390" y="72390"/>
              <a:ext cx="10580963" cy="3552394"/>
            </a:xfrm>
            <a:custGeom>
              <a:avLst/>
              <a:gdLst/>
              <a:ahLst/>
              <a:cxnLst/>
              <a:rect l="l" t="t" r="r" b="b"/>
              <a:pathLst>
                <a:path w="10580963" h="3552394">
                  <a:moveTo>
                    <a:pt x="0" y="0"/>
                  </a:moveTo>
                  <a:lnTo>
                    <a:pt x="10580963" y="0"/>
                  </a:lnTo>
                  <a:lnTo>
                    <a:pt x="10580963" y="3552394"/>
                  </a:lnTo>
                  <a:lnTo>
                    <a:pt x="0" y="355239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21" name="Freeform 21"/>
            <p:cNvSpPr/>
            <p:nvPr/>
          </p:nvSpPr>
          <p:spPr>
            <a:xfrm>
              <a:off x="0" y="0"/>
              <a:ext cx="10725743" cy="3697174"/>
            </a:xfrm>
            <a:custGeom>
              <a:avLst/>
              <a:gdLst/>
              <a:ahLst/>
              <a:cxnLst/>
              <a:rect l="l" t="t" r="r" b="b"/>
              <a:pathLst>
                <a:path w="10725743" h="3697174">
                  <a:moveTo>
                    <a:pt x="10580963" y="3552394"/>
                  </a:moveTo>
                  <a:lnTo>
                    <a:pt x="10725743" y="3552394"/>
                  </a:lnTo>
                  <a:lnTo>
                    <a:pt x="10725743" y="3697174"/>
                  </a:lnTo>
                  <a:lnTo>
                    <a:pt x="10580963" y="3697174"/>
                  </a:lnTo>
                  <a:lnTo>
                    <a:pt x="10580963" y="3552394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552394"/>
                  </a:lnTo>
                  <a:lnTo>
                    <a:pt x="0" y="3552394"/>
                  </a:lnTo>
                  <a:lnTo>
                    <a:pt x="0" y="144780"/>
                  </a:lnTo>
                  <a:close/>
                  <a:moveTo>
                    <a:pt x="0" y="3552394"/>
                  </a:moveTo>
                  <a:lnTo>
                    <a:pt x="144780" y="3552394"/>
                  </a:lnTo>
                  <a:lnTo>
                    <a:pt x="144780" y="3697174"/>
                  </a:lnTo>
                  <a:lnTo>
                    <a:pt x="0" y="3697174"/>
                  </a:lnTo>
                  <a:lnTo>
                    <a:pt x="0" y="3552394"/>
                  </a:lnTo>
                  <a:close/>
                  <a:moveTo>
                    <a:pt x="10580963" y="144780"/>
                  </a:moveTo>
                  <a:lnTo>
                    <a:pt x="10725743" y="144780"/>
                  </a:lnTo>
                  <a:lnTo>
                    <a:pt x="10725743" y="3552394"/>
                  </a:lnTo>
                  <a:lnTo>
                    <a:pt x="10580963" y="3552394"/>
                  </a:lnTo>
                  <a:lnTo>
                    <a:pt x="10580963" y="144780"/>
                  </a:lnTo>
                  <a:close/>
                  <a:moveTo>
                    <a:pt x="144780" y="3552394"/>
                  </a:moveTo>
                  <a:lnTo>
                    <a:pt x="10580963" y="3552394"/>
                  </a:lnTo>
                  <a:lnTo>
                    <a:pt x="10580963" y="3697174"/>
                  </a:lnTo>
                  <a:lnTo>
                    <a:pt x="144780" y="3697174"/>
                  </a:lnTo>
                  <a:lnTo>
                    <a:pt x="144780" y="3552394"/>
                  </a:lnTo>
                  <a:close/>
                  <a:moveTo>
                    <a:pt x="10580963" y="0"/>
                  </a:moveTo>
                  <a:lnTo>
                    <a:pt x="10725743" y="0"/>
                  </a:lnTo>
                  <a:lnTo>
                    <a:pt x="10725743" y="144780"/>
                  </a:lnTo>
                  <a:lnTo>
                    <a:pt x="10580963" y="144780"/>
                  </a:lnTo>
                  <a:lnTo>
                    <a:pt x="10580963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10580963" y="0"/>
                  </a:lnTo>
                  <a:lnTo>
                    <a:pt x="10580963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22" name="Freeform 22"/>
          <p:cNvSpPr/>
          <p:nvPr/>
        </p:nvSpPr>
        <p:spPr>
          <a:xfrm>
            <a:off x="12987229" y="1951592"/>
            <a:ext cx="579003" cy="579003"/>
          </a:xfrm>
          <a:custGeom>
            <a:avLst/>
            <a:gdLst/>
            <a:ahLst/>
            <a:cxnLst/>
            <a:rect l="l" t="t" r="r" b="b"/>
            <a:pathLst>
              <a:path w="579003" h="579003">
                <a:moveTo>
                  <a:pt x="0" y="0"/>
                </a:moveTo>
                <a:lnTo>
                  <a:pt x="579003" y="0"/>
                </a:lnTo>
                <a:lnTo>
                  <a:pt x="579003" y="579003"/>
                </a:lnTo>
                <a:lnTo>
                  <a:pt x="0" y="5790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23" name="Group 23"/>
          <p:cNvGrpSpPr/>
          <p:nvPr/>
        </p:nvGrpSpPr>
        <p:grpSpPr>
          <a:xfrm>
            <a:off x="15663621" y="8338801"/>
            <a:ext cx="487758" cy="246112"/>
            <a:chOff x="0" y="0"/>
            <a:chExt cx="850729" cy="429260"/>
          </a:xfrm>
        </p:grpSpPr>
        <p:sp>
          <p:nvSpPr>
            <p:cNvPr id="24" name="Freeform 24"/>
            <p:cNvSpPr/>
            <p:nvPr/>
          </p:nvSpPr>
          <p:spPr>
            <a:xfrm>
              <a:off x="0" y="-5080"/>
              <a:ext cx="850729" cy="434340"/>
            </a:xfrm>
            <a:custGeom>
              <a:avLst/>
              <a:gdLst/>
              <a:ahLst/>
              <a:cxnLst/>
              <a:rect l="l" t="t" r="r" b="b"/>
              <a:pathLst>
                <a:path w="850729" h="434340">
                  <a:moveTo>
                    <a:pt x="832949" y="187960"/>
                  </a:moveTo>
                  <a:lnTo>
                    <a:pt x="571329" y="11430"/>
                  </a:lnTo>
                  <a:cubicBezTo>
                    <a:pt x="553549" y="0"/>
                    <a:pt x="530689" y="3810"/>
                    <a:pt x="517989" y="21590"/>
                  </a:cubicBezTo>
                  <a:cubicBezTo>
                    <a:pt x="506559" y="39370"/>
                    <a:pt x="510369" y="62230"/>
                    <a:pt x="528149" y="74930"/>
                  </a:cubicBezTo>
                  <a:lnTo>
                    <a:pt x="686899" y="181610"/>
                  </a:lnTo>
                  <a:lnTo>
                    <a:pt x="0" y="181610"/>
                  </a:lnTo>
                  <a:lnTo>
                    <a:pt x="0" y="257810"/>
                  </a:lnTo>
                  <a:lnTo>
                    <a:pt x="686899" y="257810"/>
                  </a:lnTo>
                  <a:lnTo>
                    <a:pt x="528149" y="364490"/>
                  </a:lnTo>
                  <a:cubicBezTo>
                    <a:pt x="510369" y="375920"/>
                    <a:pt x="506559" y="400050"/>
                    <a:pt x="517989" y="417830"/>
                  </a:cubicBezTo>
                  <a:cubicBezTo>
                    <a:pt x="525609" y="429260"/>
                    <a:pt x="537039" y="434340"/>
                    <a:pt x="549739" y="434340"/>
                  </a:cubicBezTo>
                  <a:cubicBezTo>
                    <a:pt x="557359" y="434340"/>
                    <a:pt x="564979" y="431800"/>
                    <a:pt x="571329" y="427990"/>
                  </a:cubicBezTo>
                  <a:lnTo>
                    <a:pt x="834219" y="251460"/>
                  </a:lnTo>
                  <a:cubicBezTo>
                    <a:pt x="844379" y="243840"/>
                    <a:pt x="850729" y="232410"/>
                    <a:pt x="850729" y="219710"/>
                  </a:cubicBezTo>
                  <a:cubicBezTo>
                    <a:pt x="850729" y="207010"/>
                    <a:pt x="844379" y="195580"/>
                    <a:pt x="832949" y="187960"/>
                  </a:cubicBez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14311214" y="1377042"/>
            <a:ext cx="2157902" cy="1285065"/>
            <a:chOff x="0" y="0"/>
            <a:chExt cx="2877202" cy="1713420"/>
          </a:xfrm>
        </p:grpSpPr>
        <p:sp>
          <p:nvSpPr>
            <p:cNvPr id="26" name="TextBox 26"/>
            <p:cNvSpPr txBox="1"/>
            <p:nvPr/>
          </p:nvSpPr>
          <p:spPr>
            <a:xfrm>
              <a:off x="0" y="429798"/>
              <a:ext cx="732914" cy="9913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6069"/>
                </a:lnSpc>
              </a:pPr>
              <a:r>
                <a:rPr lang="en-US" sz="4668">
                  <a:solidFill>
                    <a:srgbClr val="000000"/>
                  </a:solidFill>
                  <a:latin typeface="Space Mono"/>
                </a:rPr>
                <a:t>A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72144" y="193866"/>
              <a:ext cx="732914" cy="12235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7586"/>
                </a:lnSpc>
              </a:pPr>
              <a:r>
                <a:rPr lang="en-US" sz="5835">
                  <a:solidFill>
                    <a:srgbClr val="000000"/>
                  </a:solidFill>
                  <a:latin typeface="Space Mono"/>
                </a:rPr>
                <a:t>A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144288" y="-68528"/>
              <a:ext cx="732914" cy="148968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9103"/>
                </a:lnSpc>
              </a:pPr>
              <a:r>
                <a:rPr lang="en-US" sz="7002">
                  <a:solidFill>
                    <a:srgbClr val="000000"/>
                  </a:solidFill>
                  <a:latin typeface="Space Mono"/>
                </a:rPr>
                <a:t>A</a:t>
              </a:r>
            </a:p>
          </p:txBody>
        </p:sp>
        <p:sp>
          <p:nvSpPr>
            <p:cNvPr id="29" name="AutoShape 29"/>
            <p:cNvSpPr/>
            <p:nvPr/>
          </p:nvSpPr>
          <p:spPr>
            <a:xfrm>
              <a:off x="0" y="1639305"/>
              <a:ext cx="2877202" cy="0"/>
            </a:xfrm>
            <a:prstGeom prst="line">
              <a:avLst/>
            </a:prstGeom>
            <a:ln w="7411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0" name="AutoShape 30"/>
            <p:cNvSpPr/>
            <p:nvPr/>
          </p:nvSpPr>
          <p:spPr>
            <a:xfrm rot="5400000">
              <a:off x="2359165" y="1528940"/>
              <a:ext cx="292056" cy="0"/>
            </a:xfrm>
            <a:prstGeom prst="line">
              <a:avLst/>
            </a:prstGeom>
            <a:ln w="7411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1" name="AutoShape 31"/>
            <p:cNvSpPr/>
            <p:nvPr/>
          </p:nvSpPr>
          <p:spPr>
            <a:xfrm rot="5400000">
              <a:off x="1271269" y="1528940"/>
              <a:ext cx="292056" cy="0"/>
            </a:xfrm>
            <a:prstGeom prst="line">
              <a:avLst/>
            </a:prstGeom>
            <a:ln w="7411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32" name="AutoShape 32"/>
            <p:cNvSpPr/>
            <p:nvPr/>
          </p:nvSpPr>
          <p:spPr>
            <a:xfrm rot="5400000">
              <a:off x="183372" y="1528940"/>
              <a:ext cx="292056" cy="0"/>
            </a:xfrm>
            <a:prstGeom prst="line">
              <a:avLst/>
            </a:prstGeom>
            <a:ln w="74115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33" name="Group 33"/>
          <p:cNvGrpSpPr>
            <a:grpSpLocks noChangeAspect="1"/>
          </p:cNvGrpSpPr>
          <p:nvPr/>
        </p:nvGrpSpPr>
        <p:grpSpPr>
          <a:xfrm>
            <a:off x="1602566" y="5998382"/>
            <a:ext cx="3893595" cy="2923997"/>
            <a:chOff x="0" y="0"/>
            <a:chExt cx="8455660" cy="6350000"/>
          </a:xfrm>
        </p:grpSpPr>
        <p:sp>
          <p:nvSpPr>
            <p:cNvPr id="34" name="Freeform 34"/>
            <p:cNvSpPr/>
            <p:nvPr/>
          </p:nvSpPr>
          <p:spPr>
            <a:xfrm>
              <a:off x="15240" y="5910580"/>
              <a:ext cx="8425180" cy="424180"/>
            </a:xfrm>
            <a:custGeom>
              <a:avLst/>
              <a:gdLst/>
              <a:ahLst/>
              <a:cxnLst/>
              <a:rect l="l" t="t" r="r" b="b"/>
              <a:pathLst>
                <a:path w="8425180" h="424180">
                  <a:moveTo>
                    <a:pt x="7769860" y="424180"/>
                  </a:moveTo>
                  <a:lnTo>
                    <a:pt x="2839720" y="424180"/>
                  </a:lnTo>
                  <a:lnTo>
                    <a:pt x="2839720" y="1270"/>
                  </a:lnTo>
                  <a:lnTo>
                    <a:pt x="7769860" y="1270"/>
                  </a:lnTo>
                  <a:lnTo>
                    <a:pt x="7769860" y="424180"/>
                  </a:lnTo>
                  <a:close/>
                  <a:moveTo>
                    <a:pt x="652780" y="0"/>
                  </a:moveTo>
                  <a:lnTo>
                    <a:pt x="0" y="0"/>
                  </a:lnTo>
                  <a:lnTo>
                    <a:pt x="0" y="422910"/>
                  </a:lnTo>
                  <a:lnTo>
                    <a:pt x="651510" y="422910"/>
                  </a:lnTo>
                  <a:lnTo>
                    <a:pt x="652780" y="0"/>
                  </a:lnTo>
                  <a:lnTo>
                    <a:pt x="652780" y="0"/>
                  </a:lnTo>
                  <a:close/>
                  <a:moveTo>
                    <a:pt x="8425180" y="0"/>
                  </a:moveTo>
                  <a:lnTo>
                    <a:pt x="7769860" y="0"/>
                  </a:lnTo>
                  <a:lnTo>
                    <a:pt x="7769860" y="422910"/>
                  </a:lnTo>
                  <a:lnTo>
                    <a:pt x="8425180" y="422910"/>
                  </a:lnTo>
                  <a:lnTo>
                    <a:pt x="84251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5" name="Freeform 35"/>
            <p:cNvSpPr/>
            <p:nvPr/>
          </p:nvSpPr>
          <p:spPr>
            <a:xfrm>
              <a:off x="15240" y="15240"/>
              <a:ext cx="8425180" cy="6319520"/>
            </a:xfrm>
            <a:custGeom>
              <a:avLst/>
              <a:gdLst/>
              <a:ahLst/>
              <a:cxnLst/>
              <a:rect l="l" t="t" r="r" b="b"/>
              <a:pathLst>
                <a:path w="8425180" h="6319520">
                  <a:moveTo>
                    <a:pt x="2839720" y="6319520"/>
                  </a:moveTo>
                  <a:lnTo>
                    <a:pt x="652780" y="6319520"/>
                  </a:lnTo>
                  <a:lnTo>
                    <a:pt x="652780" y="5896610"/>
                  </a:lnTo>
                  <a:lnTo>
                    <a:pt x="2840990" y="5896610"/>
                  </a:lnTo>
                  <a:lnTo>
                    <a:pt x="2839720" y="6319520"/>
                  </a:lnTo>
                  <a:lnTo>
                    <a:pt x="2839720" y="6319520"/>
                  </a:lnTo>
                  <a:close/>
                  <a:moveTo>
                    <a:pt x="8425180" y="0"/>
                  </a:moveTo>
                  <a:lnTo>
                    <a:pt x="0" y="0"/>
                  </a:lnTo>
                  <a:lnTo>
                    <a:pt x="0" y="622300"/>
                  </a:lnTo>
                  <a:lnTo>
                    <a:pt x="8425180" y="622300"/>
                  </a:lnTo>
                  <a:lnTo>
                    <a:pt x="8425180" y="0"/>
                  </a:lnTo>
                  <a:lnTo>
                    <a:pt x="842518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36" name="Freeform 36"/>
            <p:cNvSpPr/>
            <p:nvPr/>
          </p:nvSpPr>
          <p:spPr>
            <a:xfrm>
              <a:off x="15240" y="637540"/>
              <a:ext cx="8425180" cy="5273040"/>
            </a:xfrm>
            <a:custGeom>
              <a:avLst/>
              <a:gdLst/>
              <a:ahLst/>
              <a:cxnLst/>
              <a:rect l="l" t="t" r="r" b="b"/>
              <a:pathLst>
                <a:path w="8425180" h="5273040">
                  <a:moveTo>
                    <a:pt x="8425180" y="5273040"/>
                  </a:moveTo>
                  <a:lnTo>
                    <a:pt x="0" y="5273040"/>
                  </a:lnTo>
                  <a:lnTo>
                    <a:pt x="0" y="0"/>
                  </a:lnTo>
                  <a:lnTo>
                    <a:pt x="8425180" y="0"/>
                  </a:lnTo>
                  <a:lnTo>
                    <a:pt x="8425180" y="5273040"/>
                  </a:lnTo>
                  <a:lnTo>
                    <a:pt x="8425180" y="5273040"/>
                  </a:lnTo>
                  <a:close/>
                </a:path>
              </a:pathLst>
            </a:custGeom>
            <a:blipFill>
              <a:blip r:embed="rId4"/>
              <a:stretch>
                <a:fillRect l="-8629" r="-8629"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37" name="Freeform 37"/>
            <p:cNvSpPr/>
            <p:nvPr/>
          </p:nvSpPr>
          <p:spPr>
            <a:xfrm>
              <a:off x="0" y="0"/>
              <a:ext cx="8455660" cy="6348730"/>
            </a:xfrm>
            <a:custGeom>
              <a:avLst/>
              <a:gdLst/>
              <a:ahLst/>
              <a:cxnLst/>
              <a:rect l="l" t="t" r="r" b="b"/>
              <a:pathLst>
                <a:path w="8455660" h="6348730">
                  <a:moveTo>
                    <a:pt x="8440420" y="0"/>
                  </a:moveTo>
                  <a:lnTo>
                    <a:pt x="15240" y="0"/>
                  </a:lnTo>
                  <a:cubicBezTo>
                    <a:pt x="7620" y="0"/>
                    <a:pt x="0" y="7620"/>
                    <a:pt x="0" y="15240"/>
                  </a:cubicBezTo>
                  <a:lnTo>
                    <a:pt x="0" y="5910580"/>
                  </a:lnTo>
                  <a:lnTo>
                    <a:pt x="0" y="6333490"/>
                  </a:lnTo>
                  <a:cubicBezTo>
                    <a:pt x="0" y="6342380"/>
                    <a:pt x="7620" y="6348730"/>
                    <a:pt x="15240" y="6348730"/>
                  </a:cubicBezTo>
                  <a:lnTo>
                    <a:pt x="666750" y="6348730"/>
                  </a:lnTo>
                  <a:lnTo>
                    <a:pt x="2854960" y="6348730"/>
                  </a:lnTo>
                  <a:lnTo>
                    <a:pt x="7785100" y="6348730"/>
                  </a:lnTo>
                  <a:lnTo>
                    <a:pt x="8440420" y="6348730"/>
                  </a:lnTo>
                  <a:cubicBezTo>
                    <a:pt x="8449310" y="6348730"/>
                    <a:pt x="8455660" y="6341110"/>
                    <a:pt x="8455660" y="6333490"/>
                  </a:cubicBezTo>
                  <a:lnTo>
                    <a:pt x="8455660" y="5910580"/>
                  </a:lnTo>
                  <a:lnTo>
                    <a:pt x="8455660" y="15240"/>
                  </a:lnTo>
                  <a:cubicBezTo>
                    <a:pt x="8455660" y="7620"/>
                    <a:pt x="8449310" y="0"/>
                    <a:pt x="8440420" y="0"/>
                  </a:cubicBezTo>
                  <a:close/>
                  <a:moveTo>
                    <a:pt x="7785100" y="5895340"/>
                  </a:moveTo>
                  <a:lnTo>
                    <a:pt x="2854960" y="5895340"/>
                  </a:lnTo>
                  <a:lnTo>
                    <a:pt x="668020" y="5895340"/>
                  </a:lnTo>
                  <a:lnTo>
                    <a:pt x="31750" y="5895340"/>
                  </a:lnTo>
                  <a:lnTo>
                    <a:pt x="31750" y="652780"/>
                  </a:lnTo>
                  <a:lnTo>
                    <a:pt x="8425180" y="652780"/>
                  </a:lnTo>
                  <a:lnTo>
                    <a:pt x="8425180" y="5895340"/>
                  </a:lnTo>
                  <a:lnTo>
                    <a:pt x="7785100" y="5895340"/>
                  </a:lnTo>
                  <a:lnTo>
                    <a:pt x="7785100" y="5895340"/>
                  </a:lnTo>
                  <a:close/>
                  <a:moveTo>
                    <a:pt x="8425180" y="31750"/>
                  </a:moveTo>
                  <a:lnTo>
                    <a:pt x="8425180" y="622300"/>
                  </a:lnTo>
                  <a:lnTo>
                    <a:pt x="31750" y="622300"/>
                  </a:lnTo>
                  <a:lnTo>
                    <a:pt x="31750" y="31750"/>
                  </a:lnTo>
                  <a:lnTo>
                    <a:pt x="8425180" y="31750"/>
                  </a:lnTo>
                  <a:close/>
                  <a:moveTo>
                    <a:pt x="31750" y="5927090"/>
                  </a:moveTo>
                  <a:lnTo>
                    <a:pt x="652780" y="5927090"/>
                  </a:lnTo>
                  <a:lnTo>
                    <a:pt x="652780" y="6319520"/>
                  </a:lnTo>
                  <a:lnTo>
                    <a:pt x="31750" y="6319520"/>
                  </a:lnTo>
                  <a:lnTo>
                    <a:pt x="31750" y="5927090"/>
                  </a:lnTo>
                  <a:close/>
                  <a:moveTo>
                    <a:pt x="683260" y="6318250"/>
                  </a:moveTo>
                  <a:lnTo>
                    <a:pt x="683260" y="5925820"/>
                  </a:lnTo>
                  <a:lnTo>
                    <a:pt x="2839720" y="5925820"/>
                  </a:lnTo>
                  <a:lnTo>
                    <a:pt x="2839720" y="6318250"/>
                  </a:lnTo>
                  <a:lnTo>
                    <a:pt x="683260" y="6318250"/>
                  </a:lnTo>
                  <a:close/>
                  <a:moveTo>
                    <a:pt x="2871470" y="6318250"/>
                  </a:moveTo>
                  <a:lnTo>
                    <a:pt x="2871470" y="5925820"/>
                  </a:lnTo>
                  <a:lnTo>
                    <a:pt x="7769861" y="5925820"/>
                  </a:lnTo>
                  <a:lnTo>
                    <a:pt x="7769861" y="6318250"/>
                  </a:lnTo>
                  <a:lnTo>
                    <a:pt x="2871470" y="6318250"/>
                  </a:lnTo>
                  <a:close/>
                  <a:moveTo>
                    <a:pt x="8425180" y="6318250"/>
                  </a:moveTo>
                  <a:lnTo>
                    <a:pt x="7801611" y="6318250"/>
                  </a:lnTo>
                  <a:lnTo>
                    <a:pt x="7801611" y="5925820"/>
                  </a:lnTo>
                  <a:lnTo>
                    <a:pt x="8425180" y="5925820"/>
                  </a:lnTo>
                  <a:lnTo>
                    <a:pt x="8425180" y="6318250"/>
                  </a:lnTo>
                  <a:close/>
                  <a:moveTo>
                    <a:pt x="226060" y="467360"/>
                  </a:moveTo>
                  <a:lnTo>
                    <a:pt x="339090" y="342900"/>
                  </a:lnTo>
                  <a:lnTo>
                    <a:pt x="226060" y="218440"/>
                  </a:lnTo>
                  <a:cubicBezTo>
                    <a:pt x="219710" y="212090"/>
                    <a:pt x="220980" y="201930"/>
                    <a:pt x="227330" y="196850"/>
                  </a:cubicBezTo>
                  <a:cubicBezTo>
                    <a:pt x="233680" y="190500"/>
                    <a:pt x="243840" y="191770"/>
                    <a:pt x="248920" y="198120"/>
                  </a:cubicBezTo>
                  <a:lnTo>
                    <a:pt x="359410" y="320040"/>
                  </a:lnTo>
                  <a:lnTo>
                    <a:pt x="469900" y="198120"/>
                  </a:lnTo>
                  <a:cubicBezTo>
                    <a:pt x="476250" y="191770"/>
                    <a:pt x="485140" y="191770"/>
                    <a:pt x="491490" y="196850"/>
                  </a:cubicBezTo>
                  <a:cubicBezTo>
                    <a:pt x="497840" y="203200"/>
                    <a:pt x="497840" y="212090"/>
                    <a:pt x="492760" y="218440"/>
                  </a:cubicBezTo>
                  <a:lnTo>
                    <a:pt x="381000" y="344170"/>
                  </a:lnTo>
                  <a:lnTo>
                    <a:pt x="494030" y="468630"/>
                  </a:lnTo>
                  <a:cubicBezTo>
                    <a:pt x="500380" y="474980"/>
                    <a:pt x="499110" y="485140"/>
                    <a:pt x="492760" y="490220"/>
                  </a:cubicBezTo>
                  <a:cubicBezTo>
                    <a:pt x="490220" y="492760"/>
                    <a:pt x="486410" y="494030"/>
                    <a:pt x="482600" y="494030"/>
                  </a:cubicBezTo>
                  <a:cubicBezTo>
                    <a:pt x="478790" y="494030"/>
                    <a:pt x="473710" y="492760"/>
                    <a:pt x="471170" y="488950"/>
                  </a:cubicBezTo>
                  <a:lnTo>
                    <a:pt x="360680" y="367030"/>
                  </a:lnTo>
                  <a:lnTo>
                    <a:pt x="250190" y="488950"/>
                  </a:lnTo>
                  <a:cubicBezTo>
                    <a:pt x="247650" y="492760"/>
                    <a:pt x="242570" y="494030"/>
                    <a:pt x="238760" y="494030"/>
                  </a:cubicBezTo>
                  <a:cubicBezTo>
                    <a:pt x="234950" y="494030"/>
                    <a:pt x="231140" y="492760"/>
                    <a:pt x="228600" y="490220"/>
                  </a:cubicBezTo>
                  <a:cubicBezTo>
                    <a:pt x="220980" y="483870"/>
                    <a:pt x="220980" y="473710"/>
                    <a:pt x="226060" y="467360"/>
                  </a:cubicBezTo>
                  <a:close/>
                  <a:moveTo>
                    <a:pt x="1104900" y="344170"/>
                  </a:moveTo>
                  <a:cubicBezTo>
                    <a:pt x="1104900" y="335280"/>
                    <a:pt x="1112520" y="328930"/>
                    <a:pt x="1120140" y="328930"/>
                  </a:cubicBezTo>
                  <a:lnTo>
                    <a:pt x="1363980" y="328930"/>
                  </a:lnTo>
                  <a:cubicBezTo>
                    <a:pt x="1372870" y="328930"/>
                    <a:pt x="1379220" y="336550"/>
                    <a:pt x="1379220" y="344170"/>
                  </a:cubicBezTo>
                  <a:cubicBezTo>
                    <a:pt x="1379220" y="353060"/>
                    <a:pt x="1371600" y="359410"/>
                    <a:pt x="1363980" y="359410"/>
                  </a:cubicBezTo>
                  <a:lnTo>
                    <a:pt x="1120140" y="359410"/>
                  </a:lnTo>
                  <a:cubicBezTo>
                    <a:pt x="1111250" y="359410"/>
                    <a:pt x="1104900" y="351790"/>
                    <a:pt x="1104900" y="344170"/>
                  </a:cubicBezTo>
                  <a:close/>
                  <a:moveTo>
                    <a:pt x="676910" y="452120"/>
                  </a:moveTo>
                  <a:lnTo>
                    <a:pt x="702310" y="452120"/>
                  </a:lnTo>
                  <a:lnTo>
                    <a:pt x="702310" y="477520"/>
                  </a:lnTo>
                  <a:cubicBezTo>
                    <a:pt x="702310" y="486410"/>
                    <a:pt x="709930" y="492760"/>
                    <a:pt x="717550" y="492760"/>
                  </a:cubicBezTo>
                  <a:lnTo>
                    <a:pt x="924560" y="492760"/>
                  </a:lnTo>
                  <a:cubicBezTo>
                    <a:pt x="933450" y="492760"/>
                    <a:pt x="939800" y="485140"/>
                    <a:pt x="939800" y="477520"/>
                  </a:cubicBezTo>
                  <a:lnTo>
                    <a:pt x="939800" y="250190"/>
                  </a:lnTo>
                  <a:cubicBezTo>
                    <a:pt x="939800" y="241300"/>
                    <a:pt x="932180" y="234950"/>
                    <a:pt x="924560" y="234950"/>
                  </a:cubicBezTo>
                  <a:lnTo>
                    <a:pt x="899160" y="234950"/>
                  </a:lnTo>
                  <a:lnTo>
                    <a:pt x="899160" y="209550"/>
                  </a:lnTo>
                  <a:cubicBezTo>
                    <a:pt x="899160" y="200660"/>
                    <a:pt x="891540" y="194310"/>
                    <a:pt x="883920" y="194310"/>
                  </a:cubicBezTo>
                  <a:lnTo>
                    <a:pt x="676910" y="194310"/>
                  </a:lnTo>
                  <a:cubicBezTo>
                    <a:pt x="668020" y="194310"/>
                    <a:pt x="661670" y="201930"/>
                    <a:pt x="661670" y="209550"/>
                  </a:cubicBezTo>
                  <a:lnTo>
                    <a:pt x="661670" y="436880"/>
                  </a:lnTo>
                  <a:cubicBezTo>
                    <a:pt x="661670" y="445770"/>
                    <a:pt x="668020" y="452120"/>
                    <a:pt x="676910" y="452120"/>
                  </a:cubicBezTo>
                  <a:close/>
                  <a:moveTo>
                    <a:pt x="909320" y="265430"/>
                  </a:moveTo>
                  <a:lnTo>
                    <a:pt x="909320" y="462280"/>
                  </a:lnTo>
                  <a:lnTo>
                    <a:pt x="734060" y="462280"/>
                  </a:lnTo>
                  <a:lnTo>
                    <a:pt x="734060" y="452120"/>
                  </a:lnTo>
                  <a:lnTo>
                    <a:pt x="883920" y="452120"/>
                  </a:lnTo>
                  <a:cubicBezTo>
                    <a:pt x="892810" y="452120"/>
                    <a:pt x="899160" y="444500"/>
                    <a:pt x="899160" y="436880"/>
                  </a:cubicBezTo>
                  <a:lnTo>
                    <a:pt x="899160" y="265430"/>
                  </a:lnTo>
                  <a:lnTo>
                    <a:pt x="909320" y="265430"/>
                  </a:lnTo>
                  <a:close/>
                  <a:moveTo>
                    <a:pt x="692150" y="224790"/>
                  </a:moveTo>
                  <a:lnTo>
                    <a:pt x="867410" y="224790"/>
                  </a:lnTo>
                  <a:lnTo>
                    <a:pt x="867410" y="421640"/>
                  </a:lnTo>
                  <a:lnTo>
                    <a:pt x="692150" y="421640"/>
                  </a:lnTo>
                  <a:lnTo>
                    <a:pt x="692150" y="224790"/>
                  </a:lnTo>
                  <a:close/>
                  <a:moveTo>
                    <a:pt x="466090" y="6236970"/>
                  </a:moveTo>
                  <a:cubicBezTo>
                    <a:pt x="463550" y="6242050"/>
                    <a:pt x="457200" y="6245860"/>
                    <a:pt x="452120" y="6245860"/>
                  </a:cubicBezTo>
                  <a:cubicBezTo>
                    <a:pt x="449580" y="6245860"/>
                    <a:pt x="447040" y="6245860"/>
                    <a:pt x="444500" y="6244590"/>
                  </a:cubicBezTo>
                  <a:lnTo>
                    <a:pt x="229870" y="6137910"/>
                  </a:lnTo>
                  <a:cubicBezTo>
                    <a:pt x="224790" y="6135370"/>
                    <a:pt x="220980" y="6130290"/>
                    <a:pt x="220980" y="6123940"/>
                  </a:cubicBezTo>
                  <a:cubicBezTo>
                    <a:pt x="220980" y="6117590"/>
                    <a:pt x="224790" y="6112510"/>
                    <a:pt x="229870" y="6109970"/>
                  </a:cubicBezTo>
                  <a:lnTo>
                    <a:pt x="444500" y="6003290"/>
                  </a:lnTo>
                  <a:cubicBezTo>
                    <a:pt x="452120" y="5999480"/>
                    <a:pt x="461010" y="6002020"/>
                    <a:pt x="466090" y="6010910"/>
                  </a:cubicBezTo>
                  <a:cubicBezTo>
                    <a:pt x="469900" y="6018530"/>
                    <a:pt x="467360" y="6027420"/>
                    <a:pt x="458470" y="6032500"/>
                  </a:cubicBezTo>
                  <a:lnTo>
                    <a:pt x="271780" y="6125210"/>
                  </a:lnTo>
                  <a:lnTo>
                    <a:pt x="458470" y="6217920"/>
                  </a:lnTo>
                  <a:cubicBezTo>
                    <a:pt x="467360" y="6219190"/>
                    <a:pt x="469900" y="6229350"/>
                    <a:pt x="466090" y="6236970"/>
                  </a:cubicBezTo>
                  <a:close/>
                  <a:moveTo>
                    <a:pt x="7989570" y="6008370"/>
                  </a:moveTo>
                  <a:cubicBezTo>
                    <a:pt x="7993380" y="6000750"/>
                    <a:pt x="8002270" y="5996940"/>
                    <a:pt x="8011160" y="6000750"/>
                  </a:cubicBezTo>
                  <a:lnTo>
                    <a:pt x="8225790" y="6107430"/>
                  </a:lnTo>
                  <a:cubicBezTo>
                    <a:pt x="8230870" y="6109970"/>
                    <a:pt x="8234680" y="6115050"/>
                    <a:pt x="8234680" y="6121400"/>
                  </a:cubicBezTo>
                  <a:cubicBezTo>
                    <a:pt x="8234680" y="6127750"/>
                    <a:pt x="8230870" y="6132830"/>
                    <a:pt x="8225790" y="6135370"/>
                  </a:cubicBezTo>
                  <a:lnTo>
                    <a:pt x="8011160" y="6242050"/>
                  </a:lnTo>
                  <a:cubicBezTo>
                    <a:pt x="8008620" y="6243320"/>
                    <a:pt x="8006080" y="6243320"/>
                    <a:pt x="8003540" y="6243320"/>
                  </a:cubicBezTo>
                  <a:cubicBezTo>
                    <a:pt x="7997190" y="6243320"/>
                    <a:pt x="7992110" y="6239510"/>
                    <a:pt x="7989570" y="6234430"/>
                  </a:cubicBezTo>
                  <a:cubicBezTo>
                    <a:pt x="7985761" y="6226810"/>
                    <a:pt x="7988301" y="6217920"/>
                    <a:pt x="7997190" y="6212840"/>
                  </a:cubicBezTo>
                  <a:lnTo>
                    <a:pt x="8183880" y="6120130"/>
                  </a:lnTo>
                  <a:lnTo>
                    <a:pt x="7997190" y="6027420"/>
                  </a:lnTo>
                  <a:cubicBezTo>
                    <a:pt x="7989570" y="6026150"/>
                    <a:pt x="7985760" y="6015990"/>
                    <a:pt x="7989570" y="6008370"/>
                  </a:cubicBezTo>
                  <a:close/>
                </a:path>
              </a:pathLst>
            </a:custGeom>
            <a:solidFill>
              <a:srgbClr val="46454B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38" name="TextBox 38"/>
          <p:cNvSpPr txBox="1"/>
          <p:nvPr/>
        </p:nvSpPr>
        <p:spPr>
          <a:xfrm>
            <a:off x="2347429" y="3148632"/>
            <a:ext cx="13772391" cy="23419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599"/>
              </a:lnSpc>
            </a:pPr>
            <a:r>
              <a:rPr lang="en-US" sz="7999" dirty="0">
                <a:solidFill>
                  <a:srgbClr val="000000"/>
                </a:solidFill>
                <a:latin typeface="Space Mono"/>
              </a:rPr>
              <a:t>Front End I</a:t>
            </a:r>
          </a:p>
          <a:p>
            <a:pPr algn="ctr">
              <a:lnSpc>
                <a:spcPts val="9599"/>
              </a:lnSpc>
            </a:pPr>
            <a:r>
              <a:rPr lang="en-US" sz="4400" dirty="0">
                <a:solidFill>
                  <a:srgbClr val="000000"/>
                </a:solidFill>
                <a:latin typeface="Space Mono"/>
              </a:rPr>
              <a:t>Front End, Back End e Full Stack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6461242" y="6780930"/>
            <a:ext cx="6376514" cy="1311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200"/>
              </a:lnSpc>
            </a:pPr>
            <a:r>
              <a:rPr lang="en-US" sz="4000">
                <a:solidFill>
                  <a:srgbClr val="000000"/>
                </a:solidFill>
                <a:latin typeface="Space Mono"/>
              </a:rPr>
              <a:t>Professor:</a:t>
            </a:r>
          </a:p>
          <a:p>
            <a:pPr algn="l">
              <a:lnSpc>
                <a:spcPts val="5200"/>
              </a:lnSpc>
            </a:pPr>
            <a:r>
              <a:rPr lang="en-US" sz="4000">
                <a:solidFill>
                  <a:srgbClr val="000000"/>
                </a:solidFill>
                <a:latin typeface="Space Mono"/>
              </a:rPr>
              <a:t>Prentys Assis</a:t>
            </a:r>
          </a:p>
        </p:txBody>
      </p:sp>
      <p:sp>
        <p:nvSpPr>
          <p:cNvPr id="40" name="TextBox 40"/>
          <p:cNvSpPr txBox="1"/>
          <p:nvPr/>
        </p:nvSpPr>
        <p:spPr>
          <a:xfrm>
            <a:off x="2235047" y="1706034"/>
            <a:ext cx="6376514" cy="97520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799"/>
              </a:lnSpc>
            </a:pPr>
            <a:r>
              <a:rPr lang="pt-BR" sz="5999" dirty="0">
                <a:solidFill>
                  <a:srgbClr val="000000"/>
                </a:solidFill>
                <a:latin typeface="Space Mono"/>
              </a:rPr>
              <a:t>Olá</a:t>
            </a:r>
            <a:r>
              <a:rPr lang="en-US" sz="5999" dirty="0">
                <a:solidFill>
                  <a:srgbClr val="000000"/>
                </a:solidFill>
                <a:latin typeface="Space Mono"/>
              </a:rPr>
              <a:t> Mundo!</a:t>
            </a:r>
          </a:p>
        </p:txBody>
      </p:sp>
      <p:sp>
        <p:nvSpPr>
          <p:cNvPr id="41" name="TextBox 41"/>
          <p:cNvSpPr txBox="1"/>
          <p:nvPr/>
        </p:nvSpPr>
        <p:spPr>
          <a:xfrm>
            <a:off x="13886603" y="8072441"/>
            <a:ext cx="1635318" cy="661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60"/>
              </a:lnSpc>
            </a:pPr>
            <a:r>
              <a:rPr lang="en-US" sz="4200">
                <a:solidFill>
                  <a:srgbClr val="FFFFFF"/>
                </a:solidFill>
                <a:latin typeface="Space Mono"/>
              </a:rPr>
              <a:t>Start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2905284" y="2764396"/>
            <a:ext cx="12749800" cy="2283136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pt-BR"/>
          </a:p>
        </p:txBody>
      </p:sp>
      <p:grpSp>
        <p:nvGrpSpPr>
          <p:cNvPr id="5" name="Group 5"/>
          <p:cNvGrpSpPr/>
          <p:nvPr/>
        </p:nvGrpSpPr>
        <p:grpSpPr>
          <a:xfrm>
            <a:off x="2632916" y="2402253"/>
            <a:ext cx="12829091" cy="2439193"/>
            <a:chOff x="0" y="0"/>
            <a:chExt cx="47401676" cy="9012472"/>
          </a:xfrm>
        </p:grpSpPr>
        <p:sp>
          <p:nvSpPr>
            <p:cNvPr id="6" name="Freeform 6"/>
            <p:cNvSpPr/>
            <p:nvPr/>
          </p:nvSpPr>
          <p:spPr>
            <a:xfrm>
              <a:off x="72390" y="72390"/>
              <a:ext cx="47256898" cy="8867692"/>
            </a:xfrm>
            <a:custGeom>
              <a:avLst/>
              <a:gdLst/>
              <a:ahLst/>
              <a:cxnLst/>
              <a:rect l="l" t="t" r="r" b="b"/>
              <a:pathLst>
                <a:path w="47256898" h="8867692">
                  <a:moveTo>
                    <a:pt x="0" y="0"/>
                  </a:moveTo>
                  <a:lnTo>
                    <a:pt x="47256898" y="0"/>
                  </a:lnTo>
                  <a:lnTo>
                    <a:pt x="47256898" y="8867692"/>
                  </a:lnTo>
                  <a:lnTo>
                    <a:pt x="0" y="886769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7" name="Freeform 7"/>
            <p:cNvSpPr/>
            <p:nvPr/>
          </p:nvSpPr>
          <p:spPr>
            <a:xfrm>
              <a:off x="0" y="0"/>
              <a:ext cx="47401677" cy="9012472"/>
            </a:xfrm>
            <a:custGeom>
              <a:avLst/>
              <a:gdLst/>
              <a:ahLst/>
              <a:cxnLst/>
              <a:rect l="l" t="t" r="r" b="b"/>
              <a:pathLst>
                <a:path w="47401677" h="9012472">
                  <a:moveTo>
                    <a:pt x="47256895" y="8867692"/>
                  </a:moveTo>
                  <a:lnTo>
                    <a:pt x="47401677" y="8867692"/>
                  </a:lnTo>
                  <a:lnTo>
                    <a:pt x="47401677" y="9012472"/>
                  </a:lnTo>
                  <a:lnTo>
                    <a:pt x="47256895" y="9012472"/>
                  </a:lnTo>
                  <a:lnTo>
                    <a:pt x="47256895" y="8867692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8867692"/>
                  </a:lnTo>
                  <a:lnTo>
                    <a:pt x="0" y="8867692"/>
                  </a:lnTo>
                  <a:lnTo>
                    <a:pt x="0" y="144780"/>
                  </a:lnTo>
                  <a:close/>
                  <a:moveTo>
                    <a:pt x="0" y="8867692"/>
                  </a:moveTo>
                  <a:lnTo>
                    <a:pt x="144780" y="8867692"/>
                  </a:lnTo>
                  <a:lnTo>
                    <a:pt x="144780" y="9012472"/>
                  </a:lnTo>
                  <a:lnTo>
                    <a:pt x="0" y="9012472"/>
                  </a:lnTo>
                  <a:lnTo>
                    <a:pt x="0" y="8867692"/>
                  </a:lnTo>
                  <a:close/>
                  <a:moveTo>
                    <a:pt x="47256895" y="144780"/>
                  </a:moveTo>
                  <a:lnTo>
                    <a:pt x="47401677" y="144780"/>
                  </a:lnTo>
                  <a:lnTo>
                    <a:pt x="47401677" y="8867692"/>
                  </a:lnTo>
                  <a:lnTo>
                    <a:pt x="47256895" y="8867692"/>
                  </a:lnTo>
                  <a:lnTo>
                    <a:pt x="47256895" y="144780"/>
                  </a:lnTo>
                  <a:close/>
                  <a:moveTo>
                    <a:pt x="144780" y="8867692"/>
                  </a:moveTo>
                  <a:lnTo>
                    <a:pt x="47256895" y="8867692"/>
                  </a:lnTo>
                  <a:lnTo>
                    <a:pt x="47256895" y="9012472"/>
                  </a:lnTo>
                  <a:lnTo>
                    <a:pt x="144780" y="9012472"/>
                  </a:lnTo>
                  <a:lnTo>
                    <a:pt x="144780" y="8867692"/>
                  </a:lnTo>
                  <a:close/>
                  <a:moveTo>
                    <a:pt x="47256895" y="0"/>
                  </a:moveTo>
                  <a:lnTo>
                    <a:pt x="47401677" y="0"/>
                  </a:lnTo>
                  <a:lnTo>
                    <a:pt x="47401677" y="144780"/>
                  </a:lnTo>
                  <a:lnTo>
                    <a:pt x="47256895" y="144780"/>
                  </a:lnTo>
                  <a:lnTo>
                    <a:pt x="4725689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7256895" y="0"/>
                  </a:lnTo>
                  <a:lnTo>
                    <a:pt x="4725689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265629" y="2544631"/>
            <a:ext cx="10329744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dirty="0">
                <a:solidFill>
                  <a:srgbClr val="000000"/>
                </a:solidFill>
                <a:latin typeface="Space Mono"/>
              </a:rPr>
              <a:t>Beleza, Mas o que Vamos </a:t>
            </a:r>
            <a:r>
              <a:rPr lang="pt-BR" sz="6000" dirty="0">
                <a:solidFill>
                  <a:srgbClr val="000000"/>
                </a:solidFill>
                <a:latin typeface="Space Mono"/>
              </a:rPr>
              <a:t>ver hoje</a:t>
            </a:r>
            <a:r>
              <a:rPr lang="en-US" sz="6000" dirty="0">
                <a:solidFill>
                  <a:srgbClr val="000000"/>
                </a:solidFill>
                <a:latin typeface="Space Mono"/>
              </a:rPr>
              <a:t>?</a:t>
            </a:r>
          </a:p>
        </p:txBody>
      </p:sp>
      <p:sp>
        <p:nvSpPr>
          <p:cNvPr id="9" name="AutoShape 9"/>
          <p:cNvSpPr/>
          <p:nvPr/>
        </p:nvSpPr>
        <p:spPr>
          <a:xfrm>
            <a:off x="9280184" y="5616191"/>
            <a:ext cx="6374900" cy="2570005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pt-BR"/>
          </a:p>
        </p:txBody>
      </p:sp>
      <p:sp>
        <p:nvSpPr>
          <p:cNvPr id="10" name="AutoShape 10"/>
          <p:cNvSpPr/>
          <p:nvPr/>
        </p:nvSpPr>
        <p:spPr>
          <a:xfrm>
            <a:off x="2837889" y="5616191"/>
            <a:ext cx="5801353" cy="2570005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pt-BR"/>
          </a:p>
        </p:txBody>
      </p:sp>
      <p:grpSp>
        <p:nvGrpSpPr>
          <p:cNvPr id="11" name="Group 11"/>
          <p:cNvGrpSpPr/>
          <p:nvPr/>
        </p:nvGrpSpPr>
        <p:grpSpPr>
          <a:xfrm>
            <a:off x="8987240" y="5300608"/>
            <a:ext cx="6474767" cy="2624725"/>
            <a:chOff x="0" y="0"/>
            <a:chExt cx="23923349" cy="9697987"/>
          </a:xfrm>
        </p:grpSpPr>
        <p:sp>
          <p:nvSpPr>
            <p:cNvPr id="12" name="Freeform 12"/>
            <p:cNvSpPr/>
            <p:nvPr/>
          </p:nvSpPr>
          <p:spPr>
            <a:xfrm>
              <a:off x="72390" y="72390"/>
              <a:ext cx="23778570" cy="9553208"/>
            </a:xfrm>
            <a:custGeom>
              <a:avLst/>
              <a:gdLst/>
              <a:ahLst/>
              <a:cxnLst/>
              <a:rect l="l" t="t" r="r" b="b"/>
              <a:pathLst>
                <a:path w="23778570" h="9553208">
                  <a:moveTo>
                    <a:pt x="0" y="0"/>
                  </a:moveTo>
                  <a:lnTo>
                    <a:pt x="23778570" y="0"/>
                  </a:lnTo>
                  <a:lnTo>
                    <a:pt x="23778570" y="9553208"/>
                  </a:lnTo>
                  <a:lnTo>
                    <a:pt x="0" y="955320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3" name="Freeform 13"/>
            <p:cNvSpPr/>
            <p:nvPr/>
          </p:nvSpPr>
          <p:spPr>
            <a:xfrm>
              <a:off x="0" y="0"/>
              <a:ext cx="23923349" cy="9697987"/>
            </a:xfrm>
            <a:custGeom>
              <a:avLst/>
              <a:gdLst/>
              <a:ahLst/>
              <a:cxnLst/>
              <a:rect l="l" t="t" r="r" b="b"/>
              <a:pathLst>
                <a:path w="23923349" h="9697987">
                  <a:moveTo>
                    <a:pt x="23778569" y="9553208"/>
                  </a:moveTo>
                  <a:lnTo>
                    <a:pt x="23923349" y="9553208"/>
                  </a:lnTo>
                  <a:lnTo>
                    <a:pt x="23923349" y="9697987"/>
                  </a:lnTo>
                  <a:lnTo>
                    <a:pt x="23778569" y="9697987"/>
                  </a:lnTo>
                  <a:lnTo>
                    <a:pt x="23778569" y="9553208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9553208"/>
                  </a:lnTo>
                  <a:lnTo>
                    <a:pt x="0" y="9553208"/>
                  </a:lnTo>
                  <a:lnTo>
                    <a:pt x="0" y="144780"/>
                  </a:lnTo>
                  <a:close/>
                  <a:moveTo>
                    <a:pt x="0" y="9553208"/>
                  </a:moveTo>
                  <a:lnTo>
                    <a:pt x="144780" y="9553208"/>
                  </a:lnTo>
                  <a:lnTo>
                    <a:pt x="144780" y="9697987"/>
                  </a:lnTo>
                  <a:lnTo>
                    <a:pt x="0" y="9697987"/>
                  </a:lnTo>
                  <a:lnTo>
                    <a:pt x="0" y="9553208"/>
                  </a:lnTo>
                  <a:close/>
                  <a:moveTo>
                    <a:pt x="23778569" y="144780"/>
                  </a:moveTo>
                  <a:lnTo>
                    <a:pt x="23923349" y="144780"/>
                  </a:lnTo>
                  <a:lnTo>
                    <a:pt x="23923349" y="9553208"/>
                  </a:lnTo>
                  <a:lnTo>
                    <a:pt x="23778569" y="9553208"/>
                  </a:lnTo>
                  <a:lnTo>
                    <a:pt x="23778569" y="144780"/>
                  </a:lnTo>
                  <a:close/>
                  <a:moveTo>
                    <a:pt x="144780" y="9553208"/>
                  </a:moveTo>
                  <a:lnTo>
                    <a:pt x="23778569" y="9553208"/>
                  </a:lnTo>
                  <a:lnTo>
                    <a:pt x="23778569" y="9697987"/>
                  </a:lnTo>
                  <a:lnTo>
                    <a:pt x="144780" y="9697987"/>
                  </a:lnTo>
                  <a:lnTo>
                    <a:pt x="144780" y="9553208"/>
                  </a:lnTo>
                  <a:close/>
                  <a:moveTo>
                    <a:pt x="23778569" y="0"/>
                  </a:moveTo>
                  <a:lnTo>
                    <a:pt x="23923349" y="0"/>
                  </a:lnTo>
                  <a:lnTo>
                    <a:pt x="23923349" y="144780"/>
                  </a:lnTo>
                  <a:lnTo>
                    <a:pt x="23778569" y="144780"/>
                  </a:lnTo>
                  <a:lnTo>
                    <a:pt x="23778569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23778569" y="0"/>
                  </a:lnTo>
                  <a:lnTo>
                    <a:pt x="23778569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9220200" y="5712858"/>
            <a:ext cx="5996903" cy="1842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000000"/>
                </a:solidFill>
                <a:latin typeface="Space Mono"/>
              </a:rPr>
              <a:t>O que é Front End?</a:t>
            </a:r>
          </a:p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000000"/>
                </a:solidFill>
                <a:latin typeface="Space Mono"/>
              </a:rPr>
              <a:t>O que é Back End?</a:t>
            </a:r>
          </a:p>
          <a:p>
            <a:pPr algn="l">
              <a:lnSpc>
                <a:spcPts val="4799"/>
              </a:lnSpc>
            </a:pPr>
            <a:r>
              <a:rPr lang="en-US" sz="3999" dirty="0">
                <a:solidFill>
                  <a:srgbClr val="000000"/>
                </a:solidFill>
                <a:latin typeface="Space Mono"/>
              </a:rPr>
              <a:t>O que é Full Stack?</a:t>
            </a:r>
          </a:p>
        </p:txBody>
      </p:sp>
      <p:pic>
        <p:nvPicPr>
          <p:cNvPr id="2" name="Picture 2">
            <a:extLst>
              <a:ext uri="{FF2B5EF4-FFF2-40B4-BE49-F238E27FC236}">
                <a16:creationId xmlns:a16="http://schemas.microsoft.com/office/drawing/2014/main" id="{D4E7AA32-3250-6A25-B845-9FDF68F0D97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3657600" y="5415118"/>
            <a:ext cx="4258199" cy="3300104"/>
          </a:xfrm>
          <a:prstGeom prst="rect">
            <a:avLst/>
          </a:prstGeom>
        </p:spPr>
      </p:pic>
      <p:sp>
        <p:nvSpPr>
          <p:cNvPr id="3" name="Rolagem: Horizontal 2">
            <a:extLst>
              <a:ext uri="{FF2B5EF4-FFF2-40B4-BE49-F238E27FC236}">
                <a16:creationId xmlns:a16="http://schemas.microsoft.com/office/drawing/2014/main" id="{09FCEE92-0266-7900-B28D-EA43BA1A39DA}"/>
              </a:ext>
            </a:extLst>
          </p:cNvPr>
          <p:cNvSpPr/>
          <p:nvPr/>
        </p:nvSpPr>
        <p:spPr>
          <a:xfrm>
            <a:off x="14347662" y="7302826"/>
            <a:ext cx="3510573" cy="2904057"/>
          </a:xfrm>
          <a:prstGeom prst="horizontalScroll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/>
              <a:t>Anotem no caderno essas três perguntas!!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3400">
        <p14:reveal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build="p"/>
      <p:bldP spid="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9E0B32CE-205D-657D-7EC6-F4E853EB347A}"/>
              </a:ext>
            </a:extLst>
          </p:cNvPr>
          <p:cNvGrpSpPr/>
          <p:nvPr/>
        </p:nvGrpSpPr>
        <p:grpSpPr>
          <a:xfrm>
            <a:off x="7924800" y="571500"/>
            <a:ext cx="3114251" cy="2059795"/>
            <a:chOff x="11444914" y="-770085"/>
            <a:chExt cx="4051855" cy="2679936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8ED7AC19-4F2A-9EC2-F947-34AAB2533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44400" y="100035"/>
              <a:ext cx="1497330" cy="1809816"/>
            </a:xfrm>
            <a:prstGeom prst="rect">
              <a:avLst/>
            </a:prstGeom>
          </p:spPr>
        </p:pic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E5420FD2-FBC0-BC49-5D47-0BB31F32EC0A}"/>
                </a:ext>
              </a:extLst>
            </p:cNvPr>
            <p:cNvSpPr txBox="1"/>
            <p:nvPr/>
          </p:nvSpPr>
          <p:spPr>
            <a:xfrm>
              <a:off x="11444914" y="-770085"/>
              <a:ext cx="4051855" cy="10010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3200" dirty="0" err="1">
                  <a:solidFill>
                    <a:srgbClr val="0E073F"/>
                  </a:solidFill>
                  <a:latin typeface="Agrandir Bold"/>
                </a:rPr>
                <a:t>Servidor</a:t>
              </a:r>
              <a:r>
                <a:rPr lang="en-US" sz="3200" dirty="0">
                  <a:solidFill>
                    <a:srgbClr val="0E073F"/>
                  </a:solidFill>
                  <a:latin typeface="Agrandir Bold"/>
                </a:rPr>
                <a:t> DNS</a:t>
              </a:r>
            </a:p>
            <a:p>
              <a:r>
                <a:rPr lang="en-US" dirty="0">
                  <a:solidFill>
                    <a:srgbClr val="0E073F"/>
                  </a:solidFill>
                  <a:latin typeface="Agrandir Bold"/>
                </a:rPr>
                <a:t>Domain Name System</a:t>
              </a:r>
            </a:p>
          </p:txBody>
        </p:sp>
      </p:grpSp>
      <p:sp>
        <p:nvSpPr>
          <p:cNvPr id="36" name="TextBox 14">
            <a:extLst>
              <a:ext uri="{FF2B5EF4-FFF2-40B4-BE49-F238E27FC236}">
                <a16:creationId xmlns:a16="http://schemas.microsoft.com/office/drawing/2014/main" id="{EBC42097-CCA6-EC9D-E55D-375C9F6CB1FF}"/>
              </a:ext>
            </a:extLst>
          </p:cNvPr>
          <p:cNvSpPr txBox="1"/>
          <p:nvPr/>
        </p:nvSpPr>
        <p:spPr>
          <a:xfrm>
            <a:off x="7154936" y="6089641"/>
            <a:ext cx="4131710" cy="690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74"/>
              </a:lnSpc>
            </a:pPr>
            <a:r>
              <a:rPr lang="en-US" sz="5213" dirty="0">
                <a:solidFill>
                  <a:srgbClr val="0E073F"/>
                </a:solidFill>
                <a:latin typeface="Agrandir Bold"/>
              </a:rPr>
              <a:t>Internet</a:t>
            </a: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2FBC7438-5FF7-6C3E-9848-05F7478BBC6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6364" l="8871" r="93548">
                        <a14:foregroundMark x1="11290" y1="54091" x2="8871" y2="58636"/>
                        <a14:foregroundMark x1="18011" y1="92273" x2="20316" y2="88765"/>
                        <a14:foregroundMark x1="77957" y1="96818" x2="78495" y2="91818"/>
                        <a14:foregroundMark x1="91935" y1="75000" x2="90591" y2="70909"/>
                        <a14:foregroundMark x1="93548" y1="31818" x2="93548" y2="31818"/>
                        <a14:backgroundMark x1="22849" y1="86364" x2="22849" y2="86364"/>
                        <a14:backgroundMark x1="24462" y1="83182" x2="22581" y2="87273"/>
                        <a14:backgroundMark x1="22581" y1="86364" x2="20968" y2="89545"/>
                        <a14:backgroundMark x1="2419" y1="5909" x2="2419" y2="17273"/>
                        <a14:backgroundMark x1="2419" y1="17273" x2="2419" y2="14545"/>
                      </a14:backgroundRemoval>
                    </a14:imgEffect>
                  </a14:imgLayer>
                </a14:imgProps>
              </a:ext>
            </a:extLst>
          </a:blip>
          <a:srcRect l="2952"/>
          <a:stretch/>
        </p:blipFill>
        <p:spPr>
          <a:xfrm>
            <a:off x="5916732" y="2211049"/>
            <a:ext cx="6608118" cy="3756562"/>
          </a:xfrm>
          <a:prstGeom prst="rect">
            <a:avLst/>
          </a:prstGeom>
        </p:spPr>
      </p:pic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D95AA533-3159-9F33-FBD1-A170C416FECD}"/>
              </a:ext>
            </a:extLst>
          </p:cNvPr>
          <p:cNvSpPr/>
          <p:nvPr/>
        </p:nvSpPr>
        <p:spPr>
          <a:xfrm>
            <a:off x="6248400" y="2738498"/>
            <a:ext cx="5934270" cy="2724539"/>
          </a:xfrm>
          <a:custGeom>
            <a:avLst/>
            <a:gdLst>
              <a:gd name="connsiteX0" fmla="*/ 0 w 5934270"/>
              <a:gd name="connsiteY0" fmla="*/ 1511559 h 2724539"/>
              <a:gd name="connsiteX1" fmla="*/ 298580 w 5934270"/>
              <a:gd name="connsiteY1" fmla="*/ 1530220 h 2724539"/>
              <a:gd name="connsiteX2" fmla="*/ 429208 w 5934270"/>
              <a:gd name="connsiteY2" fmla="*/ 1586204 h 2724539"/>
              <a:gd name="connsiteX3" fmla="*/ 485192 w 5934270"/>
              <a:gd name="connsiteY3" fmla="*/ 1604865 h 2724539"/>
              <a:gd name="connsiteX4" fmla="*/ 559837 w 5934270"/>
              <a:gd name="connsiteY4" fmla="*/ 1660849 h 2724539"/>
              <a:gd name="connsiteX5" fmla="*/ 615821 w 5934270"/>
              <a:gd name="connsiteY5" fmla="*/ 1716832 h 2724539"/>
              <a:gd name="connsiteX6" fmla="*/ 690466 w 5934270"/>
              <a:gd name="connsiteY6" fmla="*/ 1735494 h 2724539"/>
              <a:gd name="connsiteX7" fmla="*/ 746449 w 5934270"/>
              <a:gd name="connsiteY7" fmla="*/ 1772816 h 2724539"/>
              <a:gd name="connsiteX8" fmla="*/ 970384 w 5934270"/>
              <a:gd name="connsiteY8" fmla="*/ 1866122 h 2724539"/>
              <a:gd name="connsiteX9" fmla="*/ 1156996 w 5934270"/>
              <a:gd name="connsiteY9" fmla="*/ 1922106 h 2724539"/>
              <a:gd name="connsiteX10" fmla="*/ 1231641 w 5934270"/>
              <a:gd name="connsiteY10" fmla="*/ 1940767 h 2724539"/>
              <a:gd name="connsiteX11" fmla="*/ 1474237 w 5934270"/>
              <a:gd name="connsiteY11" fmla="*/ 2034073 h 2724539"/>
              <a:gd name="connsiteX12" fmla="*/ 1548882 w 5934270"/>
              <a:gd name="connsiteY12" fmla="*/ 2071396 h 2724539"/>
              <a:gd name="connsiteX13" fmla="*/ 1623527 w 5934270"/>
              <a:gd name="connsiteY13" fmla="*/ 2127379 h 2724539"/>
              <a:gd name="connsiteX14" fmla="*/ 1735494 w 5934270"/>
              <a:gd name="connsiteY14" fmla="*/ 2183363 h 2724539"/>
              <a:gd name="connsiteX15" fmla="*/ 1978090 w 5934270"/>
              <a:gd name="connsiteY15" fmla="*/ 2407298 h 2724539"/>
              <a:gd name="connsiteX16" fmla="*/ 2034074 w 5934270"/>
              <a:gd name="connsiteY16" fmla="*/ 2444620 h 2724539"/>
              <a:gd name="connsiteX17" fmla="*/ 2071396 w 5934270"/>
              <a:gd name="connsiteY17" fmla="*/ 2481943 h 2724539"/>
              <a:gd name="connsiteX18" fmla="*/ 2146041 w 5934270"/>
              <a:gd name="connsiteY18" fmla="*/ 2537926 h 2724539"/>
              <a:gd name="connsiteX19" fmla="*/ 2183363 w 5934270"/>
              <a:gd name="connsiteY19" fmla="*/ 2575249 h 2724539"/>
              <a:gd name="connsiteX20" fmla="*/ 2332653 w 5934270"/>
              <a:gd name="connsiteY20" fmla="*/ 2668555 h 2724539"/>
              <a:gd name="connsiteX21" fmla="*/ 2425959 w 5934270"/>
              <a:gd name="connsiteY21" fmla="*/ 2724539 h 2724539"/>
              <a:gd name="connsiteX22" fmla="*/ 2780523 w 5934270"/>
              <a:gd name="connsiteY22" fmla="*/ 2705877 h 2724539"/>
              <a:gd name="connsiteX23" fmla="*/ 2967135 w 5934270"/>
              <a:gd name="connsiteY23" fmla="*/ 2649894 h 2724539"/>
              <a:gd name="connsiteX24" fmla="*/ 3060441 w 5934270"/>
              <a:gd name="connsiteY24" fmla="*/ 2631232 h 2724539"/>
              <a:gd name="connsiteX25" fmla="*/ 3135086 w 5934270"/>
              <a:gd name="connsiteY25" fmla="*/ 2612571 h 2724539"/>
              <a:gd name="connsiteX26" fmla="*/ 3247053 w 5934270"/>
              <a:gd name="connsiteY26" fmla="*/ 2593910 h 2724539"/>
              <a:gd name="connsiteX27" fmla="*/ 3452327 w 5934270"/>
              <a:gd name="connsiteY27" fmla="*/ 2537926 h 2724539"/>
              <a:gd name="connsiteX28" fmla="*/ 3601617 w 5934270"/>
              <a:gd name="connsiteY28" fmla="*/ 2519265 h 2724539"/>
              <a:gd name="connsiteX29" fmla="*/ 3676261 w 5934270"/>
              <a:gd name="connsiteY29" fmla="*/ 2500604 h 2724539"/>
              <a:gd name="connsiteX30" fmla="*/ 3881535 w 5934270"/>
              <a:gd name="connsiteY30" fmla="*/ 2388637 h 2724539"/>
              <a:gd name="connsiteX31" fmla="*/ 3937519 w 5934270"/>
              <a:gd name="connsiteY31" fmla="*/ 2332653 h 2724539"/>
              <a:gd name="connsiteX32" fmla="*/ 3862874 w 5934270"/>
              <a:gd name="connsiteY32" fmla="*/ 2220686 h 2724539"/>
              <a:gd name="connsiteX33" fmla="*/ 3825551 w 5934270"/>
              <a:gd name="connsiteY33" fmla="*/ 2127379 h 2724539"/>
              <a:gd name="connsiteX34" fmla="*/ 3694923 w 5934270"/>
              <a:gd name="connsiteY34" fmla="*/ 1959428 h 2724539"/>
              <a:gd name="connsiteX35" fmla="*/ 3620278 w 5934270"/>
              <a:gd name="connsiteY35" fmla="*/ 1922106 h 2724539"/>
              <a:gd name="connsiteX36" fmla="*/ 3489649 w 5934270"/>
              <a:gd name="connsiteY36" fmla="*/ 1884783 h 2724539"/>
              <a:gd name="connsiteX37" fmla="*/ 3433666 w 5934270"/>
              <a:gd name="connsiteY37" fmla="*/ 1847461 h 2724539"/>
              <a:gd name="connsiteX38" fmla="*/ 3340359 w 5934270"/>
              <a:gd name="connsiteY38" fmla="*/ 1810139 h 2724539"/>
              <a:gd name="connsiteX39" fmla="*/ 3303037 w 5934270"/>
              <a:gd name="connsiteY39" fmla="*/ 1772816 h 2724539"/>
              <a:gd name="connsiteX40" fmla="*/ 3191070 w 5934270"/>
              <a:gd name="connsiteY40" fmla="*/ 1698171 h 2724539"/>
              <a:gd name="connsiteX41" fmla="*/ 3135086 w 5934270"/>
              <a:gd name="connsiteY41" fmla="*/ 1660849 h 2724539"/>
              <a:gd name="connsiteX42" fmla="*/ 2929812 w 5934270"/>
              <a:gd name="connsiteY42" fmla="*/ 1492898 h 2724539"/>
              <a:gd name="connsiteX43" fmla="*/ 2743200 w 5934270"/>
              <a:gd name="connsiteY43" fmla="*/ 1362269 h 2724539"/>
              <a:gd name="connsiteX44" fmla="*/ 2556588 w 5934270"/>
              <a:gd name="connsiteY44" fmla="*/ 1231641 h 2724539"/>
              <a:gd name="connsiteX45" fmla="*/ 2500604 w 5934270"/>
              <a:gd name="connsiteY45" fmla="*/ 1194318 h 2724539"/>
              <a:gd name="connsiteX46" fmla="*/ 2481943 w 5934270"/>
              <a:gd name="connsiteY46" fmla="*/ 858416 h 2724539"/>
              <a:gd name="connsiteX47" fmla="*/ 2500604 w 5934270"/>
              <a:gd name="connsiteY47" fmla="*/ 802432 h 2724539"/>
              <a:gd name="connsiteX48" fmla="*/ 2575249 w 5934270"/>
              <a:gd name="connsiteY48" fmla="*/ 653143 h 2724539"/>
              <a:gd name="connsiteX49" fmla="*/ 2612572 w 5934270"/>
              <a:gd name="connsiteY49" fmla="*/ 522514 h 2724539"/>
              <a:gd name="connsiteX50" fmla="*/ 2687217 w 5934270"/>
              <a:gd name="connsiteY50" fmla="*/ 373224 h 2724539"/>
              <a:gd name="connsiteX51" fmla="*/ 2724539 w 5934270"/>
              <a:gd name="connsiteY51" fmla="*/ 279918 h 2724539"/>
              <a:gd name="connsiteX52" fmla="*/ 2836506 w 5934270"/>
              <a:gd name="connsiteY52" fmla="*/ 74645 h 2724539"/>
              <a:gd name="connsiteX53" fmla="*/ 2929812 w 5934270"/>
              <a:gd name="connsiteY53" fmla="*/ 0 h 2724539"/>
              <a:gd name="connsiteX54" fmla="*/ 3060441 w 5934270"/>
              <a:gd name="connsiteY54" fmla="*/ 18661 h 2724539"/>
              <a:gd name="connsiteX55" fmla="*/ 3135086 w 5934270"/>
              <a:gd name="connsiteY55" fmla="*/ 111967 h 2724539"/>
              <a:gd name="connsiteX56" fmla="*/ 3209731 w 5934270"/>
              <a:gd name="connsiteY56" fmla="*/ 223935 h 2724539"/>
              <a:gd name="connsiteX57" fmla="*/ 3303037 w 5934270"/>
              <a:gd name="connsiteY57" fmla="*/ 373224 h 2724539"/>
              <a:gd name="connsiteX58" fmla="*/ 3340359 w 5934270"/>
              <a:gd name="connsiteY58" fmla="*/ 410547 h 2724539"/>
              <a:gd name="connsiteX59" fmla="*/ 3396343 w 5934270"/>
              <a:gd name="connsiteY59" fmla="*/ 429208 h 2724539"/>
              <a:gd name="connsiteX60" fmla="*/ 3489649 w 5934270"/>
              <a:gd name="connsiteY60" fmla="*/ 522514 h 2724539"/>
              <a:gd name="connsiteX61" fmla="*/ 3545633 w 5934270"/>
              <a:gd name="connsiteY61" fmla="*/ 541175 h 2724539"/>
              <a:gd name="connsiteX62" fmla="*/ 3676261 w 5934270"/>
              <a:gd name="connsiteY62" fmla="*/ 615820 h 2724539"/>
              <a:gd name="connsiteX63" fmla="*/ 3732245 w 5934270"/>
              <a:gd name="connsiteY63" fmla="*/ 634481 h 2724539"/>
              <a:gd name="connsiteX64" fmla="*/ 3956180 w 5934270"/>
              <a:gd name="connsiteY64" fmla="*/ 746449 h 2724539"/>
              <a:gd name="connsiteX65" fmla="*/ 4030825 w 5934270"/>
              <a:gd name="connsiteY65" fmla="*/ 783771 h 2724539"/>
              <a:gd name="connsiteX66" fmla="*/ 4086808 w 5934270"/>
              <a:gd name="connsiteY66" fmla="*/ 802432 h 2724539"/>
              <a:gd name="connsiteX67" fmla="*/ 4254759 w 5934270"/>
              <a:gd name="connsiteY67" fmla="*/ 933061 h 2724539"/>
              <a:gd name="connsiteX68" fmla="*/ 4292082 w 5934270"/>
              <a:gd name="connsiteY68" fmla="*/ 970383 h 2724539"/>
              <a:gd name="connsiteX69" fmla="*/ 4366727 w 5934270"/>
              <a:gd name="connsiteY69" fmla="*/ 989045 h 2724539"/>
              <a:gd name="connsiteX70" fmla="*/ 4460033 w 5934270"/>
              <a:gd name="connsiteY70" fmla="*/ 1045028 h 2724539"/>
              <a:gd name="connsiteX71" fmla="*/ 4497355 w 5934270"/>
              <a:gd name="connsiteY71" fmla="*/ 1082351 h 2724539"/>
              <a:gd name="connsiteX72" fmla="*/ 4572000 w 5934270"/>
              <a:gd name="connsiteY72" fmla="*/ 1119673 h 2724539"/>
              <a:gd name="connsiteX73" fmla="*/ 4646645 w 5934270"/>
              <a:gd name="connsiteY73" fmla="*/ 1175657 h 2724539"/>
              <a:gd name="connsiteX74" fmla="*/ 4739951 w 5934270"/>
              <a:gd name="connsiteY74" fmla="*/ 1212979 h 2724539"/>
              <a:gd name="connsiteX75" fmla="*/ 4851919 w 5934270"/>
              <a:gd name="connsiteY75" fmla="*/ 1268963 h 2724539"/>
              <a:gd name="connsiteX76" fmla="*/ 4907902 w 5934270"/>
              <a:gd name="connsiteY76" fmla="*/ 1324947 h 2724539"/>
              <a:gd name="connsiteX77" fmla="*/ 5075853 w 5934270"/>
              <a:gd name="connsiteY77" fmla="*/ 1306286 h 2724539"/>
              <a:gd name="connsiteX78" fmla="*/ 5113176 w 5934270"/>
              <a:gd name="connsiteY78" fmla="*/ 1250302 h 2724539"/>
              <a:gd name="connsiteX79" fmla="*/ 5187821 w 5934270"/>
              <a:gd name="connsiteY79" fmla="*/ 1194318 h 2724539"/>
              <a:gd name="connsiteX80" fmla="*/ 5281127 w 5934270"/>
              <a:gd name="connsiteY80" fmla="*/ 1119673 h 2724539"/>
              <a:gd name="connsiteX81" fmla="*/ 5318449 w 5934270"/>
              <a:gd name="connsiteY81" fmla="*/ 1063690 h 2724539"/>
              <a:gd name="connsiteX82" fmla="*/ 5523723 w 5934270"/>
              <a:gd name="connsiteY82" fmla="*/ 895739 h 2724539"/>
              <a:gd name="connsiteX83" fmla="*/ 5598368 w 5934270"/>
              <a:gd name="connsiteY83" fmla="*/ 821094 h 2724539"/>
              <a:gd name="connsiteX84" fmla="*/ 5934270 w 5934270"/>
              <a:gd name="connsiteY84" fmla="*/ 634481 h 2724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934270" h="2724539">
                <a:moveTo>
                  <a:pt x="0" y="1511559"/>
                </a:moveTo>
                <a:cubicBezTo>
                  <a:pt x="99527" y="1517779"/>
                  <a:pt x="199407" y="1519781"/>
                  <a:pt x="298580" y="1530220"/>
                </a:cubicBezTo>
                <a:cubicBezTo>
                  <a:pt x="337256" y="1534291"/>
                  <a:pt x="398769" y="1573159"/>
                  <a:pt x="429208" y="1586204"/>
                </a:cubicBezTo>
                <a:cubicBezTo>
                  <a:pt x="447288" y="1593953"/>
                  <a:pt x="466531" y="1598645"/>
                  <a:pt x="485192" y="1604865"/>
                </a:cubicBezTo>
                <a:cubicBezTo>
                  <a:pt x="510074" y="1623526"/>
                  <a:pt x="536222" y="1640608"/>
                  <a:pt x="559837" y="1660849"/>
                </a:cubicBezTo>
                <a:cubicBezTo>
                  <a:pt x="579875" y="1678024"/>
                  <a:pt x="592907" y="1703738"/>
                  <a:pt x="615821" y="1716832"/>
                </a:cubicBezTo>
                <a:cubicBezTo>
                  <a:pt x="638089" y="1729557"/>
                  <a:pt x="665584" y="1729273"/>
                  <a:pt x="690466" y="1735494"/>
                </a:cubicBezTo>
                <a:cubicBezTo>
                  <a:pt x="709127" y="1747935"/>
                  <a:pt x="726125" y="1763332"/>
                  <a:pt x="746449" y="1772816"/>
                </a:cubicBezTo>
                <a:cubicBezTo>
                  <a:pt x="819728" y="1807013"/>
                  <a:pt x="891933" y="1846510"/>
                  <a:pt x="970384" y="1866122"/>
                </a:cubicBezTo>
                <a:cubicBezTo>
                  <a:pt x="1142433" y="1909134"/>
                  <a:pt x="929832" y="1853956"/>
                  <a:pt x="1156996" y="1922106"/>
                </a:cubicBezTo>
                <a:cubicBezTo>
                  <a:pt x="1181562" y="1929476"/>
                  <a:pt x="1207075" y="1933397"/>
                  <a:pt x="1231641" y="1940767"/>
                </a:cubicBezTo>
                <a:cubicBezTo>
                  <a:pt x="1331418" y="1970700"/>
                  <a:pt x="1376244" y="1989531"/>
                  <a:pt x="1474237" y="2034073"/>
                </a:cubicBezTo>
                <a:cubicBezTo>
                  <a:pt x="1499562" y="2045584"/>
                  <a:pt x="1525292" y="2056652"/>
                  <a:pt x="1548882" y="2071396"/>
                </a:cubicBezTo>
                <a:cubicBezTo>
                  <a:pt x="1575256" y="2087880"/>
                  <a:pt x="1596857" y="2111377"/>
                  <a:pt x="1623527" y="2127379"/>
                </a:cubicBezTo>
                <a:cubicBezTo>
                  <a:pt x="1659308" y="2148848"/>
                  <a:pt x="1700775" y="2160217"/>
                  <a:pt x="1735494" y="2183363"/>
                </a:cubicBezTo>
                <a:cubicBezTo>
                  <a:pt x="2027286" y="2377892"/>
                  <a:pt x="1807248" y="2236457"/>
                  <a:pt x="1978090" y="2407298"/>
                </a:cubicBezTo>
                <a:cubicBezTo>
                  <a:pt x="1993949" y="2423157"/>
                  <a:pt x="2016561" y="2430609"/>
                  <a:pt x="2034074" y="2444620"/>
                </a:cubicBezTo>
                <a:cubicBezTo>
                  <a:pt x="2047813" y="2455611"/>
                  <a:pt x="2057880" y="2470680"/>
                  <a:pt x="2071396" y="2481943"/>
                </a:cubicBezTo>
                <a:cubicBezTo>
                  <a:pt x="2095289" y="2501854"/>
                  <a:pt x="2122148" y="2518015"/>
                  <a:pt x="2146041" y="2537926"/>
                </a:cubicBezTo>
                <a:cubicBezTo>
                  <a:pt x="2159557" y="2549189"/>
                  <a:pt x="2168949" y="2565159"/>
                  <a:pt x="2183363" y="2575249"/>
                </a:cubicBezTo>
                <a:cubicBezTo>
                  <a:pt x="2231438" y="2608902"/>
                  <a:pt x="2291157" y="2627060"/>
                  <a:pt x="2332653" y="2668555"/>
                </a:cubicBezTo>
                <a:cubicBezTo>
                  <a:pt x="2383885" y="2719786"/>
                  <a:pt x="2353285" y="2700313"/>
                  <a:pt x="2425959" y="2724539"/>
                </a:cubicBezTo>
                <a:cubicBezTo>
                  <a:pt x="2544147" y="2718318"/>
                  <a:pt x="2662616" y="2716130"/>
                  <a:pt x="2780523" y="2705877"/>
                </a:cubicBezTo>
                <a:cubicBezTo>
                  <a:pt x="2823314" y="2702156"/>
                  <a:pt x="2938244" y="2657774"/>
                  <a:pt x="2967135" y="2649894"/>
                </a:cubicBezTo>
                <a:cubicBezTo>
                  <a:pt x="2997735" y="2641548"/>
                  <a:pt x="3029478" y="2638113"/>
                  <a:pt x="3060441" y="2631232"/>
                </a:cubicBezTo>
                <a:cubicBezTo>
                  <a:pt x="3085478" y="2625668"/>
                  <a:pt x="3109937" y="2617601"/>
                  <a:pt x="3135086" y="2612571"/>
                </a:cubicBezTo>
                <a:cubicBezTo>
                  <a:pt x="3172188" y="2605151"/>
                  <a:pt x="3210117" y="2602118"/>
                  <a:pt x="3247053" y="2593910"/>
                </a:cubicBezTo>
                <a:cubicBezTo>
                  <a:pt x="3388273" y="2562528"/>
                  <a:pt x="3188582" y="2570894"/>
                  <a:pt x="3452327" y="2537926"/>
                </a:cubicBezTo>
                <a:lnTo>
                  <a:pt x="3601617" y="2519265"/>
                </a:lnTo>
                <a:cubicBezTo>
                  <a:pt x="3626498" y="2513045"/>
                  <a:pt x="3652587" y="2510468"/>
                  <a:pt x="3676261" y="2500604"/>
                </a:cubicBezTo>
                <a:cubicBezTo>
                  <a:pt x="3710248" y="2486443"/>
                  <a:pt x="3833824" y="2428396"/>
                  <a:pt x="3881535" y="2388637"/>
                </a:cubicBezTo>
                <a:cubicBezTo>
                  <a:pt x="3901809" y="2371742"/>
                  <a:pt x="3918858" y="2351314"/>
                  <a:pt x="3937519" y="2332653"/>
                </a:cubicBezTo>
                <a:cubicBezTo>
                  <a:pt x="3888183" y="2184649"/>
                  <a:pt x="3962723" y="2380445"/>
                  <a:pt x="3862874" y="2220686"/>
                </a:cubicBezTo>
                <a:cubicBezTo>
                  <a:pt x="3845120" y="2192280"/>
                  <a:pt x="3841592" y="2156787"/>
                  <a:pt x="3825551" y="2127379"/>
                </a:cubicBezTo>
                <a:cubicBezTo>
                  <a:pt x="3800923" y="2082228"/>
                  <a:pt x="3744583" y="1994900"/>
                  <a:pt x="3694923" y="1959428"/>
                </a:cubicBezTo>
                <a:cubicBezTo>
                  <a:pt x="3672286" y="1943259"/>
                  <a:pt x="3645847" y="1933064"/>
                  <a:pt x="3620278" y="1922106"/>
                </a:cubicBezTo>
                <a:cubicBezTo>
                  <a:pt x="3582801" y="1906045"/>
                  <a:pt x="3527523" y="1894252"/>
                  <a:pt x="3489649" y="1884783"/>
                </a:cubicBezTo>
                <a:cubicBezTo>
                  <a:pt x="3470988" y="1872342"/>
                  <a:pt x="3453726" y="1857491"/>
                  <a:pt x="3433666" y="1847461"/>
                </a:cubicBezTo>
                <a:cubicBezTo>
                  <a:pt x="3403704" y="1832480"/>
                  <a:pt x="3369444" y="1826759"/>
                  <a:pt x="3340359" y="1810139"/>
                </a:cubicBezTo>
                <a:cubicBezTo>
                  <a:pt x="3325083" y="1801410"/>
                  <a:pt x="3317112" y="1783372"/>
                  <a:pt x="3303037" y="1772816"/>
                </a:cubicBezTo>
                <a:cubicBezTo>
                  <a:pt x="3267152" y="1745902"/>
                  <a:pt x="3228392" y="1723053"/>
                  <a:pt x="3191070" y="1698171"/>
                </a:cubicBezTo>
                <a:cubicBezTo>
                  <a:pt x="3172409" y="1685730"/>
                  <a:pt x="3150945" y="1676708"/>
                  <a:pt x="3135086" y="1660849"/>
                </a:cubicBezTo>
                <a:cubicBezTo>
                  <a:pt x="2997472" y="1523233"/>
                  <a:pt x="3068379" y="1576037"/>
                  <a:pt x="2929812" y="1492898"/>
                </a:cubicBezTo>
                <a:cubicBezTo>
                  <a:pt x="2844562" y="1365021"/>
                  <a:pt x="2954886" y="1510449"/>
                  <a:pt x="2743200" y="1362269"/>
                </a:cubicBezTo>
                <a:lnTo>
                  <a:pt x="2556588" y="1231641"/>
                </a:lnTo>
                <a:cubicBezTo>
                  <a:pt x="2538148" y="1218875"/>
                  <a:pt x="2500604" y="1194318"/>
                  <a:pt x="2500604" y="1194318"/>
                </a:cubicBezTo>
                <a:cubicBezTo>
                  <a:pt x="2414172" y="1064670"/>
                  <a:pt x="2450274" y="1143439"/>
                  <a:pt x="2481943" y="858416"/>
                </a:cubicBezTo>
                <a:cubicBezTo>
                  <a:pt x="2484115" y="838866"/>
                  <a:pt x="2492464" y="820340"/>
                  <a:pt x="2500604" y="802432"/>
                </a:cubicBezTo>
                <a:cubicBezTo>
                  <a:pt x="2523627" y="751782"/>
                  <a:pt x="2561755" y="707119"/>
                  <a:pt x="2575249" y="653143"/>
                </a:cubicBezTo>
                <a:cubicBezTo>
                  <a:pt x="2583169" y="621463"/>
                  <a:pt x="2597696" y="555240"/>
                  <a:pt x="2612572" y="522514"/>
                </a:cubicBezTo>
                <a:cubicBezTo>
                  <a:pt x="2635595" y="471864"/>
                  <a:pt x="2663902" y="423740"/>
                  <a:pt x="2687217" y="373224"/>
                </a:cubicBezTo>
                <a:cubicBezTo>
                  <a:pt x="2701254" y="342809"/>
                  <a:pt x="2710502" y="310333"/>
                  <a:pt x="2724539" y="279918"/>
                </a:cubicBezTo>
                <a:cubicBezTo>
                  <a:pt x="2747687" y="229763"/>
                  <a:pt x="2793124" y="128872"/>
                  <a:pt x="2836506" y="74645"/>
                </a:cubicBezTo>
                <a:cubicBezTo>
                  <a:pt x="2866896" y="36658"/>
                  <a:pt x="2888243" y="27713"/>
                  <a:pt x="2929812" y="0"/>
                </a:cubicBezTo>
                <a:cubicBezTo>
                  <a:pt x="2973355" y="6220"/>
                  <a:pt x="3021827" y="-2401"/>
                  <a:pt x="3060441" y="18661"/>
                </a:cubicBezTo>
                <a:cubicBezTo>
                  <a:pt x="3095408" y="37734"/>
                  <a:pt x="3111659" y="79755"/>
                  <a:pt x="3135086" y="111967"/>
                </a:cubicBezTo>
                <a:cubicBezTo>
                  <a:pt x="3161469" y="148244"/>
                  <a:pt x="3189671" y="183814"/>
                  <a:pt x="3209731" y="223935"/>
                </a:cubicBezTo>
                <a:cubicBezTo>
                  <a:pt x="3250130" y="304733"/>
                  <a:pt x="3242473" y="300547"/>
                  <a:pt x="3303037" y="373224"/>
                </a:cubicBezTo>
                <a:cubicBezTo>
                  <a:pt x="3314300" y="386740"/>
                  <a:pt x="3325272" y="401495"/>
                  <a:pt x="3340359" y="410547"/>
                </a:cubicBezTo>
                <a:cubicBezTo>
                  <a:pt x="3357226" y="420668"/>
                  <a:pt x="3377682" y="422988"/>
                  <a:pt x="3396343" y="429208"/>
                </a:cubicBezTo>
                <a:cubicBezTo>
                  <a:pt x="3427445" y="460310"/>
                  <a:pt x="3454461" y="496123"/>
                  <a:pt x="3489649" y="522514"/>
                </a:cubicBezTo>
                <a:cubicBezTo>
                  <a:pt x="3505386" y="534316"/>
                  <a:pt x="3527553" y="533426"/>
                  <a:pt x="3545633" y="541175"/>
                </a:cubicBezTo>
                <a:cubicBezTo>
                  <a:pt x="3774658" y="639329"/>
                  <a:pt x="3488841" y="522111"/>
                  <a:pt x="3676261" y="615820"/>
                </a:cubicBezTo>
                <a:cubicBezTo>
                  <a:pt x="3693855" y="624617"/>
                  <a:pt x="3714420" y="626163"/>
                  <a:pt x="3732245" y="634481"/>
                </a:cubicBezTo>
                <a:cubicBezTo>
                  <a:pt x="3807871" y="669773"/>
                  <a:pt x="3881535" y="709126"/>
                  <a:pt x="3956180" y="746449"/>
                </a:cubicBezTo>
                <a:cubicBezTo>
                  <a:pt x="3981062" y="758890"/>
                  <a:pt x="4004434" y="774974"/>
                  <a:pt x="4030825" y="783771"/>
                </a:cubicBezTo>
                <a:lnTo>
                  <a:pt x="4086808" y="802432"/>
                </a:lnTo>
                <a:cubicBezTo>
                  <a:pt x="4142792" y="845975"/>
                  <a:pt x="4204608" y="882911"/>
                  <a:pt x="4254759" y="933061"/>
                </a:cubicBezTo>
                <a:cubicBezTo>
                  <a:pt x="4267200" y="945502"/>
                  <a:pt x="4276345" y="962515"/>
                  <a:pt x="4292082" y="970383"/>
                </a:cubicBezTo>
                <a:cubicBezTo>
                  <a:pt x="4315022" y="981853"/>
                  <a:pt x="4341845" y="982824"/>
                  <a:pt x="4366727" y="989045"/>
                </a:cubicBezTo>
                <a:cubicBezTo>
                  <a:pt x="4397829" y="1007706"/>
                  <a:pt x="4430518" y="1023946"/>
                  <a:pt x="4460033" y="1045028"/>
                </a:cubicBezTo>
                <a:cubicBezTo>
                  <a:pt x="4474350" y="1055254"/>
                  <a:pt x="4482716" y="1072592"/>
                  <a:pt x="4497355" y="1082351"/>
                </a:cubicBezTo>
                <a:cubicBezTo>
                  <a:pt x="4520501" y="1097782"/>
                  <a:pt x="4548410" y="1104929"/>
                  <a:pt x="4572000" y="1119673"/>
                </a:cubicBezTo>
                <a:cubicBezTo>
                  <a:pt x="4598375" y="1136157"/>
                  <a:pt x="4619457" y="1160552"/>
                  <a:pt x="4646645" y="1175657"/>
                </a:cubicBezTo>
                <a:cubicBezTo>
                  <a:pt x="4675927" y="1191925"/>
                  <a:pt x="4709456" y="1199118"/>
                  <a:pt x="4739951" y="1212979"/>
                </a:cubicBezTo>
                <a:cubicBezTo>
                  <a:pt x="4777939" y="1230246"/>
                  <a:pt x="4814596" y="1250302"/>
                  <a:pt x="4851919" y="1268963"/>
                </a:cubicBezTo>
                <a:cubicBezTo>
                  <a:pt x="4870580" y="1287624"/>
                  <a:pt x="4881870" y="1320608"/>
                  <a:pt x="4907902" y="1324947"/>
                </a:cubicBezTo>
                <a:cubicBezTo>
                  <a:pt x="4963464" y="1334207"/>
                  <a:pt x="5022916" y="1325536"/>
                  <a:pt x="5075853" y="1306286"/>
                </a:cubicBezTo>
                <a:cubicBezTo>
                  <a:pt x="5096931" y="1298621"/>
                  <a:pt x="5097317" y="1266161"/>
                  <a:pt x="5113176" y="1250302"/>
                </a:cubicBezTo>
                <a:cubicBezTo>
                  <a:pt x="5135169" y="1228309"/>
                  <a:pt x="5165828" y="1216311"/>
                  <a:pt x="5187821" y="1194318"/>
                </a:cubicBezTo>
                <a:cubicBezTo>
                  <a:pt x="5272230" y="1109909"/>
                  <a:pt x="5172137" y="1156004"/>
                  <a:pt x="5281127" y="1119673"/>
                </a:cubicBezTo>
                <a:cubicBezTo>
                  <a:pt x="5293568" y="1101012"/>
                  <a:pt x="5304091" y="1080919"/>
                  <a:pt x="5318449" y="1063690"/>
                </a:cubicBezTo>
                <a:cubicBezTo>
                  <a:pt x="5380321" y="989443"/>
                  <a:pt x="5443114" y="962913"/>
                  <a:pt x="5523723" y="895739"/>
                </a:cubicBezTo>
                <a:cubicBezTo>
                  <a:pt x="5550755" y="873212"/>
                  <a:pt x="5567699" y="838345"/>
                  <a:pt x="5598368" y="821094"/>
                </a:cubicBezTo>
                <a:cubicBezTo>
                  <a:pt x="5909070" y="646324"/>
                  <a:pt x="5794812" y="704212"/>
                  <a:pt x="5934270" y="634481"/>
                </a:cubicBezTo>
              </a:path>
            </a:pathLst>
          </a:custGeom>
          <a:noFill/>
          <a:ln w="762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06585BCE-C713-C8D6-F53E-C00CBC3A327C}"/>
              </a:ext>
            </a:extLst>
          </p:cNvPr>
          <p:cNvCxnSpPr>
            <a:cxnSpLocks/>
          </p:cNvCxnSpPr>
          <p:nvPr/>
        </p:nvCxnSpPr>
        <p:spPr>
          <a:xfrm>
            <a:off x="11194814" y="5976225"/>
            <a:ext cx="830514" cy="717682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897A4193-00C7-0081-AB75-5EC9AE6AD6F2}"/>
              </a:ext>
            </a:extLst>
          </p:cNvPr>
          <p:cNvCxnSpPr>
            <a:cxnSpLocks/>
          </p:cNvCxnSpPr>
          <p:nvPr/>
        </p:nvCxnSpPr>
        <p:spPr>
          <a:xfrm flipH="1">
            <a:off x="6304166" y="5928726"/>
            <a:ext cx="550574" cy="908993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A243B14B-1CBF-43ED-BABA-577BA9CEDD87}"/>
              </a:ext>
            </a:extLst>
          </p:cNvPr>
          <p:cNvCxnSpPr>
            <a:cxnSpLocks/>
          </p:cNvCxnSpPr>
          <p:nvPr/>
        </p:nvCxnSpPr>
        <p:spPr>
          <a:xfrm flipH="1">
            <a:off x="4672113" y="4255692"/>
            <a:ext cx="1197414" cy="220630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7" name="Elipse 56">
            <a:extLst>
              <a:ext uri="{FF2B5EF4-FFF2-40B4-BE49-F238E27FC236}">
                <a16:creationId xmlns:a16="http://schemas.microsoft.com/office/drawing/2014/main" id="{5CCEFE02-83BB-AD83-4340-9F8119EACADC}"/>
              </a:ext>
            </a:extLst>
          </p:cNvPr>
          <p:cNvSpPr/>
          <p:nvPr/>
        </p:nvSpPr>
        <p:spPr>
          <a:xfrm>
            <a:off x="8970937" y="2535557"/>
            <a:ext cx="441259" cy="441259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76200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8" name="Elipse 57">
            <a:extLst>
              <a:ext uri="{FF2B5EF4-FFF2-40B4-BE49-F238E27FC236}">
                <a16:creationId xmlns:a16="http://schemas.microsoft.com/office/drawing/2014/main" id="{099D1B3E-0118-E2A8-B927-2999AE25E2F0}"/>
              </a:ext>
            </a:extLst>
          </p:cNvPr>
          <p:cNvSpPr/>
          <p:nvPr/>
        </p:nvSpPr>
        <p:spPr>
          <a:xfrm>
            <a:off x="6066009" y="4035063"/>
            <a:ext cx="441259" cy="441259"/>
          </a:xfrm>
          <a:prstGeom prst="ellipse">
            <a:avLst/>
          </a:prstGeom>
          <a:solidFill>
            <a:schemeClr val="accent6">
              <a:lumMod val="75000"/>
            </a:schemeClr>
          </a:solidFill>
          <a:ln w="76200"/>
          <a:scene3d>
            <a:camera prst="orthographicFront"/>
            <a:lightRig rig="threePt" dir="t"/>
          </a:scene3d>
          <a:sp3d>
            <a:bevelT/>
          </a:sp3d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89DB2801-9A7B-F19A-2B5E-04E6AE3926F0}"/>
              </a:ext>
            </a:extLst>
          </p:cNvPr>
          <p:cNvGrpSpPr/>
          <p:nvPr/>
        </p:nvGrpSpPr>
        <p:grpSpPr>
          <a:xfrm>
            <a:off x="2375786" y="3075694"/>
            <a:ext cx="2516667" cy="2940608"/>
            <a:chOff x="2375786" y="3075694"/>
            <a:chExt cx="2516667" cy="2940608"/>
          </a:xfrm>
        </p:grpSpPr>
        <p:sp>
          <p:nvSpPr>
            <p:cNvPr id="72" name="Freeform 28">
              <a:extLst>
                <a:ext uri="{FF2B5EF4-FFF2-40B4-BE49-F238E27FC236}">
                  <a16:creationId xmlns:a16="http://schemas.microsoft.com/office/drawing/2014/main" id="{144CC809-5FB5-6227-9F47-375D6335E33E}"/>
                </a:ext>
              </a:extLst>
            </p:cNvPr>
            <p:cNvSpPr/>
            <p:nvPr/>
          </p:nvSpPr>
          <p:spPr>
            <a:xfrm>
              <a:off x="2727731" y="3739826"/>
              <a:ext cx="2164722" cy="2276476"/>
            </a:xfrm>
            <a:custGeom>
              <a:avLst/>
              <a:gdLst/>
              <a:ahLst/>
              <a:cxnLst/>
              <a:rect l="l" t="t" r="r" b="b"/>
              <a:pathLst>
                <a:path w="3912801" h="4114800">
                  <a:moveTo>
                    <a:pt x="0" y="0"/>
                  </a:moveTo>
                  <a:lnTo>
                    <a:pt x="3912800" y="0"/>
                  </a:lnTo>
                  <a:lnTo>
                    <a:pt x="391280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CaixaDeTexto 76">
              <a:extLst>
                <a:ext uri="{FF2B5EF4-FFF2-40B4-BE49-F238E27FC236}">
                  <a16:creationId xmlns:a16="http://schemas.microsoft.com/office/drawing/2014/main" id="{58BD38EA-C976-1EB0-C51B-F5864542D2C1}"/>
                </a:ext>
              </a:extLst>
            </p:cNvPr>
            <p:cNvSpPr txBox="1"/>
            <p:nvPr/>
          </p:nvSpPr>
          <p:spPr>
            <a:xfrm>
              <a:off x="2375786" y="3075694"/>
              <a:ext cx="19884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600" dirty="0"/>
                <a:t>Notebook</a:t>
              </a:r>
            </a:p>
          </p:txBody>
        </p:sp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08E34437-D0BC-BFE2-0F58-DCAE04538B11}"/>
              </a:ext>
            </a:extLst>
          </p:cNvPr>
          <p:cNvGrpSpPr/>
          <p:nvPr/>
        </p:nvGrpSpPr>
        <p:grpSpPr>
          <a:xfrm>
            <a:off x="4070542" y="6915183"/>
            <a:ext cx="2535164" cy="3007728"/>
            <a:chOff x="4070542" y="6915183"/>
            <a:chExt cx="2535164" cy="3007728"/>
          </a:xfrm>
        </p:grpSpPr>
        <p:sp>
          <p:nvSpPr>
            <p:cNvPr id="74" name="Freeform 2">
              <a:extLst>
                <a:ext uri="{FF2B5EF4-FFF2-40B4-BE49-F238E27FC236}">
                  <a16:creationId xmlns:a16="http://schemas.microsoft.com/office/drawing/2014/main" id="{88E02846-12EE-EFD4-3415-3FAFE9CD3B0F}"/>
                </a:ext>
              </a:extLst>
            </p:cNvPr>
            <p:cNvSpPr/>
            <p:nvPr/>
          </p:nvSpPr>
          <p:spPr>
            <a:xfrm>
              <a:off x="4070542" y="6915183"/>
              <a:ext cx="2436726" cy="2321536"/>
            </a:xfrm>
            <a:custGeom>
              <a:avLst/>
              <a:gdLst/>
              <a:ahLst/>
              <a:cxnLst/>
              <a:rect l="l" t="t" r="r" b="b"/>
              <a:pathLst>
                <a:path w="4318969" h="4114800">
                  <a:moveTo>
                    <a:pt x="0" y="0"/>
                  </a:moveTo>
                  <a:lnTo>
                    <a:pt x="4318969" y="0"/>
                  </a:lnTo>
                  <a:lnTo>
                    <a:pt x="431896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CaixaDeTexto 77">
              <a:extLst>
                <a:ext uri="{FF2B5EF4-FFF2-40B4-BE49-F238E27FC236}">
                  <a16:creationId xmlns:a16="http://schemas.microsoft.com/office/drawing/2014/main" id="{D0787C01-8C43-0FAE-0D7E-7BE2C5E3ADB5}"/>
                </a:ext>
              </a:extLst>
            </p:cNvPr>
            <p:cNvSpPr txBox="1"/>
            <p:nvPr/>
          </p:nvSpPr>
          <p:spPr>
            <a:xfrm>
              <a:off x="4127142" y="9276580"/>
              <a:ext cx="24785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600" dirty="0"/>
                <a:t>Computador</a:t>
              </a:r>
            </a:p>
          </p:txBody>
        </p:sp>
      </p:grpSp>
      <p:grpSp>
        <p:nvGrpSpPr>
          <p:cNvPr id="91" name="Agrupar 90">
            <a:extLst>
              <a:ext uri="{FF2B5EF4-FFF2-40B4-BE49-F238E27FC236}">
                <a16:creationId xmlns:a16="http://schemas.microsoft.com/office/drawing/2014/main" id="{EE988F78-CFB7-9EA1-451A-C43F2EE96BD7}"/>
              </a:ext>
            </a:extLst>
          </p:cNvPr>
          <p:cNvGrpSpPr/>
          <p:nvPr/>
        </p:nvGrpSpPr>
        <p:grpSpPr>
          <a:xfrm>
            <a:off x="11621892" y="6837719"/>
            <a:ext cx="2008867" cy="2984778"/>
            <a:chOff x="11621892" y="6837719"/>
            <a:chExt cx="2008867" cy="2984778"/>
          </a:xfrm>
        </p:grpSpPr>
        <p:sp>
          <p:nvSpPr>
            <p:cNvPr id="75" name="Freeform 3">
              <a:extLst>
                <a:ext uri="{FF2B5EF4-FFF2-40B4-BE49-F238E27FC236}">
                  <a16:creationId xmlns:a16="http://schemas.microsoft.com/office/drawing/2014/main" id="{9E85B1D9-2026-7305-68E4-7613881E80FA}"/>
                </a:ext>
              </a:extLst>
            </p:cNvPr>
            <p:cNvSpPr/>
            <p:nvPr/>
          </p:nvSpPr>
          <p:spPr>
            <a:xfrm>
              <a:off x="11621892" y="6837719"/>
              <a:ext cx="1806051" cy="2321536"/>
            </a:xfrm>
            <a:custGeom>
              <a:avLst/>
              <a:gdLst/>
              <a:ahLst/>
              <a:cxnLst/>
              <a:rect l="l" t="t" r="r" b="b"/>
              <a:pathLst>
                <a:path w="3201130" h="4114800">
                  <a:moveTo>
                    <a:pt x="0" y="0"/>
                  </a:moveTo>
                  <a:lnTo>
                    <a:pt x="3201131" y="0"/>
                  </a:lnTo>
                  <a:lnTo>
                    <a:pt x="3201131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CaixaDeTexto 78">
              <a:extLst>
                <a:ext uri="{FF2B5EF4-FFF2-40B4-BE49-F238E27FC236}">
                  <a16:creationId xmlns:a16="http://schemas.microsoft.com/office/drawing/2014/main" id="{6DDB41B9-437A-9D3A-6B7D-C8C1847D8771}"/>
                </a:ext>
              </a:extLst>
            </p:cNvPr>
            <p:cNvSpPr txBox="1"/>
            <p:nvPr/>
          </p:nvSpPr>
          <p:spPr>
            <a:xfrm>
              <a:off x="11738894" y="9176166"/>
              <a:ext cx="18918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600" dirty="0"/>
                <a:t>Celulares</a:t>
              </a:r>
            </a:p>
          </p:txBody>
        </p:sp>
      </p:grp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3F6FBD6C-5BC1-6FBC-2B64-1C95AAE94AC2}"/>
              </a:ext>
            </a:extLst>
          </p:cNvPr>
          <p:cNvGrpSpPr/>
          <p:nvPr/>
        </p:nvGrpSpPr>
        <p:grpSpPr>
          <a:xfrm>
            <a:off x="12413887" y="1520246"/>
            <a:ext cx="1834983" cy="3037827"/>
            <a:chOff x="12413887" y="1520246"/>
            <a:chExt cx="1834983" cy="3037827"/>
          </a:xfrm>
        </p:grpSpPr>
        <p:sp>
          <p:nvSpPr>
            <p:cNvPr id="76" name="Freeform 9">
              <a:extLst>
                <a:ext uri="{FF2B5EF4-FFF2-40B4-BE49-F238E27FC236}">
                  <a16:creationId xmlns:a16="http://schemas.microsoft.com/office/drawing/2014/main" id="{C33857A7-65CD-6AE3-D15A-3C67B213CA24}"/>
                </a:ext>
              </a:extLst>
            </p:cNvPr>
            <p:cNvSpPr/>
            <p:nvPr/>
          </p:nvSpPr>
          <p:spPr>
            <a:xfrm>
              <a:off x="12470770" y="2340488"/>
              <a:ext cx="1778100" cy="2217585"/>
            </a:xfrm>
            <a:custGeom>
              <a:avLst/>
              <a:gdLst/>
              <a:ahLst/>
              <a:cxnLst/>
              <a:rect l="l" t="t" r="r" b="b"/>
              <a:pathLst>
                <a:path w="3299321" h="4114800">
                  <a:moveTo>
                    <a:pt x="0" y="0"/>
                  </a:moveTo>
                  <a:lnTo>
                    <a:pt x="3299321" y="0"/>
                  </a:lnTo>
                  <a:lnTo>
                    <a:pt x="3299321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80" name="CaixaDeTexto 79">
              <a:extLst>
                <a:ext uri="{FF2B5EF4-FFF2-40B4-BE49-F238E27FC236}">
                  <a16:creationId xmlns:a16="http://schemas.microsoft.com/office/drawing/2014/main" id="{0726E57C-6985-DD3E-0150-2B434DFD0F76}"/>
                </a:ext>
              </a:extLst>
            </p:cNvPr>
            <p:cNvSpPr txBox="1"/>
            <p:nvPr/>
          </p:nvSpPr>
          <p:spPr>
            <a:xfrm>
              <a:off x="12413887" y="1520246"/>
              <a:ext cx="176125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600" dirty="0"/>
                <a:t>Servidor</a:t>
              </a:r>
            </a:p>
          </p:txBody>
        </p:sp>
      </p:grpSp>
      <p:grpSp>
        <p:nvGrpSpPr>
          <p:cNvPr id="96" name="Agrupar 95">
            <a:extLst>
              <a:ext uri="{FF2B5EF4-FFF2-40B4-BE49-F238E27FC236}">
                <a16:creationId xmlns:a16="http://schemas.microsoft.com/office/drawing/2014/main" id="{52F13CC1-38A8-136C-1CB6-68DD5E0AE6D7}"/>
              </a:ext>
            </a:extLst>
          </p:cNvPr>
          <p:cNvGrpSpPr/>
          <p:nvPr/>
        </p:nvGrpSpPr>
        <p:grpSpPr>
          <a:xfrm>
            <a:off x="14229908" y="2178159"/>
            <a:ext cx="2180739" cy="991844"/>
            <a:chOff x="14229908" y="2178159"/>
            <a:chExt cx="2180739" cy="991844"/>
          </a:xfrm>
        </p:grpSpPr>
        <p:pic>
          <p:nvPicPr>
            <p:cNvPr id="1030" name="Picture 6" descr="HTML Content">
              <a:extLst>
                <a:ext uri="{FF2B5EF4-FFF2-40B4-BE49-F238E27FC236}">
                  <a16:creationId xmlns:a16="http://schemas.microsoft.com/office/drawing/2014/main" id="{CD9D5A0F-C3F4-BECD-5F85-844D6F72F7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9908" y="2178159"/>
              <a:ext cx="991844" cy="991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5" name="CaixaDeTexto 84">
              <a:extLst>
                <a:ext uri="{FF2B5EF4-FFF2-40B4-BE49-F238E27FC236}">
                  <a16:creationId xmlns:a16="http://schemas.microsoft.com/office/drawing/2014/main" id="{9DE47F52-3F94-6479-DB43-66F17060E2B2}"/>
                </a:ext>
              </a:extLst>
            </p:cNvPr>
            <p:cNvSpPr txBox="1"/>
            <p:nvPr/>
          </p:nvSpPr>
          <p:spPr>
            <a:xfrm>
              <a:off x="15123115" y="2329141"/>
              <a:ext cx="128753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HTML</a:t>
              </a:r>
            </a:p>
          </p:txBody>
        </p:sp>
      </p:grpSp>
      <p:grpSp>
        <p:nvGrpSpPr>
          <p:cNvPr id="97" name="Agrupar 96">
            <a:extLst>
              <a:ext uri="{FF2B5EF4-FFF2-40B4-BE49-F238E27FC236}">
                <a16:creationId xmlns:a16="http://schemas.microsoft.com/office/drawing/2014/main" id="{924235F3-5B27-E9A0-7198-EB50733624CE}"/>
              </a:ext>
            </a:extLst>
          </p:cNvPr>
          <p:cNvGrpSpPr/>
          <p:nvPr/>
        </p:nvGrpSpPr>
        <p:grpSpPr>
          <a:xfrm>
            <a:off x="14394457" y="3159597"/>
            <a:ext cx="1641087" cy="755606"/>
            <a:chOff x="14394457" y="3159597"/>
            <a:chExt cx="1641087" cy="755606"/>
          </a:xfrm>
        </p:grpSpPr>
        <p:pic>
          <p:nvPicPr>
            <p:cNvPr id="1028" name="Picture 4" descr="What is CSS in Web Development">
              <a:extLst>
                <a:ext uri="{FF2B5EF4-FFF2-40B4-BE49-F238E27FC236}">
                  <a16:creationId xmlns:a16="http://schemas.microsoft.com/office/drawing/2014/main" id="{8C21D10F-A19D-771E-EE91-D07B64485F0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9" t="17407" r="26388"/>
            <a:stretch/>
          </p:blipFill>
          <p:spPr bwMode="auto">
            <a:xfrm>
              <a:off x="14394457" y="3170003"/>
              <a:ext cx="681708" cy="74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6" name="CaixaDeTexto 85">
              <a:extLst>
                <a:ext uri="{FF2B5EF4-FFF2-40B4-BE49-F238E27FC236}">
                  <a16:creationId xmlns:a16="http://schemas.microsoft.com/office/drawing/2014/main" id="{DA98F5A7-55C9-CE1C-20E6-4F6971052F66}"/>
                </a:ext>
              </a:extLst>
            </p:cNvPr>
            <p:cNvSpPr txBox="1"/>
            <p:nvPr/>
          </p:nvSpPr>
          <p:spPr>
            <a:xfrm>
              <a:off x="15123115" y="3159597"/>
              <a:ext cx="9124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CSS</a:t>
              </a:r>
            </a:p>
          </p:txBody>
        </p:sp>
      </p:grpSp>
      <p:grpSp>
        <p:nvGrpSpPr>
          <p:cNvPr id="98" name="Agrupar 97">
            <a:extLst>
              <a:ext uri="{FF2B5EF4-FFF2-40B4-BE49-F238E27FC236}">
                <a16:creationId xmlns:a16="http://schemas.microsoft.com/office/drawing/2014/main" id="{5FD2BA1E-07FC-60AE-8B96-13F39CD7856B}"/>
              </a:ext>
            </a:extLst>
          </p:cNvPr>
          <p:cNvGrpSpPr/>
          <p:nvPr/>
        </p:nvGrpSpPr>
        <p:grpSpPr>
          <a:xfrm>
            <a:off x="14423482" y="4007703"/>
            <a:ext cx="1613666" cy="830997"/>
            <a:chOff x="14423482" y="4007703"/>
            <a:chExt cx="1613666" cy="830997"/>
          </a:xfrm>
        </p:grpSpPr>
        <p:pic>
          <p:nvPicPr>
            <p:cNvPr id="1026" name="Picture 2" descr="Курси Front End Developer в Києві ᐈ Онлайн курс Фронтенд Розробник з ...">
              <a:extLst>
                <a:ext uri="{FF2B5EF4-FFF2-40B4-BE49-F238E27FC236}">
                  <a16:creationId xmlns:a16="http://schemas.microsoft.com/office/drawing/2014/main" id="{2D2AA773-A04F-6873-C573-1B0047662E9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23482" y="4093500"/>
              <a:ext cx="652683" cy="74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8" name="CaixaDeTexto 87">
              <a:extLst>
                <a:ext uri="{FF2B5EF4-FFF2-40B4-BE49-F238E27FC236}">
                  <a16:creationId xmlns:a16="http://schemas.microsoft.com/office/drawing/2014/main" id="{6DE2BED5-7645-C694-7BEE-BA9B223AA6E1}"/>
                </a:ext>
              </a:extLst>
            </p:cNvPr>
            <p:cNvSpPr txBox="1"/>
            <p:nvPr/>
          </p:nvSpPr>
          <p:spPr>
            <a:xfrm>
              <a:off x="15123115" y="4007703"/>
              <a:ext cx="91403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Java</a:t>
              </a:r>
            </a:p>
            <a:p>
              <a:r>
                <a:rPr lang="pt-BR" sz="24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Scritp</a:t>
              </a:r>
              <a:endParaRPr lang="pt-BR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  <p:sp>
        <p:nvSpPr>
          <p:cNvPr id="92" name="Explosão: 14 Pontos 91">
            <a:extLst>
              <a:ext uri="{FF2B5EF4-FFF2-40B4-BE49-F238E27FC236}">
                <a16:creationId xmlns:a16="http://schemas.microsoft.com/office/drawing/2014/main" id="{FB987E19-ED2A-79C8-5259-CAC03B82B0EB}"/>
              </a:ext>
            </a:extLst>
          </p:cNvPr>
          <p:cNvSpPr/>
          <p:nvPr/>
        </p:nvSpPr>
        <p:spPr>
          <a:xfrm rot="17677806">
            <a:off x="7852009" y="3805927"/>
            <a:ext cx="553891" cy="811447"/>
          </a:xfrm>
          <a:prstGeom prst="irregularSeal2">
            <a:avLst/>
          </a:prstGeom>
          <a:ln w="38100">
            <a:solidFill>
              <a:srgbClr val="FFFF0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9DA28F05-7A4E-5388-E8B9-8234C6DDF1D1}"/>
              </a:ext>
            </a:extLst>
          </p:cNvPr>
          <p:cNvSpPr txBox="1"/>
          <p:nvPr/>
        </p:nvSpPr>
        <p:spPr>
          <a:xfrm>
            <a:off x="1366006" y="1898254"/>
            <a:ext cx="34004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URL:</a:t>
            </a:r>
          </a:p>
          <a:p>
            <a:r>
              <a:rPr lang="pt-B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www.instagram.com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49656C58-B55C-00E2-BB4F-B4B5EB341C7B}"/>
              </a:ext>
            </a:extLst>
          </p:cNvPr>
          <p:cNvSpPr txBox="1"/>
          <p:nvPr/>
        </p:nvSpPr>
        <p:spPr>
          <a:xfrm>
            <a:off x="14426341" y="1436653"/>
            <a:ext cx="872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/>
            </a:lvl1pPr>
          </a:lstStyle>
          <a:p>
            <a:r>
              <a:rPr lang="pt-BR" dirty="0"/>
              <a:t>Site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BD2F935-273C-772F-408A-F2FDF5100711}"/>
              </a:ext>
            </a:extLst>
          </p:cNvPr>
          <p:cNvSpPr/>
          <p:nvPr/>
        </p:nvSpPr>
        <p:spPr>
          <a:xfrm>
            <a:off x="7924800" y="7886700"/>
            <a:ext cx="2819400" cy="6900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/>
              <a:t>CLIENTES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C36C0CFD-C305-F927-889D-C64C71BA5EDD}"/>
              </a:ext>
            </a:extLst>
          </p:cNvPr>
          <p:cNvGrpSpPr/>
          <p:nvPr/>
        </p:nvGrpSpPr>
        <p:grpSpPr>
          <a:xfrm>
            <a:off x="4415812" y="5816234"/>
            <a:ext cx="7053680" cy="3783512"/>
            <a:chOff x="4415812" y="5816234"/>
            <a:chExt cx="7053680" cy="3783512"/>
          </a:xfrm>
        </p:grpSpPr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67F7BCF0-BAC0-D0A0-6FE1-DD34465E03E2}"/>
                </a:ext>
              </a:extLst>
            </p:cNvPr>
            <p:cNvCxnSpPr>
              <a:stCxn id="78" idx="3"/>
              <a:endCxn id="4" idx="2"/>
            </p:cNvCxnSpPr>
            <p:nvPr/>
          </p:nvCxnSpPr>
          <p:spPr>
            <a:xfrm flipV="1">
              <a:off x="6605706" y="8576745"/>
              <a:ext cx="2728794" cy="1023001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CDF504DE-EA93-B941-7EE3-DE798D85FD5C}"/>
                </a:ext>
              </a:extLst>
            </p:cNvPr>
            <p:cNvCxnSpPr>
              <a:cxnSpLocks/>
              <a:endCxn id="4" idx="2"/>
            </p:cNvCxnSpPr>
            <p:nvPr/>
          </p:nvCxnSpPr>
          <p:spPr>
            <a:xfrm flipH="1" flipV="1">
              <a:off x="9334500" y="8576745"/>
              <a:ext cx="2134992" cy="469982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BC823F15-4637-50C8-85A2-B34D026103E9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>
              <a:off x="4415812" y="5816234"/>
              <a:ext cx="4918688" cy="207046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FD440417-46C1-F2A9-4940-B7B30811D40C}"/>
              </a:ext>
            </a:extLst>
          </p:cNvPr>
          <p:cNvGrpSpPr/>
          <p:nvPr/>
        </p:nvGrpSpPr>
        <p:grpSpPr>
          <a:xfrm>
            <a:off x="1985000" y="4211650"/>
            <a:ext cx="611218" cy="1490525"/>
            <a:chOff x="1259618" y="3970178"/>
            <a:chExt cx="991844" cy="2418724"/>
          </a:xfrm>
        </p:grpSpPr>
        <p:pic>
          <p:nvPicPr>
            <p:cNvPr id="14" name="Picture 6" descr="HTML Content">
              <a:extLst>
                <a:ext uri="{FF2B5EF4-FFF2-40B4-BE49-F238E27FC236}">
                  <a16:creationId xmlns:a16="http://schemas.microsoft.com/office/drawing/2014/main" id="{1281E4FF-DA1E-5EA8-BF75-4D0F4AA394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9618" y="3970178"/>
              <a:ext cx="991844" cy="991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What is CSS in Web Development">
              <a:extLst>
                <a:ext uri="{FF2B5EF4-FFF2-40B4-BE49-F238E27FC236}">
                  <a16:creationId xmlns:a16="http://schemas.microsoft.com/office/drawing/2014/main" id="{D8328DEC-2BA6-E386-9398-39E86AB243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9" t="17407" r="26388"/>
            <a:stretch/>
          </p:blipFill>
          <p:spPr bwMode="auto">
            <a:xfrm>
              <a:off x="1409803" y="4878064"/>
              <a:ext cx="681708" cy="74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Курси Front End Developer в Києві ᐈ Онлайн курс Фронтенд Розробник з ...">
              <a:extLst>
                <a:ext uri="{FF2B5EF4-FFF2-40B4-BE49-F238E27FC236}">
                  <a16:creationId xmlns:a16="http://schemas.microsoft.com/office/drawing/2014/main" id="{440879CF-1643-D6BE-6608-7C071D57EC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8547" y="5643702"/>
              <a:ext cx="652683" cy="74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8B30F08-0C92-68A3-A56A-1EE2F6315B0F}"/>
              </a:ext>
            </a:extLst>
          </p:cNvPr>
          <p:cNvGrpSpPr/>
          <p:nvPr/>
        </p:nvGrpSpPr>
        <p:grpSpPr>
          <a:xfrm>
            <a:off x="3459324" y="7556202"/>
            <a:ext cx="611218" cy="1490525"/>
            <a:chOff x="1259618" y="3970178"/>
            <a:chExt cx="991844" cy="2418724"/>
          </a:xfrm>
        </p:grpSpPr>
        <p:pic>
          <p:nvPicPr>
            <p:cNvPr id="19" name="Picture 6" descr="HTML Content">
              <a:extLst>
                <a:ext uri="{FF2B5EF4-FFF2-40B4-BE49-F238E27FC236}">
                  <a16:creationId xmlns:a16="http://schemas.microsoft.com/office/drawing/2014/main" id="{98D59858-F01D-3BBE-D273-AACF5E05A9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9618" y="3970178"/>
              <a:ext cx="991844" cy="991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 descr="What is CSS in Web Development">
              <a:extLst>
                <a:ext uri="{FF2B5EF4-FFF2-40B4-BE49-F238E27FC236}">
                  <a16:creationId xmlns:a16="http://schemas.microsoft.com/office/drawing/2014/main" id="{A6C109DE-F019-7B91-F70E-362A276CBF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9" t="17407" r="26388"/>
            <a:stretch/>
          </p:blipFill>
          <p:spPr bwMode="auto">
            <a:xfrm>
              <a:off x="1409803" y="4878064"/>
              <a:ext cx="681708" cy="74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" descr="Курси Front End Developer в Києві ᐈ Онлайн курс Фронтенд Розробник з ...">
              <a:extLst>
                <a:ext uri="{FF2B5EF4-FFF2-40B4-BE49-F238E27FC236}">
                  <a16:creationId xmlns:a16="http://schemas.microsoft.com/office/drawing/2014/main" id="{D3D40F17-AB92-A312-F894-E73811596A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8547" y="5643702"/>
              <a:ext cx="652683" cy="74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FD668C4C-7703-B8B0-7811-75E878CDD380}"/>
              </a:ext>
            </a:extLst>
          </p:cNvPr>
          <p:cNvGrpSpPr/>
          <p:nvPr/>
        </p:nvGrpSpPr>
        <p:grpSpPr>
          <a:xfrm>
            <a:off x="13325150" y="7486459"/>
            <a:ext cx="611218" cy="1490525"/>
            <a:chOff x="1259618" y="3970178"/>
            <a:chExt cx="991844" cy="2418724"/>
          </a:xfrm>
        </p:grpSpPr>
        <p:pic>
          <p:nvPicPr>
            <p:cNvPr id="23" name="Picture 6" descr="HTML Content">
              <a:extLst>
                <a:ext uri="{FF2B5EF4-FFF2-40B4-BE49-F238E27FC236}">
                  <a16:creationId xmlns:a16="http://schemas.microsoft.com/office/drawing/2014/main" id="{0D7E7E43-1586-8CD4-F9C8-AE4964E489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9618" y="3970178"/>
              <a:ext cx="991844" cy="991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4" descr="What is CSS in Web Development">
              <a:extLst>
                <a:ext uri="{FF2B5EF4-FFF2-40B4-BE49-F238E27FC236}">
                  <a16:creationId xmlns:a16="http://schemas.microsoft.com/office/drawing/2014/main" id="{7481250A-6507-379C-9965-E36592DDDC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9" t="17407" r="26388"/>
            <a:stretch/>
          </p:blipFill>
          <p:spPr bwMode="auto">
            <a:xfrm>
              <a:off x="1409803" y="4878064"/>
              <a:ext cx="681708" cy="74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Курси Front End Developer в Києві ᐈ Онлайн курс Фронтенд Розробник з ...">
              <a:extLst>
                <a:ext uri="{FF2B5EF4-FFF2-40B4-BE49-F238E27FC236}">
                  <a16:creationId xmlns:a16="http://schemas.microsoft.com/office/drawing/2014/main" id="{42A29DC5-66CE-7113-933C-4619CE37CD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8547" y="5643702"/>
              <a:ext cx="652683" cy="74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9FBB020-DCA2-4E8E-240C-3188EC7D04BC}"/>
              </a:ext>
            </a:extLst>
          </p:cNvPr>
          <p:cNvSpPr txBox="1"/>
          <p:nvPr/>
        </p:nvSpPr>
        <p:spPr>
          <a:xfrm>
            <a:off x="15185985" y="1450725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/>
            </a:lvl1pPr>
          </a:lstStyle>
          <a:p>
            <a:r>
              <a:rPr lang="pt-BR" dirty="0"/>
              <a:t>Estático*</a:t>
            </a:r>
          </a:p>
        </p:txBody>
      </p:sp>
      <p:sp>
        <p:nvSpPr>
          <p:cNvPr id="28" name="Rolagem: Horizontal 27">
            <a:extLst>
              <a:ext uri="{FF2B5EF4-FFF2-40B4-BE49-F238E27FC236}">
                <a16:creationId xmlns:a16="http://schemas.microsoft.com/office/drawing/2014/main" id="{368A57EF-0D54-643E-5C37-04587875FF59}"/>
              </a:ext>
            </a:extLst>
          </p:cNvPr>
          <p:cNvSpPr/>
          <p:nvPr/>
        </p:nvSpPr>
        <p:spPr>
          <a:xfrm>
            <a:off x="7769820" y="4197360"/>
            <a:ext cx="9194537" cy="5181072"/>
          </a:xfrm>
          <a:prstGeom prst="horizontalScroll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/>
              <a:t>Um site “Estático” fornece as mesmas informações a qualquer cliente que acessar o servidor. Basicamente um site estático é composto por:</a:t>
            </a:r>
          </a:p>
          <a:p>
            <a:pPr algn="ctr"/>
            <a:r>
              <a:rPr lang="pt-BR" sz="3200" dirty="0"/>
              <a:t>HTML</a:t>
            </a:r>
          </a:p>
          <a:p>
            <a:pPr algn="ctr"/>
            <a:r>
              <a:rPr lang="pt-BR" sz="3200" dirty="0"/>
              <a:t>CSS</a:t>
            </a:r>
          </a:p>
          <a:p>
            <a:pPr algn="ctr"/>
            <a:r>
              <a:rPr lang="pt-BR" sz="3200" dirty="0"/>
              <a:t>Java Script</a:t>
            </a:r>
          </a:p>
          <a:p>
            <a:pPr algn="ctr"/>
            <a:r>
              <a:rPr lang="pt-BR" sz="3200" dirty="0"/>
              <a:t>- Tentem fazer o desenho -</a:t>
            </a:r>
          </a:p>
        </p:txBody>
      </p:sp>
    </p:spTree>
    <p:extLst>
      <p:ext uri="{BB962C8B-B14F-4D97-AF65-F5344CB8AC3E}">
        <p14:creationId xmlns:p14="http://schemas.microsoft.com/office/powerpoint/2010/main" val="824379047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087 0.00108 L 0.00087 0.00124 C 0.00391 0.00402 0.00694 0.00695 0.00998 0.01003 C 0.01111 0.01127 0.01198 0.01281 0.01311 0.01374 C 0.01406 0.01466 0.0151 0.01513 0.01615 0.01559 C 0.01918 0.01682 0.02231 0.01775 0.02535 0.01914 C 0.02639 0.0196 0.02734 0.02068 0.02839 0.02099 C 0.03247 0.02238 0.03663 0.02284 0.04062 0.02454 C 0.04201 0.02516 0.04332 0.02593 0.0447 0.02639 C 0.04644 0.02716 0.04818 0.02747 0.04983 0.02824 C 0.05373 0.02994 0.05469 0.0321 0.05903 0.0355 C 0.06085 0.03704 0.06432 0.03828 0.06615 0.0392 C 0.07266 0.03797 0.07934 0.03889 0.08559 0.0355 C 0.08689 0.03473 0.08594 0.0304 0.08655 0.02824 C 0.08698 0.0267 0.08785 0.02562 0.08863 0.02454 C 0.09054 0.02192 0.09514 0.01744 0.09679 0.01559 C 0.09818 0.01389 0.09948 0.01189 0.10087 0.01003 C 0.10668 -0.00555 0.09896 0.01281 0.10599 0.00278 C 0.10694 0.00155 0.1072 -0.00092 0.10799 -0.00262 C 0.10964 -0.00586 0.11181 -0.00818 0.11311 -0.01172 C 0.1138 -0.01342 0.11432 -0.01543 0.11519 -0.01713 C 0.1171 -0.02098 0.11927 -0.02438 0.12127 -0.02793 L 0.12335 -0.03163 C 0.1237 -0.03348 0.12387 -0.03534 0.12431 -0.03703 C 0.12517 -0.03997 0.12691 -0.04413 0.12839 -0.04614 C 0.13038 -0.04876 0.13455 -0.05339 0.13455 -0.05324 C 0.13637 -0.06296 0.13437 -0.05524 0.13863 -0.06419 C 0.14505 -0.07793 0.13681 -0.06281 0.14271 -0.0733 C 0.14306 -0.07577 0.14349 -0.07808 0.14375 -0.08055 C 0.14418 -0.08426 0.14436 -0.08781 0.14479 -0.09151 C 0.14531 -0.09629 0.14609 -0.10108 0.14679 -0.10601 C 0.14714 -0.10833 0.14809 -0.11605 0.14887 -0.11867 C 0.15182 -0.12916 0.15026 -0.11867 0.15295 -0.13132 C 0.15339 -0.13364 0.15312 -0.13657 0.15391 -0.13858 C 0.1546 -0.14043 0.15599 -0.14089 0.15703 -0.14228 C 0.15738 -0.14274 0.15773 -0.14351 0.15807 -0.14398 " pathEditMode="relative" rAng="0" ptsTypes="AAAAAAAAAAAAAAAAAAAAAAAAAAAAAAAAAAAA">
                                      <p:cBhvr>
                                        <p:cTn id="59" dur="2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856" y="-53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3000"/>
                            </p:stCondLst>
                            <p:childTnLst>
                              <p:par>
                                <p:cTn id="61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3500"/>
                            </p:stCondLst>
                            <p:childTnLst>
                              <p:par>
                                <p:cTn id="6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4000"/>
                            </p:stCondLst>
                            <p:childTnLst>
                              <p:par>
                                <p:cTn id="6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21 -0.0054 L 0.00121 -0.00524 C -0.00018 -3.45679E-6 -0.00174 0.00525 -0.00296 0.01081 C -0.00339 0.01312 -0.00313 0.01605 -0.00391 0.01806 C -0.00461 0.01991 -0.00608 0.02037 -0.00704 0.02176 C -0.00842 0.02392 -0.01112 0.02902 -0.01112 0.02917 C -0.01389 0.04398 -0.00921 0.02037 -0.01615 0.04537 C -0.01684 0.04769 -0.01763 0.05016 -0.01823 0.05263 C -0.01867 0.05432 -0.01867 0.05648 -0.01928 0.05803 C -0.02006 0.06019 -0.02127 0.06173 -0.02231 0.06343 C -0.02266 0.06574 -0.02362 0.07361 -0.02431 0.07624 C -0.02526 0.07932 -0.02648 0.0821 -0.02744 0.08519 C -0.02813 0.08766 -0.02848 0.09044 -0.02943 0.09244 C -0.03021 0.09414 -0.03151 0.09491 -0.03247 0.09615 C -0.04193 0.12408 -0.02926 0.08905 -0.03967 0.11065 C -0.04063 0.11266 -0.04072 0.1159 -0.04167 0.1179 C -0.04254 0.1196 -0.0474 0.12531 -0.04888 0.12701 C -0.04914 0.12886 -0.04922 0.13087 -0.04983 0.13241 C -0.05096 0.13519 -0.05261 0.13735 -0.05391 0.13966 C -0.05461 0.1409 -0.05539 0.14198 -0.05599 0.14337 C -0.05825 0.14861 -0.05929 0.15186 -0.06207 0.15602 C -0.06303 0.15741 -0.06433 0.15818 -0.0652 0.15973 C -0.06641 0.16173 -0.06693 0.16497 -0.06823 0.16698 C -0.06936 0.16868 -0.07101 0.16914 -0.07231 0.17053 C -0.0744 0.17284 -0.07665 0.17485 -0.07848 0.17778 C -0.08039 0.18102 -0.08186 0.18503 -0.08351 0.18874 C -0.08429 0.19044 -0.08455 0.1929 -0.08559 0.19414 C -0.08742 0.19615 -0.09167 0.19784 -0.09167 0.198 C -0.09341 0.19723 -0.09514 0.19707 -0.09679 0.19599 C -0.09792 0.19522 -0.09879 0.19337 -0.09983 0.19229 C -0.10122 0.19105 -0.10261 0.18997 -0.10391 0.18874 C -0.10504 0.18766 -0.10582 0.18581 -0.10704 0.18503 C -0.1086 0.18395 -0.11042 0.1838 -0.11207 0.18318 C -0.11459 0.18102 -0.11658 0.17886 -0.11928 0.17778 C -0.12127 0.17701 -0.12336 0.1767 -0.12535 0.17593 C -0.13559 0.17269 -0.125 0.17531 -0.13967 0.17238 C -0.14219 0.17007 -0.14462 0.16837 -0.14679 0.16513 C -0.14792 0.16343 -0.14879 0.16127 -0.14983 0.15973 C -0.15113 0.15772 -0.15261 0.15602 -0.15391 0.15417 C -0.15495 0.15294 -0.15617 0.15216 -0.15704 0.15062 C -0.15756 0.14969 -0.15773 0.14815 -0.15799 0.14692 " pathEditMode="relative" rAng="0" ptsTypes="AAAAAAAAAAAAAAAAAAAAAAAAAAAAAAAAAAAAAAAAA">
                                      <p:cBhvr>
                                        <p:cTn id="70" dur="2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960" y="1017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6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6000"/>
                            </p:stCondLst>
                            <p:childTnLst>
                              <p:par>
                                <p:cTn id="75" presetID="10" presetClass="exit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6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7000"/>
                            </p:stCondLst>
                            <p:childTnLst>
                              <p:par>
                                <p:cTn id="83" presetID="21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85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5" dur="10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6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1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>
                            <p:stCondLst>
                              <p:cond delay="1000"/>
                            </p:stCondLst>
                            <p:childTnLst>
                              <p:par>
                                <p:cTn id="99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2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3" dur="1000" fill="hold"/>
                                        <p:tgtEl>
                                          <p:spTgt spid="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10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8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9" dur="10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1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5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10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1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1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10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2000"/>
                            </p:stCondLst>
                            <p:childTnLst>
                              <p:par>
                                <p:cTn id="12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10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7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8" dur="1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3000"/>
                            </p:stCondLst>
                            <p:childTnLst>
                              <p:par>
                                <p:cTn id="130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>
                            <p:stCondLst>
                              <p:cond delay="3500"/>
                            </p:stCondLst>
                            <p:childTnLst>
                              <p:par>
                                <p:cTn id="136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>
                            <p:stCondLst>
                              <p:cond delay="4000"/>
                            </p:stCondLst>
                            <p:childTnLst>
                              <p:par>
                                <p:cTn id="14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5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1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2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3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4" fill="hold">
                      <p:stCondLst>
                        <p:cond delay="indefinite"/>
                      </p:stCondLst>
                      <p:childTnLst>
                        <p:par>
                          <p:cTn id="155" fill="hold">
                            <p:stCondLst>
                              <p:cond delay="0"/>
                            </p:stCondLst>
                            <p:childTnLst>
                              <p:par>
                                <p:cTn id="156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53" grpId="0" animBg="1"/>
      <p:bldP spid="57" grpId="0" animBg="1"/>
      <p:bldP spid="57" grpId="1" animBg="1"/>
      <p:bldP spid="57" grpId="2" animBg="1"/>
      <p:bldP spid="58" grpId="0" animBg="1"/>
      <p:bldP spid="58" grpId="1" animBg="1"/>
      <p:bldP spid="58" grpId="2" animBg="1"/>
      <p:bldP spid="92" grpId="0" animBg="1"/>
      <p:bldP spid="94" grpId="0"/>
      <p:bldP spid="95" grpId="0"/>
      <p:bldP spid="4" grpId="0" animBg="1"/>
      <p:bldP spid="27" grpId="0"/>
      <p:bldP spid="2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Agrupar 1">
            <a:extLst>
              <a:ext uri="{FF2B5EF4-FFF2-40B4-BE49-F238E27FC236}">
                <a16:creationId xmlns:a16="http://schemas.microsoft.com/office/drawing/2014/main" id="{9E0B32CE-205D-657D-7EC6-F4E853EB347A}"/>
              </a:ext>
            </a:extLst>
          </p:cNvPr>
          <p:cNvGrpSpPr/>
          <p:nvPr/>
        </p:nvGrpSpPr>
        <p:grpSpPr>
          <a:xfrm>
            <a:off x="7924800" y="571500"/>
            <a:ext cx="3114251" cy="2059795"/>
            <a:chOff x="11444914" y="-770085"/>
            <a:chExt cx="4051855" cy="2679936"/>
          </a:xfrm>
        </p:grpSpPr>
        <p:pic>
          <p:nvPicPr>
            <p:cNvPr id="3" name="Imagem 2">
              <a:extLst>
                <a:ext uri="{FF2B5EF4-FFF2-40B4-BE49-F238E27FC236}">
                  <a16:creationId xmlns:a16="http://schemas.microsoft.com/office/drawing/2014/main" id="{8ED7AC19-4F2A-9EC2-F947-34AAB25332E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backgroundRemoval t="10000" b="90000" l="10000" r="90000"/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2344400" y="100035"/>
              <a:ext cx="1497330" cy="1809816"/>
            </a:xfrm>
            <a:prstGeom prst="rect">
              <a:avLst/>
            </a:prstGeom>
          </p:spPr>
        </p:pic>
        <p:sp>
          <p:nvSpPr>
            <p:cNvPr id="31" name="TextBox 17">
              <a:extLst>
                <a:ext uri="{FF2B5EF4-FFF2-40B4-BE49-F238E27FC236}">
                  <a16:creationId xmlns:a16="http://schemas.microsoft.com/office/drawing/2014/main" id="{E5420FD2-FBC0-BC49-5D47-0BB31F32EC0A}"/>
                </a:ext>
              </a:extLst>
            </p:cNvPr>
            <p:cNvSpPr txBox="1"/>
            <p:nvPr/>
          </p:nvSpPr>
          <p:spPr>
            <a:xfrm>
              <a:off x="11444914" y="-770085"/>
              <a:ext cx="4051855" cy="1001096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3200" dirty="0" err="1">
                  <a:solidFill>
                    <a:srgbClr val="0E073F"/>
                  </a:solidFill>
                  <a:latin typeface="Agrandir Bold"/>
                </a:rPr>
                <a:t>Servidor</a:t>
              </a:r>
              <a:r>
                <a:rPr lang="en-US" sz="3200" dirty="0">
                  <a:solidFill>
                    <a:srgbClr val="0E073F"/>
                  </a:solidFill>
                  <a:latin typeface="Agrandir Bold"/>
                </a:rPr>
                <a:t> DNS</a:t>
              </a:r>
            </a:p>
            <a:p>
              <a:r>
                <a:rPr lang="en-US" dirty="0">
                  <a:solidFill>
                    <a:srgbClr val="0E073F"/>
                  </a:solidFill>
                  <a:latin typeface="Agrandir Bold"/>
                </a:rPr>
                <a:t>Domain Name System</a:t>
              </a:r>
            </a:p>
          </p:txBody>
        </p:sp>
      </p:grpSp>
      <p:sp>
        <p:nvSpPr>
          <p:cNvPr id="36" name="TextBox 14">
            <a:extLst>
              <a:ext uri="{FF2B5EF4-FFF2-40B4-BE49-F238E27FC236}">
                <a16:creationId xmlns:a16="http://schemas.microsoft.com/office/drawing/2014/main" id="{EBC42097-CCA6-EC9D-E55D-375C9F6CB1FF}"/>
              </a:ext>
            </a:extLst>
          </p:cNvPr>
          <p:cNvSpPr txBox="1"/>
          <p:nvPr/>
        </p:nvSpPr>
        <p:spPr>
          <a:xfrm>
            <a:off x="7154936" y="6089641"/>
            <a:ext cx="4131710" cy="690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474"/>
              </a:lnSpc>
            </a:pPr>
            <a:r>
              <a:rPr lang="en-US" sz="5213" dirty="0">
                <a:solidFill>
                  <a:srgbClr val="0E073F"/>
                </a:solidFill>
                <a:latin typeface="Agrandir Bold"/>
              </a:rPr>
              <a:t>Internet</a:t>
            </a:r>
          </a:p>
        </p:txBody>
      </p:sp>
      <p:pic>
        <p:nvPicPr>
          <p:cNvPr id="37" name="Imagem 36">
            <a:extLst>
              <a:ext uri="{FF2B5EF4-FFF2-40B4-BE49-F238E27FC236}">
                <a16:creationId xmlns:a16="http://schemas.microsoft.com/office/drawing/2014/main" id="{2FBC7438-5FF7-6C3E-9848-05F7478BBC62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6364" l="8871" r="93548">
                        <a14:foregroundMark x1="11290" y1="54091" x2="8871" y2="58636"/>
                        <a14:foregroundMark x1="18011" y1="92273" x2="20316" y2="88765"/>
                        <a14:foregroundMark x1="77957" y1="96818" x2="78495" y2="91818"/>
                        <a14:foregroundMark x1="91935" y1="75000" x2="90591" y2="70909"/>
                        <a14:foregroundMark x1="93548" y1="31818" x2="93548" y2="31818"/>
                        <a14:backgroundMark x1="22849" y1="86364" x2="22849" y2="86364"/>
                        <a14:backgroundMark x1="24462" y1="83182" x2="22581" y2="87273"/>
                        <a14:backgroundMark x1="22581" y1="86364" x2="20968" y2="89545"/>
                        <a14:backgroundMark x1="2419" y1="5909" x2="2419" y2="17273"/>
                        <a14:backgroundMark x1="2419" y1="17273" x2="2419" y2="14545"/>
                      </a14:backgroundRemoval>
                    </a14:imgEffect>
                  </a14:imgLayer>
                </a14:imgProps>
              </a:ext>
            </a:extLst>
          </a:blip>
          <a:srcRect l="2952"/>
          <a:stretch/>
        </p:blipFill>
        <p:spPr>
          <a:xfrm>
            <a:off x="5916732" y="2211049"/>
            <a:ext cx="6608118" cy="3756562"/>
          </a:xfrm>
          <a:prstGeom prst="rect">
            <a:avLst/>
          </a:prstGeom>
        </p:spPr>
      </p:pic>
      <p:sp>
        <p:nvSpPr>
          <p:cNvPr id="53" name="Forma Livre: Forma 52">
            <a:extLst>
              <a:ext uri="{FF2B5EF4-FFF2-40B4-BE49-F238E27FC236}">
                <a16:creationId xmlns:a16="http://schemas.microsoft.com/office/drawing/2014/main" id="{D95AA533-3159-9F33-FBD1-A170C416FECD}"/>
              </a:ext>
            </a:extLst>
          </p:cNvPr>
          <p:cNvSpPr/>
          <p:nvPr/>
        </p:nvSpPr>
        <p:spPr>
          <a:xfrm>
            <a:off x="6248400" y="2738498"/>
            <a:ext cx="5934270" cy="2724539"/>
          </a:xfrm>
          <a:custGeom>
            <a:avLst/>
            <a:gdLst>
              <a:gd name="connsiteX0" fmla="*/ 0 w 5934270"/>
              <a:gd name="connsiteY0" fmla="*/ 1511559 h 2724539"/>
              <a:gd name="connsiteX1" fmla="*/ 298580 w 5934270"/>
              <a:gd name="connsiteY1" fmla="*/ 1530220 h 2724539"/>
              <a:gd name="connsiteX2" fmla="*/ 429208 w 5934270"/>
              <a:gd name="connsiteY2" fmla="*/ 1586204 h 2724539"/>
              <a:gd name="connsiteX3" fmla="*/ 485192 w 5934270"/>
              <a:gd name="connsiteY3" fmla="*/ 1604865 h 2724539"/>
              <a:gd name="connsiteX4" fmla="*/ 559837 w 5934270"/>
              <a:gd name="connsiteY4" fmla="*/ 1660849 h 2724539"/>
              <a:gd name="connsiteX5" fmla="*/ 615821 w 5934270"/>
              <a:gd name="connsiteY5" fmla="*/ 1716832 h 2724539"/>
              <a:gd name="connsiteX6" fmla="*/ 690466 w 5934270"/>
              <a:gd name="connsiteY6" fmla="*/ 1735494 h 2724539"/>
              <a:gd name="connsiteX7" fmla="*/ 746449 w 5934270"/>
              <a:gd name="connsiteY7" fmla="*/ 1772816 h 2724539"/>
              <a:gd name="connsiteX8" fmla="*/ 970384 w 5934270"/>
              <a:gd name="connsiteY8" fmla="*/ 1866122 h 2724539"/>
              <a:gd name="connsiteX9" fmla="*/ 1156996 w 5934270"/>
              <a:gd name="connsiteY9" fmla="*/ 1922106 h 2724539"/>
              <a:gd name="connsiteX10" fmla="*/ 1231641 w 5934270"/>
              <a:gd name="connsiteY10" fmla="*/ 1940767 h 2724539"/>
              <a:gd name="connsiteX11" fmla="*/ 1474237 w 5934270"/>
              <a:gd name="connsiteY11" fmla="*/ 2034073 h 2724539"/>
              <a:gd name="connsiteX12" fmla="*/ 1548882 w 5934270"/>
              <a:gd name="connsiteY12" fmla="*/ 2071396 h 2724539"/>
              <a:gd name="connsiteX13" fmla="*/ 1623527 w 5934270"/>
              <a:gd name="connsiteY13" fmla="*/ 2127379 h 2724539"/>
              <a:gd name="connsiteX14" fmla="*/ 1735494 w 5934270"/>
              <a:gd name="connsiteY14" fmla="*/ 2183363 h 2724539"/>
              <a:gd name="connsiteX15" fmla="*/ 1978090 w 5934270"/>
              <a:gd name="connsiteY15" fmla="*/ 2407298 h 2724539"/>
              <a:gd name="connsiteX16" fmla="*/ 2034074 w 5934270"/>
              <a:gd name="connsiteY16" fmla="*/ 2444620 h 2724539"/>
              <a:gd name="connsiteX17" fmla="*/ 2071396 w 5934270"/>
              <a:gd name="connsiteY17" fmla="*/ 2481943 h 2724539"/>
              <a:gd name="connsiteX18" fmla="*/ 2146041 w 5934270"/>
              <a:gd name="connsiteY18" fmla="*/ 2537926 h 2724539"/>
              <a:gd name="connsiteX19" fmla="*/ 2183363 w 5934270"/>
              <a:gd name="connsiteY19" fmla="*/ 2575249 h 2724539"/>
              <a:gd name="connsiteX20" fmla="*/ 2332653 w 5934270"/>
              <a:gd name="connsiteY20" fmla="*/ 2668555 h 2724539"/>
              <a:gd name="connsiteX21" fmla="*/ 2425959 w 5934270"/>
              <a:gd name="connsiteY21" fmla="*/ 2724539 h 2724539"/>
              <a:gd name="connsiteX22" fmla="*/ 2780523 w 5934270"/>
              <a:gd name="connsiteY22" fmla="*/ 2705877 h 2724539"/>
              <a:gd name="connsiteX23" fmla="*/ 2967135 w 5934270"/>
              <a:gd name="connsiteY23" fmla="*/ 2649894 h 2724539"/>
              <a:gd name="connsiteX24" fmla="*/ 3060441 w 5934270"/>
              <a:gd name="connsiteY24" fmla="*/ 2631232 h 2724539"/>
              <a:gd name="connsiteX25" fmla="*/ 3135086 w 5934270"/>
              <a:gd name="connsiteY25" fmla="*/ 2612571 h 2724539"/>
              <a:gd name="connsiteX26" fmla="*/ 3247053 w 5934270"/>
              <a:gd name="connsiteY26" fmla="*/ 2593910 h 2724539"/>
              <a:gd name="connsiteX27" fmla="*/ 3452327 w 5934270"/>
              <a:gd name="connsiteY27" fmla="*/ 2537926 h 2724539"/>
              <a:gd name="connsiteX28" fmla="*/ 3601617 w 5934270"/>
              <a:gd name="connsiteY28" fmla="*/ 2519265 h 2724539"/>
              <a:gd name="connsiteX29" fmla="*/ 3676261 w 5934270"/>
              <a:gd name="connsiteY29" fmla="*/ 2500604 h 2724539"/>
              <a:gd name="connsiteX30" fmla="*/ 3881535 w 5934270"/>
              <a:gd name="connsiteY30" fmla="*/ 2388637 h 2724539"/>
              <a:gd name="connsiteX31" fmla="*/ 3937519 w 5934270"/>
              <a:gd name="connsiteY31" fmla="*/ 2332653 h 2724539"/>
              <a:gd name="connsiteX32" fmla="*/ 3862874 w 5934270"/>
              <a:gd name="connsiteY32" fmla="*/ 2220686 h 2724539"/>
              <a:gd name="connsiteX33" fmla="*/ 3825551 w 5934270"/>
              <a:gd name="connsiteY33" fmla="*/ 2127379 h 2724539"/>
              <a:gd name="connsiteX34" fmla="*/ 3694923 w 5934270"/>
              <a:gd name="connsiteY34" fmla="*/ 1959428 h 2724539"/>
              <a:gd name="connsiteX35" fmla="*/ 3620278 w 5934270"/>
              <a:gd name="connsiteY35" fmla="*/ 1922106 h 2724539"/>
              <a:gd name="connsiteX36" fmla="*/ 3489649 w 5934270"/>
              <a:gd name="connsiteY36" fmla="*/ 1884783 h 2724539"/>
              <a:gd name="connsiteX37" fmla="*/ 3433666 w 5934270"/>
              <a:gd name="connsiteY37" fmla="*/ 1847461 h 2724539"/>
              <a:gd name="connsiteX38" fmla="*/ 3340359 w 5934270"/>
              <a:gd name="connsiteY38" fmla="*/ 1810139 h 2724539"/>
              <a:gd name="connsiteX39" fmla="*/ 3303037 w 5934270"/>
              <a:gd name="connsiteY39" fmla="*/ 1772816 h 2724539"/>
              <a:gd name="connsiteX40" fmla="*/ 3191070 w 5934270"/>
              <a:gd name="connsiteY40" fmla="*/ 1698171 h 2724539"/>
              <a:gd name="connsiteX41" fmla="*/ 3135086 w 5934270"/>
              <a:gd name="connsiteY41" fmla="*/ 1660849 h 2724539"/>
              <a:gd name="connsiteX42" fmla="*/ 2929812 w 5934270"/>
              <a:gd name="connsiteY42" fmla="*/ 1492898 h 2724539"/>
              <a:gd name="connsiteX43" fmla="*/ 2743200 w 5934270"/>
              <a:gd name="connsiteY43" fmla="*/ 1362269 h 2724539"/>
              <a:gd name="connsiteX44" fmla="*/ 2556588 w 5934270"/>
              <a:gd name="connsiteY44" fmla="*/ 1231641 h 2724539"/>
              <a:gd name="connsiteX45" fmla="*/ 2500604 w 5934270"/>
              <a:gd name="connsiteY45" fmla="*/ 1194318 h 2724539"/>
              <a:gd name="connsiteX46" fmla="*/ 2481943 w 5934270"/>
              <a:gd name="connsiteY46" fmla="*/ 858416 h 2724539"/>
              <a:gd name="connsiteX47" fmla="*/ 2500604 w 5934270"/>
              <a:gd name="connsiteY47" fmla="*/ 802432 h 2724539"/>
              <a:gd name="connsiteX48" fmla="*/ 2575249 w 5934270"/>
              <a:gd name="connsiteY48" fmla="*/ 653143 h 2724539"/>
              <a:gd name="connsiteX49" fmla="*/ 2612572 w 5934270"/>
              <a:gd name="connsiteY49" fmla="*/ 522514 h 2724539"/>
              <a:gd name="connsiteX50" fmla="*/ 2687217 w 5934270"/>
              <a:gd name="connsiteY50" fmla="*/ 373224 h 2724539"/>
              <a:gd name="connsiteX51" fmla="*/ 2724539 w 5934270"/>
              <a:gd name="connsiteY51" fmla="*/ 279918 h 2724539"/>
              <a:gd name="connsiteX52" fmla="*/ 2836506 w 5934270"/>
              <a:gd name="connsiteY52" fmla="*/ 74645 h 2724539"/>
              <a:gd name="connsiteX53" fmla="*/ 2929812 w 5934270"/>
              <a:gd name="connsiteY53" fmla="*/ 0 h 2724539"/>
              <a:gd name="connsiteX54" fmla="*/ 3060441 w 5934270"/>
              <a:gd name="connsiteY54" fmla="*/ 18661 h 2724539"/>
              <a:gd name="connsiteX55" fmla="*/ 3135086 w 5934270"/>
              <a:gd name="connsiteY55" fmla="*/ 111967 h 2724539"/>
              <a:gd name="connsiteX56" fmla="*/ 3209731 w 5934270"/>
              <a:gd name="connsiteY56" fmla="*/ 223935 h 2724539"/>
              <a:gd name="connsiteX57" fmla="*/ 3303037 w 5934270"/>
              <a:gd name="connsiteY57" fmla="*/ 373224 h 2724539"/>
              <a:gd name="connsiteX58" fmla="*/ 3340359 w 5934270"/>
              <a:gd name="connsiteY58" fmla="*/ 410547 h 2724539"/>
              <a:gd name="connsiteX59" fmla="*/ 3396343 w 5934270"/>
              <a:gd name="connsiteY59" fmla="*/ 429208 h 2724539"/>
              <a:gd name="connsiteX60" fmla="*/ 3489649 w 5934270"/>
              <a:gd name="connsiteY60" fmla="*/ 522514 h 2724539"/>
              <a:gd name="connsiteX61" fmla="*/ 3545633 w 5934270"/>
              <a:gd name="connsiteY61" fmla="*/ 541175 h 2724539"/>
              <a:gd name="connsiteX62" fmla="*/ 3676261 w 5934270"/>
              <a:gd name="connsiteY62" fmla="*/ 615820 h 2724539"/>
              <a:gd name="connsiteX63" fmla="*/ 3732245 w 5934270"/>
              <a:gd name="connsiteY63" fmla="*/ 634481 h 2724539"/>
              <a:gd name="connsiteX64" fmla="*/ 3956180 w 5934270"/>
              <a:gd name="connsiteY64" fmla="*/ 746449 h 2724539"/>
              <a:gd name="connsiteX65" fmla="*/ 4030825 w 5934270"/>
              <a:gd name="connsiteY65" fmla="*/ 783771 h 2724539"/>
              <a:gd name="connsiteX66" fmla="*/ 4086808 w 5934270"/>
              <a:gd name="connsiteY66" fmla="*/ 802432 h 2724539"/>
              <a:gd name="connsiteX67" fmla="*/ 4254759 w 5934270"/>
              <a:gd name="connsiteY67" fmla="*/ 933061 h 2724539"/>
              <a:gd name="connsiteX68" fmla="*/ 4292082 w 5934270"/>
              <a:gd name="connsiteY68" fmla="*/ 970383 h 2724539"/>
              <a:gd name="connsiteX69" fmla="*/ 4366727 w 5934270"/>
              <a:gd name="connsiteY69" fmla="*/ 989045 h 2724539"/>
              <a:gd name="connsiteX70" fmla="*/ 4460033 w 5934270"/>
              <a:gd name="connsiteY70" fmla="*/ 1045028 h 2724539"/>
              <a:gd name="connsiteX71" fmla="*/ 4497355 w 5934270"/>
              <a:gd name="connsiteY71" fmla="*/ 1082351 h 2724539"/>
              <a:gd name="connsiteX72" fmla="*/ 4572000 w 5934270"/>
              <a:gd name="connsiteY72" fmla="*/ 1119673 h 2724539"/>
              <a:gd name="connsiteX73" fmla="*/ 4646645 w 5934270"/>
              <a:gd name="connsiteY73" fmla="*/ 1175657 h 2724539"/>
              <a:gd name="connsiteX74" fmla="*/ 4739951 w 5934270"/>
              <a:gd name="connsiteY74" fmla="*/ 1212979 h 2724539"/>
              <a:gd name="connsiteX75" fmla="*/ 4851919 w 5934270"/>
              <a:gd name="connsiteY75" fmla="*/ 1268963 h 2724539"/>
              <a:gd name="connsiteX76" fmla="*/ 4907902 w 5934270"/>
              <a:gd name="connsiteY76" fmla="*/ 1324947 h 2724539"/>
              <a:gd name="connsiteX77" fmla="*/ 5075853 w 5934270"/>
              <a:gd name="connsiteY77" fmla="*/ 1306286 h 2724539"/>
              <a:gd name="connsiteX78" fmla="*/ 5113176 w 5934270"/>
              <a:gd name="connsiteY78" fmla="*/ 1250302 h 2724539"/>
              <a:gd name="connsiteX79" fmla="*/ 5187821 w 5934270"/>
              <a:gd name="connsiteY79" fmla="*/ 1194318 h 2724539"/>
              <a:gd name="connsiteX80" fmla="*/ 5281127 w 5934270"/>
              <a:gd name="connsiteY80" fmla="*/ 1119673 h 2724539"/>
              <a:gd name="connsiteX81" fmla="*/ 5318449 w 5934270"/>
              <a:gd name="connsiteY81" fmla="*/ 1063690 h 2724539"/>
              <a:gd name="connsiteX82" fmla="*/ 5523723 w 5934270"/>
              <a:gd name="connsiteY82" fmla="*/ 895739 h 2724539"/>
              <a:gd name="connsiteX83" fmla="*/ 5598368 w 5934270"/>
              <a:gd name="connsiteY83" fmla="*/ 821094 h 2724539"/>
              <a:gd name="connsiteX84" fmla="*/ 5934270 w 5934270"/>
              <a:gd name="connsiteY84" fmla="*/ 634481 h 2724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</a:cxnLst>
            <a:rect l="l" t="t" r="r" b="b"/>
            <a:pathLst>
              <a:path w="5934270" h="2724539">
                <a:moveTo>
                  <a:pt x="0" y="1511559"/>
                </a:moveTo>
                <a:cubicBezTo>
                  <a:pt x="99527" y="1517779"/>
                  <a:pt x="199407" y="1519781"/>
                  <a:pt x="298580" y="1530220"/>
                </a:cubicBezTo>
                <a:cubicBezTo>
                  <a:pt x="337256" y="1534291"/>
                  <a:pt x="398769" y="1573159"/>
                  <a:pt x="429208" y="1586204"/>
                </a:cubicBezTo>
                <a:cubicBezTo>
                  <a:pt x="447288" y="1593953"/>
                  <a:pt x="466531" y="1598645"/>
                  <a:pt x="485192" y="1604865"/>
                </a:cubicBezTo>
                <a:cubicBezTo>
                  <a:pt x="510074" y="1623526"/>
                  <a:pt x="536222" y="1640608"/>
                  <a:pt x="559837" y="1660849"/>
                </a:cubicBezTo>
                <a:cubicBezTo>
                  <a:pt x="579875" y="1678024"/>
                  <a:pt x="592907" y="1703738"/>
                  <a:pt x="615821" y="1716832"/>
                </a:cubicBezTo>
                <a:cubicBezTo>
                  <a:pt x="638089" y="1729557"/>
                  <a:pt x="665584" y="1729273"/>
                  <a:pt x="690466" y="1735494"/>
                </a:cubicBezTo>
                <a:cubicBezTo>
                  <a:pt x="709127" y="1747935"/>
                  <a:pt x="726125" y="1763332"/>
                  <a:pt x="746449" y="1772816"/>
                </a:cubicBezTo>
                <a:cubicBezTo>
                  <a:pt x="819728" y="1807013"/>
                  <a:pt x="891933" y="1846510"/>
                  <a:pt x="970384" y="1866122"/>
                </a:cubicBezTo>
                <a:cubicBezTo>
                  <a:pt x="1142433" y="1909134"/>
                  <a:pt x="929832" y="1853956"/>
                  <a:pt x="1156996" y="1922106"/>
                </a:cubicBezTo>
                <a:cubicBezTo>
                  <a:pt x="1181562" y="1929476"/>
                  <a:pt x="1207075" y="1933397"/>
                  <a:pt x="1231641" y="1940767"/>
                </a:cubicBezTo>
                <a:cubicBezTo>
                  <a:pt x="1331418" y="1970700"/>
                  <a:pt x="1376244" y="1989531"/>
                  <a:pt x="1474237" y="2034073"/>
                </a:cubicBezTo>
                <a:cubicBezTo>
                  <a:pt x="1499562" y="2045584"/>
                  <a:pt x="1525292" y="2056652"/>
                  <a:pt x="1548882" y="2071396"/>
                </a:cubicBezTo>
                <a:cubicBezTo>
                  <a:pt x="1575256" y="2087880"/>
                  <a:pt x="1596857" y="2111377"/>
                  <a:pt x="1623527" y="2127379"/>
                </a:cubicBezTo>
                <a:cubicBezTo>
                  <a:pt x="1659308" y="2148848"/>
                  <a:pt x="1700775" y="2160217"/>
                  <a:pt x="1735494" y="2183363"/>
                </a:cubicBezTo>
                <a:cubicBezTo>
                  <a:pt x="2027286" y="2377892"/>
                  <a:pt x="1807248" y="2236457"/>
                  <a:pt x="1978090" y="2407298"/>
                </a:cubicBezTo>
                <a:cubicBezTo>
                  <a:pt x="1993949" y="2423157"/>
                  <a:pt x="2016561" y="2430609"/>
                  <a:pt x="2034074" y="2444620"/>
                </a:cubicBezTo>
                <a:cubicBezTo>
                  <a:pt x="2047813" y="2455611"/>
                  <a:pt x="2057880" y="2470680"/>
                  <a:pt x="2071396" y="2481943"/>
                </a:cubicBezTo>
                <a:cubicBezTo>
                  <a:pt x="2095289" y="2501854"/>
                  <a:pt x="2122148" y="2518015"/>
                  <a:pt x="2146041" y="2537926"/>
                </a:cubicBezTo>
                <a:cubicBezTo>
                  <a:pt x="2159557" y="2549189"/>
                  <a:pt x="2168949" y="2565159"/>
                  <a:pt x="2183363" y="2575249"/>
                </a:cubicBezTo>
                <a:cubicBezTo>
                  <a:pt x="2231438" y="2608902"/>
                  <a:pt x="2291157" y="2627060"/>
                  <a:pt x="2332653" y="2668555"/>
                </a:cubicBezTo>
                <a:cubicBezTo>
                  <a:pt x="2383885" y="2719786"/>
                  <a:pt x="2353285" y="2700313"/>
                  <a:pt x="2425959" y="2724539"/>
                </a:cubicBezTo>
                <a:cubicBezTo>
                  <a:pt x="2544147" y="2718318"/>
                  <a:pt x="2662616" y="2716130"/>
                  <a:pt x="2780523" y="2705877"/>
                </a:cubicBezTo>
                <a:cubicBezTo>
                  <a:pt x="2823314" y="2702156"/>
                  <a:pt x="2938244" y="2657774"/>
                  <a:pt x="2967135" y="2649894"/>
                </a:cubicBezTo>
                <a:cubicBezTo>
                  <a:pt x="2997735" y="2641548"/>
                  <a:pt x="3029478" y="2638113"/>
                  <a:pt x="3060441" y="2631232"/>
                </a:cubicBezTo>
                <a:cubicBezTo>
                  <a:pt x="3085478" y="2625668"/>
                  <a:pt x="3109937" y="2617601"/>
                  <a:pt x="3135086" y="2612571"/>
                </a:cubicBezTo>
                <a:cubicBezTo>
                  <a:pt x="3172188" y="2605151"/>
                  <a:pt x="3210117" y="2602118"/>
                  <a:pt x="3247053" y="2593910"/>
                </a:cubicBezTo>
                <a:cubicBezTo>
                  <a:pt x="3388273" y="2562528"/>
                  <a:pt x="3188582" y="2570894"/>
                  <a:pt x="3452327" y="2537926"/>
                </a:cubicBezTo>
                <a:lnTo>
                  <a:pt x="3601617" y="2519265"/>
                </a:lnTo>
                <a:cubicBezTo>
                  <a:pt x="3626498" y="2513045"/>
                  <a:pt x="3652587" y="2510468"/>
                  <a:pt x="3676261" y="2500604"/>
                </a:cubicBezTo>
                <a:cubicBezTo>
                  <a:pt x="3710248" y="2486443"/>
                  <a:pt x="3833824" y="2428396"/>
                  <a:pt x="3881535" y="2388637"/>
                </a:cubicBezTo>
                <a:cubicBezTo>
                  <a:pt x="3901809" y="2371742"/>
                  <a:pt x="3918858" y="2351314"/>
                  <a:pt x="3937519" y="2332653"/>
                </a:cubicBezTo>
                <a:cubicBezTo>
                  <a:pt x="3888183" y="2184649"/>
                  <a:pt x="3962723" y="2380445"/>
                  <a:pt x="3862874" y="2220686"/>
                </a:cubicBezTo>
                <a:cubicBezTo>
                  <a:pt x="3845120" y="2192280"/>
                  <a:pt x="3841592" y="2156787"/>
                  <a:pt x="3825551" y="2127379"/>
                </a:cubicBezTo>
                <a:cubicBezTo>
                  <a:pt x="3800923" y="2082228"/>
                  <a:pt x="3744583" y="1994900"/>
                  <a:pt x="3694923" y="1959428"/>
                </a:cubicBezTo>
                <a:cubicBezTo>
                  <a:pt x="3672286" y="1943259"/>
                  <a:pt x="3645847" y="1933064"/>
                  <a:pt x="3620278" y="1922106"/>
                </a:cubicBezTo>
                <a:cubicBezTo>
                  <a:pt x="3582801" y="1906045"/>
                  <a:pt x="3527523" y="1894252"/>
                  <a:pt x="3489649" y="1884783"/>
                </a:cubicBezTo>
                <a:cubicBezTo>
                  <a:pt x="3470988" y="1872342"/>
                  <a:pt x="3453726" y="1857491"/>
                  <a:pt x="3433666" y="1847461"/>
                </a:cubicBezTo>
                <a:cubicBezTo>
                  <a:pt x="3403704" y="1832480"/>
                  <a:pt x="3369444" y="1826759"/>
                  <a:pt x="3340359" y="1810139"/>
                </a:cubicBezTo>
                <a:cubicBezTo>
                  <a:pt x="3325083" y="1801410"/>
                  <a:pt x="3317112" y="1783372"/>
                  <a:pt x="3303037" y="1772816"/>
                </a:cubicBezTo>
                <a:cubicBezTo>
                  <a:pt x="3267152" y="1745902"/>
                  <a:pt x="3228392" y="1723053"/>
                  <a:pt x="3191070" y="1698171"/>
                </a:cubicBezTo>
                <a:cubicBezTo>
                  <a:pt x="3172409" y="1685730"/>
                  <a:pt x="3150945" y="1676708"/>
                  <a:pt x="3135086" y="1660849"/>
                </a:cubicBezTo>
                <a:cubicBezTo>
                  <a:pt x="2997472" y="1523233"/>
                  <a:pt x="3068379" y="1576037"/>
                  <a:pt x="2929812" y="1492898"/>
                </a:cubicBezTo>
                <a:cubicBezTo>
                  <a:pt x="2844562" y="1365021"/>
                  <a:pt x="2954886" y="1510449"/>
                  <a:pt x="2743200" y="1362269"/>
                </a:cubicBezTo>
                <a:lnTo>
                  <a:pt x="2556588" y="1231641"/>
                </a:lnTo>
                <a:cubicBezTo>
                  <a:pt x="2538148" y="1218875"/>
                  <a:pt x="2500604" y="1194318"/>
                  <a:pt x="2500604" y="1194318"/>
                </a:cubicBezTo>
                <a:cubicBezTo>
                  <a:pt x="2414172" y="1064670"/>
                  <a:pt x="2450274" y="1143439"/>
                  <a:pt x="2481943" y="858416"/>
                </a:cubicBezTo>
                <a:cubicBezTo>
                  <a:pt x="2484115" y="838866"/>
                  <a:pt x="2492464" y="820340"/>
                  <a:pt x="2500604" y="802432"/>
                </a:cubicBezTo>
                <a:cubicBezTo>
                  <a:pt x="2523627" y="751782"/>
                  <a:pt x="2561755" y="707119"/>
                  <a:pt x="2575249" y="653143"/>
                </a:cubicBezTo>
                <a:cubicBezTo>
                  <a:pt x="2583169" y="621463"/>
                  <a:pt x="2597696" y="555240"/>
                  <a:pt x="2612572" y="522514"/>
                </a:cubicBezTo>
                <a:cubicBezTo>
                  <a:pt x="2635595" y="471864"/>
                  <a:pt x="2663902" y="423740"/>
                  <a:pt x="2687217" y="373224"/>
                </a:cubicBezTo>
                <a:cubicBezTo>
                  <a:pt x="2701254" y="342809"/>
                  <a:pt x="2710502" y="310333"/>
                  <a:pt x="2724539" y="279918"/>
                </a:cubicBezTo>
                <a:cubicBezTo>
                  <a:pt x="2747687" y="229763"/>
                  <a:pt x="2793124" y="128872"/>
                  <a:pt x="2836506" y="74645"/>
                </a:cubicBezTo>
                <a:cubicBezTo>
                  <a:pt x="2866896" y="36658"/>
                  <a:pt x="2888243" y="27713"/>
                  <a:pt x="2929812" y="0"/>
                </a:cubicBezTo>
                <a:cubicBezTo>
                  <a:pt x="2973355" y="6220"/>
                  <a:pt x="3021827" y="-2401"/>
                  <a:pt x="3060441" y="18661"/>
                </a:cubicBezTo>
                <a:cubicBezTo>
                  <a:pt x="3095408" y="37734"/>
                  <a:pt x="3111659" y="79755"/>
                  <a:pt x="3135086" y="111967"/>
                </a:cubicBezTo>
                <a:cubicBezTo>
                  <a:pt x="3161469" y="148244"/>
                  <a:pt x="3189671" y="183814"/>
                  <a:pt x="3209731" y="223935"/>
                </a:cubicBezTo>
                <a:cubicBezTo>
                  <a:pt x="3250130" y="304733"/>
                  <a:pt x="3242473" y="300547"/>
                  <a:pt x="3303037" y="373224"/>
                </a:cubicBezTo>
                <a:cubicBezTo>
                  <a:pt x="3314300" y="386740"/>
                  <a:pt x="3325272" y="401495"/>
                  <a:pt x="3340359" y="410547"/>
                </a:cubicBezTo>
                <a:cubicBezTo>
                  <a:pt x="3357226" y="420668"/>
                  <a:pt x="3377682" y="422988"/>
                  <a:pt x="3396343" y="429208"/>
                </a:cubicBezTo>
                <a:cubicBezTo>
                  <a:pt x="3427445" y="460310"/>
                  <a:pt x="3454461" y="496123"/>
                  <a:pt x="3489649" y="522514"/>
                </a:cubicBezTo>
                <a:cubicBezTo>
                  <a:pt x="3505386" y="534316"/>
                  <a:pt x="3527553" y="533426"/>
                  <a:pt x="3545633" y="541175"/>
                </a:cubicBezTo>
                <a:cubicBezTo>
                  <a:pt x="3774658" y="639329"/>
                  <a:pt x="3488841" y="522111"/>
                  <a:pt x="3676261" y="615820"/>
                </a:cubicBezTo>
                <a:cubicBezTo>
                  <a:pt x="3693855" y="624617"/>
                  <a:pt x="3714420" y="626163"/>
                  <a:pt x="3732245" y="634481"/>
                </a:cubicBezTo>
                <a:cubicBezTo>
                  <a:pt x="3807871" y="669773"/>
                  <a:pt x="3881535" y="709126"/>
                  <a:pt x="3956180" y="746449"/>
                </a:cubicBezTo>
                <a:cubicBezTo>
                  <a:pt x="3981062" y="758890"/>
                  <a:pt x="4004434" y="774974"/>
                  <a:pt x="4030825" y="783771"/>
                </a:cubicBezTo>
                <a:lnTo>
                  <a:pt x="4086808" y="802432"/>
                </a:lnTo>
                <a:cubicBezTo>
                  <a:pt x="4142792" y="845975"/>
                  <a:pt x="4204608" y="882911"/>
                  <a:pt x="4254759" y="933061"/>
                </a:cubicBezTo>
                <a:cubicBezTo>
                  <a:pt x="4267200" y="945502"/>
                  <a:pt x="4276345" y="962515"/>
                  <a:pt x="4292082" y="970383"/>
                </a:cubicBezTo>
                <a:cubicBezTo>
                  <a:pt x="4315022" y="981853"/>
                  <a:pt x="4341845" y="982824"/>
                  <a:pt x="4366727" y="989045"/>
                </a:cubicBezTo>
                <a:cubicBezTo>
                  <a:pt x="4397829" y="1007706"/>
                  <a:pt x="4430518" y="1023946"/>
                  <a:pt x="4460033" y="1045028"/>
                </a:cubicBezTo>
                <a:cubicBezTo>
                  <a:pt x="4474350" y="1055254"/>
                  <a:pt x="4482716" y="1072592"/>
                  <a:pt x="4497355" y="1082351"/>
                </a:cubicBezTo>
                <a:cubicBezTo>
                  <a:pt x="4520501" y="1097782"/>
                  <a:pt x="4548410" y="1104929"/>
                  <a:pt x="4572000" y="1119673"/>
                </a:cubicBezTo>
                <a:cubicBezTo>
                  <a:pt x="4598375" y="1136157"/>
                  <a:pt x="4619457" y="1160552"/>
                  <a:pt x="4646645" y="1175657"/>
                </a:cubicBezTo>
                <a:cubicBezTo>
                  <a:pt x="4675927" y="1191925"/>
                  <a:pt x="4709456" y="1199118"/>
                  <a:pt x="4739951" y="1212979"/>
                </a:cubicBezTo>
                <a:cubicBezTo>
                  <a:pt x="4777939" y="1230246"/>
                  <a:pt x="4814596" y="1250302"/>
                  <a:pt x="4851919" y="1268963"/>
                </a:cubicBezTo>
                <a:cubicBezTo>
                  <a:pt x="4870580" y="1287624"/>
                  <a:pt x="4881870" y="1320608"/>
                  <a:pt x="4907902" y="1324947"/>
                </a:cubicBezTo>
                <a:cubicBezTo>
                  <a:pt x="4963464" y="1334207"/>
                  <a:pt x="5022916" y="1325536"/>
                  <a:pt x="5075853" y="1306286"/>
                </a:cubicBezTo>
                <a:cubicBezTo>
                  <a:pt x="5096931" y="1298621"/>
                  <a:pt x="5097317" y="1266161"/>
                  <a:pt x="5113176" y="1250302"/>
                </a:cubicBezTo>
                <a:cubicBezTo>
                  <a:pt x="5135169" y="1228309"/>
                  <a:pt x="5165828" y="1216311"/>
                  <a:pt x="5187821" y="1194318"/>
                </a:cubicBezTo>
                <a:cubicBezTo>
                  <a:pt x="5272230" y="1109909"/>
                  <a:pt x="5172137" y="1156004"/>
                  <a:pt x="5281127" y="1119673"/>
                </a:cubicBezTo>
                <a:cubicBezTo>
                  <a:pt x="5293568" y="1101012"/>
                  <a:pt x="5304091" y="1080919"/>
                  <a:pt x="5318449" y="1063690"/>
                </a:cubicBezTo>
                <a:cubicBezTo>
                  <a:pt x="5380321" y="989443"/>
                  <a:pt x="5443114" y="962913"/>
                  <a:pt x="5523723" y="895739"/>
                </a:cubicBezTo>
                <a:cubicBezTo>
                  <a:pt x="5550755" y="873212"/>
                  <a:pt x="5567699" y="838345"/>
                  <a:pt x="5598368" y="821094"/>
                </a:cubicBezTo>
                <a:cubicBezTo>
                  <a:pt x="5909070" y="646324"/>
                  <a:pt x="5794812" y="704212"/>
                  <a:pt x="5934270" y="634481"/>
                </a:cubicBezTo>
              </a:path>
            </a:pathLst>
          </a:custGeom>
          <a:noFill/>
          <a:ln w="76200">
            <a:solidFill>
              <a:srgbClr val="FFFF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4" name="Conector de Seta Reta 53">
            <a:extLst>
              <a:ext uri="{FF2B5EF4-FFF2-40B4-BE49-F238E27FC236}">
                <a16:creationId xmlns:a16="http://schemas.microsoft.com/office/drawing/2014/main" id="{06585BCE-C713-C8D6-F53E-C00CBC3A327C}"/>
              </a:ext>
            </a:extLst>
          </p:cNvPr>
          <p:cNvCxnSpPr>
            <a:cxnSpLocks/>
          </p:cNvCxnSpPr>
          <p:nvPr/>
        </p:nvCxnSpPr>
        <p:spPr>
          <a:xfrm>
            <a:off x="11194814" y="5976225"/>
            <a:ext cx="830514" cy="717682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id="{897A4193-00C7-0081-AB75-5EC9AE6AD6F2}"/>
              </a:ext>
            </a:extLst>
          </p:cNvPr>
          <p:cNvCxnSpPr>
            <a:cxnSpLocks/>
          </p:cNvCxnSpPr>
          <p:nvPr/>
        </p:nvCxnSpPr>
        <p:spPr>
          <a:xfrm flipH="1">
            <a:off x="6304166" y="5928726"/>
            <a:ext cx="550574" cy="908993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A243B14B-1CBF-43ED-BABA-577BA9CEDD87}"/>
              </a:ext>
            </a:extLst>
          </p:cNvPr>
          <p:cNvCxnSpPr>
            <a:cxnSpLocks/>
          </p:cNvCxnSpPr>
          <p:nvPr/>
        </p:nvCxnSpPr>
        <p:spPr>
          <a:xfrm flipH="1">
            <a:off x="4672113" y="4255692"/>
            <a:ext cx="1197414" cy="220630"/>
          </a:xfrm>
          <a:prstGeom prst="straightConnector1">
            <a:avLst/>
          </a:prstGeom>
          <a:ln w="76200" cap="flat" cmpd="sng" algn="ctr">
            <a:solidFill>
              <a:schemeClr val="accent2"/>
            </a:solidFill>
            <a:prstDash val="solid"/>
            <a:round/>
            <a:headEnd type="arrow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grpSp>
        <p:nvGrpSpPr>
          <p:cNvPr id="89" name="Agrupar 88">
            <a:extLst>
              <a:ext uri="{FF2B5EF4-FFF2-40B4-BE49-F238E27FC236}">
                <a16:creationId xmlns:a16="http://schemas.microsoft.com/office/drawing/2014/main" id="{89DB2801-9A7B-F19A-2B5E-04E6AE3926F0}"/>
              </a:ext>
            </a:extLst>
          </p:cNvPr>
          <p:cNvGrpSpPr/>
          <p:nvPr/>
        </p:nvGrpSpPr>
        <p:grpSpPr>
          <a:xfrm>
            <a:off x="2375786" y="3075694"/>
            <a:ext cx="2516667" cy="2940608"/>
            <a:chOff x="2375786" y="3075694"/>
            <a:chExt cx="2516667" cy="2940608"/>
          </a:xfrm>
        </p:grpSpPr>
        <p:sp>
          <p:nvSpPr>
            <p:cNvPr id="72" name="Freeform 28">
              <a:extLst>
                <a:ext uri="{FF2B5EF4-FFF2-40B4-BE49-F238E27FC236}">
                  <a16:creationId xmlns:a16="http://schemas.microsoft.com/office/drawing/2014/main" id="{144CC809-5FB5-6227-9F47-375D6335E33E}"/>
                </a:ext>
              </a:extLst>
            </p:cNvPr>
            <p:cNvSpPr/>
            <p:nvPr/>
          </p:nvSpPr>
          <p:spPr>
            <a:xfrm>
              <a:off x="2727731" y="3739826"/>
              <a:ext cx="2164722" cy="2276476"/>
            </a:xfrm>
            <a:custGeom>
              <a:avLst/>
              <a:gdLst/>
              <a:ahLst/>
              <a:cxnLst/>
              <a:rect l="l" t="t" r="r" b="b"/>
              <a:pathLst>
                <a:path w="3912801" h="4114800">
                  <a:moveTo>
                    <a:pt x="0" y="0"/>
                  </a:moveTo>
                  <a:lnTo>
                    <a:pt x="3912800" y="0"/>
                  </a:lnTo>
                  <a:lnTo>
                    <a:pt x="3912800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77" name="CaixaDeTexto 76">
              <a:extLst>
                <a:ext uri="{FF2B5EF4-FFF2-40B4-BE49-F238E27FC236}">
                  <a16:creationId xmlns:a16="http://schemas.microsoft.com/office/drawing/2014/main" id="{58BD38EA-C976-1EB0-C51B-F5864542D2C1}"/>
                </a:ext>
              </a:extLst>
            </p:cNvPr>
            <p:cNvSpPr txBox="1"/>
            <p:nvPr/>
          </p:nvSpPr>
          <p:spPr>
            <a:xfrm>
              <a:off x="2375786" y="3075694"/>
              <a:ext cx="19884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600" dirty="0"/>
                <a:t>Notebook</a:t>
              </a:r>
            </a:p>
          </p:txBody>
        </p:sp>
      </p:grpSp>
      <p:grpSp>
        <p:nvGrpSpPr>
          <p:cNvPr id="90" name="Agrupar 89">
            <a:extLst>
              <a:ext uri="{FF2B5EF4-FFF2-40B4-BE49-F238E27FC236}">
                <a16:creationId xmlns:a16="http://schemas.microsoft.com/office/drawing/2014/main" id="{08E34437-D0BC-BFE2-0F58-DCAE04538B11}"/>
              </a:ext>
            </a:extLst>
          </p:cNvPr>
          <p:cNvGrpSpPr/>
          <p:nvPr/>
        </p:nvGrpSpPr>
        <p:grpSpPr>
          <a:xfrm>
            <a:off x="4070542" y="6915183"/>
            <a:ext cx="2535164" cy="3007728"/>
            <a:chOff x="4070542" y="6915183"/>
            <a:chExt cx="2535164" cy="3007728"/>
          </a:xfrm>
        </p:grpSpPr>
        <p:sp>
          <p:nvSpPr>
            <p:cNvPr id="74" name="Freeform 2">
              <a:extLst>
                <a:ext uri="{FF2B5EF4-FFF2-40B4-BE49-F238E27FC236}">
                  <a16:creationId xmlns:a16="http://schemas.microsoft.com/office/drawing/2014/main" id="{88E02846-12EE-EFD4-3415-3FAFE9CD3B0F}"/>
                </a:ext>
              </a:extLst>
            </p:cNvPr>
            <p:cNvSpPr/>
            <p:nvPr/>
          </p:nvSpPr>
          <p:spPr>
            <a:xfrm>
              <a:off x="4070542" y="6915183"/>
              <a:ext cx="2436726" cy="2321536"/>
            </a:xfrm>
            <a:custGeom>
              <a:avLst/>
              <a:gdLst/>
              <a:ahLst/>
              <a:cxnLst/>
              <a:rect l="l" t="t" r="r" b="b"/>
              <a:pathLst>
                <a:path w="4318969" h="4114800">
                  <a:moveTo>
                    <a:pt x="0" y="0"/>
                  </a:moveTo>
                  <a:lnTo>
                    <a:pt x="4318969" y="0"/>
                  </a:lnTo>
                  <a:lnTo>
                    <a:pt x="4318969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78" name="CaixaDeTexto 77">
              <a:extLst>
                <a:ext uri="{FF2B5EF4-FFF2-40B4-BE49-F238E27FC236}">
                  <a16:creationId xmlns:a16="http://schemas.microsoft.com/office/drawing/2014/main" id="{D0787C01-8C43-0FAE-0D7E-7BE2C5E3ADB5}"/>
                </a:ext>
              </a:extLst>
            </p:cNvPr>
            <p:cNvSpPr txBox="1"/>
            <p:nvPr/>
          </p:nvSpPr>
          <p:spPr>
            <a:xfrm>
              <a:off x="4127142" y="9276580"/>
              <a:ext cx="2478564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600" dirty="0"/>
                <a:t>Computador</a:t>
              </a:r>
            </a:p>
          </p:txBody>
        </p:sp>
      </p:grpSp>
      <p:grpSp>
        <p:nvGrpSpPr>
          <p:cNvPr id="91" name="Agrupar 90">
            <a:extLst>
              <a:ext uri="{FF2B5EF4-FFF2-40B4-BE49-F238E27FC236}">
                <a16:creationId xmlns:a16="http://schemas.microsoft.com/office/drawing/2014/main" id="{EE988F78-CFB7-9EA1-451A-C43F2EE96BD7}"/>
              </a:ext>
            </a:extLst>
          </p:cNvPr>
          <p:cNvGrpSpPr/>
          <p:nvPr/>
        </p:nvGrpSpPr>
        <p:grpSpPr>
          <a:xfrm>
            <a:off x="11621892" y="6837719"/>
            <a:ext cx="2008867" cy="2984778"/>
            <a:chOff x="11621892" y="6837719"/>
            <a:chExt cx="2008867" cy="2984778"/>
          </a:xfrm>
        </p:grpSpPr>
        <p:sp>
          <p:nvSpPr>
            <p:cNvPr id="75" name="Freeform 3">
              <a:extLst>
                <a:ext uri="{FF2B5EF4-FFF2-40B4-BE49-F238E27FC236}">
                  <a16:creationId xmlns:a16="http://schemas.microsoft.com/office/drawing/2014/main" id="{9E85B1D9-2026-7305-68E4-7613881E80FA}"/>
                </a:ext>
              </a:extLst>
            </p:cNvPr>
            <p:cNvSpPr/>
            <p:nvPr/>
          </p:nvSpPr>
          <p:spPr>
            <a:xfrm>
              <a:off x="11621892" y="6837719"/>
              <a:ext cx="1806051" cy="2321536"/>
            </a:xfrm>
            <a:custGeom>
              <a:avLst/>
              <a:gdLst/>
              <a:ahLst/>
              <a:cxnLst/>
              <a:rect l="l" t="t" r="r" b="b"/>
              <a:pathLst>
                <a:path w="3201130" h="4114800">
                  <a:moveTo>
                    <a:pt x="0" y="0"/>
                  </a:moveTo>
                  <a:lnTo>
                    <a:pt x="3201131" y="0"/>
                  </a:lnTo>
                  <a:lnTo>
                    <a:pt x="3201131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79" name="CaixaDeTexto 78">
              <a:extLst>
                <a:ext uri="{FF2B5EF4-FFF2-40B4-BE49-F238E27FC236}">
                  <a16:creationId xmlns:a16="http://schemas.microsoft.com/office/drawing/2014/main" id="{6DDB41B9-437A-9D3A-6B7D-C8C1847D8771}"/>
                </a:ext>
              </a:extLst>
            </p:cNvPr>
            <p:cNvSpPr txBox="1"/>
            <p:nvPr/>
          </p:nvSpPr>
          <p:spPr>
            <a:xfrm>
              <a:off x="11738894" y="9176166"/>
              <a:ext cx="1891865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600" dirty="0"/>
                <a:t>Celulares</a:t>
              </a:r>
            </a:p>
          </p:txBody>
        </p:sp>
      </p:grpSp>
      <p:grpSp>
        <p:nvGrpSpPr>
          <p:cNvPr id="93" name="Agrupar 92">
            <a:extLst>
              <a:ext uri="{FF2B5EF4-FFF2-40B4-BE49-F238E27FC236}">
                <a16:creationId xmlns:a16="http://schemas.microsoft.com/office/drawing/2014/main" id="{3F6FBD6C-5BC1-6FBC-2B64-1C95AAE94AC2}"/>
              </a:ext>
            </a:extLst>
          </p:cNvPr>
          <p:cNvGrpSpPr/>
          <p:nvPr/>
        </p:nvGrpSpPr>
        <p:grpSpPr>
          <a:xfrm>
            <a:off x="12413887" y="1520246"/>
            <a:ext cx="1834983" cy="3037827"/>
            <a:chOff x="12413887" y="1520246"/>
            <a:chExt cx="1834983" cy="3037827"/>
          </a:xfrm>
        </p:grpSpPr>
        <p:sp>
          <p:nvSpPr>
            <p:cNvPr id="76" name="Freeform 9">
              <a:extLst>
                <a:ext uri="{FF2B5EF4-FFF2-40B4-BE49-F238E27FC236}">
                  <a16:creationId xmlns:a16="http://schemas.microsoft.com/office/drawing/2014/main" id="{C33857A7-65CD-6AE3-D15A-3C67B213CA24}"/>
                </a:ext>
              </a:extLst>
            </p:cNvPr>
            <p:cNvSpPr/>
            <p:nvPr/>
          </p:nvSpPr>
          <p:spPr>
            <a:xfrm>
              <a:off x="12470770" y="2340488"/>
              <a:ext cx="1778100" cy="2217585"/>
            </a:xfrm>
            <a:custGeom>
              <a:avLst/>
              <a:gdLst/>
              <a:ahLst/>
              <a:cxnLst/>
              <a:rect l="l" t="t" r="r" b="b"/>
              <a:pathLst>
                <a:path w="3299321" h="4114800">
                  <a:moveTo>
                    <a:pt x="0" y="0"/>
                  </a:moveTo>
                  <a:lnTo>
                    <a:pt x="3299321" y="0"/>
                  </a:lnTo>
                  <a:lnTo>
                    <a:pt x="3299321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80" name="CaixaDeTexto 79">
              <a:extLst>
                <a:ext uri="{FF2B5EF4-FFF2-40B4-BE49-F238E27FC236}">
                  <a16:creationId xmlns:a16="http://schemas.microsoft.com/office/drawing/2014/main" id="{0726E57C-6985-DD3E-0150-2B434DFD0F76}"/>
                </a:ext>
              </a:extLst>
            </p:cNvPr>
            <p:cNvSpPr txBox="1"/>
            <p:nvPr/>
          </p:nvSpPr>
          <p:spPr>
            <a:xfrm>
              <a:off x="12413887" y="1520246"/>
              <a:ext cx="176125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600" dirty="0"/>
                <a:t>Servidor</a:t>
              </a:r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ECAC1133-5163-F390-6A89-6D6BB3AF59F5}"/>
              </a:ext>
            </a:extLst>
          </p:cNvPr>
          <p:cNvGrpSpPr/>
          <p:nvPr/>
        </p:nvGrpSpPr>
        <p:grpSpPr>
          <a:xfrm>
            <a:off x="14229908" y="2178159"/>
            <a:ext cx="2180739" cy="2660541"/>
            <a:chOff x="14229908" y="2178159"/>
            <a:chExt cx="2180739" cy="2660541"/>
          </a:xfrm>
        </p:grpSpPr>
        <p:grpSp>
          <p:nvGrpSpPr>
            <p:cNvPr id="96" name="Agrupar 95">
              <a:extLst>
                <a:ext uri="{FF2B5EF4-FFF2-40B4-BE49-F238E27FC236}">
                  <a16:creationId xmlns:a16="http://schemas.microsoft.com/office/drawing/2014/main" id="{52F13CC1-38A8-136C-1CB6-68DD5E0AE6D7}"/>
                </a:ext>
              </a:extLst>
            </p:cNvPr>
            <p:cNvGrpSpPr/>
            <p:nvPr/>
          </p:nvGrpSpPr>
          <p:grpSpPr>
            <a:xfrm>
              <a:off x="14229908" y="2178159"/>
              <a:ext cx="2180739" cy="991844"/>
              <a:chOff x="14229908" y="2178159"/>
              <a:chExt cx="2180739" cy="991844"/>
            </a:xfrm>
          </p:grpSpPr>
          <p:pic>
            <p:nvPicPr>
              <p:cNvPr id="1030" name="Picture 6" descr="HTML Content">
                <a:extLst>
                  <a:ext uri="{FF2B5EF4-FFF2-40B4-BE49-F238E27FC236}">
                    <a16:creationId xmlns:a16="http://schemas.microsoft.com/office/drawing/2014/main" id="{CD9D5A0F-C3F4-BECD-5F85-844D6F72F7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29908" y="2178159"/>
                <a:ext cx="991844" cy="9918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9DE47F52-3F94-6479-DB43-66F17060E2B2}"/>
                  </a:ext>
                </a:extLst>
              </p:cNvPr>
              <p:cNvSpPr txBox="1"/>
              <p:nvPr/>
            </p:nvSpPr>
            <p:spPr>
              <a:xfrm>
                <a:off x="15123115" y="2329141"/>
                <a:ext cx="12875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3600" b="1" spc="50" dirty="0">
                    <a:ln w="0"/>
                    <a:solidFill>
                      <a:schemeClr val="bg2"/>
                    </a:solidFill>
                    <a:effectLst>
                      <a:innerShdw blurRad="63500" dist="50800" dir="13500000">
                        <a:srgbClr val="000000">
                          <a:alpha val="50000"/>
                        </a:srgbClr>
                      </a:innerShdw>
                    </a:effectLst>
                  </a:rPr>
                  <a:t>HTML</a:t>
                </a:r>
              </a:p>
            </p:txBody>
          </p:sp>
        </p:grpSp>
        <p:grpSp>
          <p:nvGrpSpPr>
            <p:cNvPr id="97" name="Agrupar 96">
              <a:extLst>
                <a:ext uri="{FF2B5EF4-FFF2-40B4-BE49-F238E27FC236}">
                  <a16:creationId xmlns:a16="http://schemas.microsoft.com/office/drawing/2014/main" id="{924235F3-5B27-E9A0-7198-EB50733624CE}"/>
                </a:ext>
              </a:extLst>
            </p:cNvPr>
            <p:cNvGrpSpPr/>
            <p:nvPr/>
          </p:nvGrpSpPr>
          <p:grpSpPr>
            <a:xfrm>
              <a:off x="14394457" y="3159597"/>
              <a:ext cx="1641087" cy="755606"/>
              <a:chOff x="14394457" y="3159597"/>
              <a:chExt cx="1641087" cy="755606"/>
            </a:xfrm>
          </p:grpSpPr>
          <p:pic>
            <p:nvPicPr>
              <p:cNvPr id="1028" name="Picture 4" descr="What is CSS in Web Development">
                <a:extLst>
                  <a:ext uri="{FF2B5EF4-FFF2-40B4-BE49-F238E27FC236}">
                    <a16:creationId xmlns:a16="http://schemas.microsoft.com/office/drawing/2014/main" id="{8C21D10F-A19D-771E-EE91-D07B64485F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1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389" t="17407" r="26388"/>
              <a:stretch/>
            </p:blipFill>
            <p:spPr bwMode="auto">
              <a:xfrm>
                <a:off x="14394457" y="3170003"/>
                <a:ext cx="681708" cy="745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6" name="CaixaDeTexto 85">
                <a:extLst>
                  <a:ext uri="{FF2B5EF4-FFF2-40B4-BE49-F238E27FC236}">
                    <a16:creationId xmlns:a16="http://schemas.microsoft.com/office/drawing/2014/main" id="{DA98F5A7-55C9-CE1C-20E6-4F6971052F66}"/>
                  </a:ext>
                </a:extLst>
              </p:cNvPr>
              <p:cNvSpPr txBox="1"/>
              <p:nvPr/>
            </p:nvSpPr>
            <p:spPr>
              <a:xfrm>
                <a:off x="15123115" y="3159597"/>
                <a:ext cx="91242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3600" b="1" spc="50" dirty="0">
                    <a:ln w="0"/>
                    <a:solidFill>
                      <a:schemeClr val="bg2"/>
                    </a:solidFill>
                    <a:effectLst>
                      <a:innerShdw blurRad="63500" dist="50800" dir="13500000">
                        <a:srgbClr val="000000">
                          <a:alpha val="50000"/>
                        </a:srgbClr>
                      </a:innerShdw>
                    </a:effectLst>
                  </a:rPr>
                  <a:t>CSS</a:t>
                </a:r>
              </a:p>
            </p:txBody>
          </p:sp>
        </p:grpSp>
        <p:grpSp>
          <p:nvGrpSpPr>
            <p:cNvPr id="98" name="Agrupar 97">
              <a:extLst>
                <a:ext uri="{FF2B5EF4-FFF2-40B4-BE49-F238E27FC236}">
                  <a16:creationId xmlns:a16="http://schemas.microsoft.com/office/drawing/2014/main" id="{5FD2BA1E-07FC-60AE-8B96-13F39CD7856B}"/>
                </a:ext>
              </a:extLst>
            </p:cNvPr>
            <p:cNvGrpSpPr/>
            <p:nvPr/>
          </p:nvGrpSpPr>
          <p:grpSpPr>
            <a:xfrm>
              <a:off x="14423482" y="4007703"/>
              <a:ext cx="1613666" cy="830997"/>
              <a:chOff x="14423482" y="4007703"/>
              <a:chExt cx="1613666" cy="830997"/>
            </a:xfrm>
          </p:grpSpPr>
          <p:pic>
            <p:nvPicPr>
              <p:cNvPr id="1026" name="Picture 2" descr="Курси Front End Developer в Києві ᐈ Онлайн курс Фронтенд Розробник з ...">
                <a:extLst>
                  <a:ext uri="{FF2B5EF4-FFF2-40B4-BE49-F238E27FC236}">
                    <a16:creationId xmlns:a16="http://schemas.microsoft.com/office/drawing/2014/main" id="{2D2AA773-A04F-6873-C573-1B0047662E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17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423482" y="4093500"/>
                <a:ext cx="652683" cy="745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8" name="CaixaDeTexto 87">
                <a:extLst>
                  <a:ext uri="{FF2B5EF4-FFF2-40B4-BE49-F238E27FC236}">
                    <a16:creationId xmlns:a16="http://schemas.microsoft.com/office/drawing/2014/main" id="{6DE2BED5-7645-C694-7BEE-BA9B223AA6E1}"/>
                  </a:ext>
                </a:extLst>
              </p:cNvPr>
              <p:cNvSpPr txBox="1"/>
              <p:nvPr/>
            </p:nvSpPr>
            <p:spPr>
              <a:xfrm>
                <a:off x="15123115" y="4007703"/>
                <a:ext cx="91403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b="1" spc="50" dirty="0">
                    <a:ln w="0"/>
                    <a:solidFill>
                      <a:schemeClr val="bg2"/>
                    </a:solidFill>
                    <a:effectLst>
                      <a:innerShdw blurRad="63500" dist="50800" dir="13500000">
                        <a:srgbClr val="000000">
                          <a:alpha val="50000"/>
                        </a:srgbClr>
                      </a:innerShdw>
                    </a:effectLst>
                  </a:rPr>
                  <a:t>Java</a:t>
                </a:r>
              </a:p>
              <a:p>
                <a:r>
                  <a:rPr lang="pt-BR" sz="2400" b="1" spc="50" dirty="0" err="1">
                    <a:ln w="0"/>
                    <a:solidFill>
                      <a:schemeClr val="bg2"/>
                    </a:solidFill>
                    <a:effectLst>
                      <a:innerShdw blurRad="63500" dist="50800" dir="13500000">
                        <a:srgbClr val="000000">
                          <a:alpha val="50000"/>
                        </a:srgbClr>
                      </a:innerShdw>
                    </a:effectLst>
                  </a:rPr>
                  <a:t>Scritp</a:t>
                </a:r>
                <a:endParaRPr lang="pt-BR" sz="24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endParaRPr>
              </a:p>
            </p:txBody>
          </p:sp>
        </p:grpSp>
      </p:grpSp>
      <p:sp>
        <p:nvSpPr>
          <p:cNvPr id="92" name="Explosão: 14 Pontos 91">
            <a:extLst>
              <a:ext uri="{FF2B5EF4-FFF2-40B4-BE49-F238E27FC236}">
                <a16:creationId xmlns:a16="http://schemas.microsoft.com/office/drawing/2014/main" id="{FB987E19-ED2A-79C8-5259-CAC03B82B0EB}"/>
              </a:ext>
            </a:extLst>
          </p:cNvPr>
          <p:cNvSpPr/>
          <p:nvPr/>
        </p:nvSpPr>
        <p:spPr>
          <a:xfrm rot="17677806">
            <a:off x="7852009" y="3805927"/>
            <a:ext cx="553891" cy="811447"/>
          </a:xfrm>
          <a:prstGeom prst="irregularSeal2">
            <a:avLst/>
          </a:prstGeom>
          <a:ln w="38100">
            <a:solidFill>
              <a:srgbClr val="FFFF00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4" name="CaixaDeTexto 93">
            <a:extLst>
              <a:ext uri="{FF2B5EF4-FFF2-40B4-BE49-F238E27FC236}">
                <a16:creationId xmlns:a16="http://schemas.microsoft.com/office/drawing/2014/main" id="{9DA28F05-7A4E-5388-E8B9-8234C6DDF1D1}"/>
              </a:ext>
            </a:extLst>
          </p:cNvPr>
          <p:cNvSpPr txBox="1"/>
          <p:nvPr/>
        </p:nvSpPr>
        <p:spPr>
          <a:xfrm>
            <a:off x="1366006" y="1898254"/>
            <a:ext cx="3400483" cy="107721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dirty="0">
                <a:ln w="0"/>
                <a:solidFill>
                  <a:schemeClr val="bg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URL:</a:t>
            </a:r>
          </a:p>
          <a:p>
            <a:r>
              <a:rPr lang="pt-BR" sz="3200" dirty="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www.instagram.com</a:t>
            </a:r>
          </a:p>
        </p:txBody>
      </p:sp>
      <p:sp>
        <p:nvSpPr>
          <p:cNvPr id="95" name="CaixaDeTexto 94">
            <a:extLst>
              <a:ext uri="{FF2B5EF4-FFF2-40B4-BE49-F238E27FC236}">
                <a16:creationId xmlns:a16="http://schemas.microsoft.com/office/drawing/2014/main" id="{49656C58-B55C-00E2-BB4F-B4B5EB341C7B}"/>
              </a:ext>
            </a:extLst>
          </p:cNvPr>
          <p:cNvSpPr txBox="1"/>
          <p:nvPr/>
        </p:nvSpPr>
        <p:spPr>
          <a:xfrm>
            <a:off x="14426341" y="1436653"/>
            <a:ext cx="8723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/>
            </a:lvl1pPr>
          </a:lstStyle>
          <a:p>
            <a:r>
              <a:rPr lang="pt-BR" dirty="0"/>
              <a:t>Site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8BD2F935-273C-772F-408A-F2FDF5100711}"/>
              </a:ext>
            </a:extLst>
          </p:cNvPr>
          <p:cNvSpPr/>
          <p:nvPr/>
        </p:nvSpPr>
        <p:spPr>
          <a:xfrm>
            <a:off x="7924800" y="7886700"/>
            <a:ext cx="2819400" cy="690045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3200" b="1" dirty="0"/>
              <a:t>CLIENTES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C36C0CFD-C305-F927-889D-C64C71BA5EDD}"/>
              </a:ext>
            </a:extLst>
          </p:cNvPr>
          <p:cNvGrpSpPr/>
          <p:nvPr/>
        </p:nvGrpSpPr>
        <p:grpSpPr>
          <a:xfrm>
            <a:off x="4415812" y="5816234"/>
            <a:ext cx="7053680" cy="3783512"/>
            <a:chOff x="4415812" y="5816234"/>
            <a:chExt cx="7053680" cy="3783512"/>
          </a:xfrm>
        </p:grpSpPr>
        <p:cxnSp>
          <p:nvCxnSpPr>
            <p:cNvPr id="6" name="Conector de Seta Reta 5">
              <a:extLst>
                <a:ext uri="{FF2B5EF4-FFF2-40B4-BE49-F238E27FC236}">
                  <a16:creationId xmlns:a16="http://schemas.microsoft.com/office/drawing/2014/main" id="{67F7BCF0-BAC0-D0A0-6FE1-DD34465E03E2}"/>
                </a:ext>
              </a:extLst>
            </p:cNvPr>
            <p:cNvCxnSpPr>
              <a:stCxn id="78" idx="3"/>
              <a:endCxn id="4" idx="2"/>
            </p:cNvCxnSpPr>
            <p:nvPr/>
          </p:nvCxnSpPr>
          <p:spPr>
            <a:xfrm flipV="1">
              <a:off x="6605706" y="8576745"/>
              <a:ext cx="2728794" cy="1023001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" name="Conector de Seta Reta 6">
              <a:extLst>
                <a:ext uri="{FF2B5EF4-FFF2-40B4-BE49-F238E27FC236}">
                  <a16:creationId xmlns:a16="http://schemas.microsoft.com/office/drawing/2014/main" id="{CDF504DE-EA93-B941-7EE3-DE798D85FD5C}"/>
                </a:ext>
              </a:extLst>
            </p:cNvPr>
            <p:cNvCxnSpPr>
              <a:cxnSpLocks/>
              <a:endCxn id="4" idx="2"/>
            </p:cNvCxnSpPr>
            <p:nvPr/>
          </p:nvCxnSpPr>
          <p:spPr>
            <a:xfrm flipH="1" flipV="1">
              <a:off x="9334500" y="8576745"/>
              <a:ext cx="2134992" cy="469982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Conector de Seta Reta 9">
              <a:extLst>
                <a:ext uri="{FF2B5EF4-FFF2-40B4-BE49-F238E27FC236}">
                  <a16:creationId xmlns:a16="http://schemas.microsoft.com/office/drawing/2014/main" id="{BC823F15-4637-50C8-85A2-B34D026103E9}"/>
                </a:ext>
              </a:extLst>
            </p:cNvPr>
            <p:cNvCxnSpPr>
              <a:cxnSpLocks/>
              <a:endCxn id="4" idx="0"/>
            </p:cNvCxnSpPr>
            <p:nvPr/>
          </p:nvCxnSpPr>
          <p:spPr>
            <a:xfrm>
              <a:off x="4415812" y="5816234"/>
              <a:ext cx="4918688" cy="2070466"/>
            </a:xfrm>
            <a:prstGeom prst="straightConnector1">
              <a:avLst/>
            </a:prstGeom>
            <a:ln w="762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Agrupar 16">
            <a:extLst>
              <a:ext uri="{FF2B5EF4-FFF2-40B4-BE49-F238E27FC236}">
                <a16:creationId xmlns:a16="http://schemas.microsoft.com/office/drawing/2014/main" id="{FD440417-46C1-F2A9-4940-B7B30811D40C}"/>
              </a:ext>
            </a:extLst>
          </p:cNvPr>
          <p:cNvGrpSpPr/>
          <p:nvPr/>
        </p:nvGrpSpPr>
        <p:grpSpPr>
          <a:xfrm>
            <a:off x="1985000" y="4211650"/>
            <a:ext cx="611218" cy="1490525"/>
            <a:chOff x="1259618" y="3970178"/>
            <a:chExt cx="991844" cy="2418724"/>
          </a:xfrm>
        </p:grpSpPr>
        <p:pic>
          <p:nvPicPr>
            <p:cNvPr id="14" name="Picture 6" descr="HTML Content">
              <a:extLst>
                <a:ext uri="{FF2B5EF4-FFF2-40B4-BE49-F238E27FC236}">
                  <a16:creationId xmlns:a16="http://schemas.microsoft.com/office/drawing/2014/main" id="{1281E4FF-DA1E-5EA8-BF75-4D0F4AA394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9618" y="3970178"/>
              <a:ext cx="991844" cy="991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5" name="Picture 4" descr="What is CSS in Web Development">
              <a:extLst>
                <a:ext uri="{FF2B5EF4-FFF2-40B4-BE49-F238E27FC236}">
                  <a16:creationId xmlns:a16="http://schemas.microsoft.com/office/drawing/2014/main" id="{D8328DEC-2BA6-E386-9398-39E86AB2438D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9" t="17407" r="26388"/>
            <a:stretch/>
          </p:blipFill>
          <p:spPr bwMode="auto">
            <a:xfrm>
              <a:off x="1409803" y="4878064"/>
              <a:ext cx="681708" cy="74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6" name="Picture 2" descr="Курси Front End Developer в Києві ᐈ Онлайн курс Фронтенд Розробник з ...">
              <a:extLst>
                <a:ext uri="{FF2B5EF4-FFF2-40B4-BE49-F238E27FC236}">
                  <a16:creationId xmlns:a16="http://schemas.microsoft.com/office/drawing/2014/main" id="{440879CF-1643-D6BE-6608-7C071D57EC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8547" y="5643702"/>
              <a:ext cx="652683" cy="74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18" name="Agrupar 17">
            <a:extLst>
              <a:ext uri="{FF2B5EF4-FFF2-40B4-BE49-F238E27FC236}">
                <a16:creationId xmlns:a16="http://schemas.microsoft.com/office/drawing/2014/main" id="{08B30F08-0C92-68A3-A56A-1EE2F6315B0F}"/>
              </a:ext>
            </a:extLst>
          </p:cNvPr>
          <p:cNvGrpSpPr/>
          <p:nvPr/>
        </p:nvGrpSpPr>
        <p:grpSpPr>
          <a:xfrm>
            <a:off x="3459324" y="7556202"/>
            <a:ext cx="611218" cy="1490525"/>
            <a:chOff x="1259618" y="3970178"/>
            <a:chExt cx="991844" cy="2418724"/>
          </a:xfrm>
        </p:grpSpPr>
        <p:pic>
          <p:nvPicPr>
            <p:cNvPr id="19" name="Picture 6" descr="HTML Content">
              <a:extLst>
                <a:ext uri="{FF2B5EF4-FFF2-40B4-BE49-F238E27FC236}">
                  <a16:creationId xmlns:a16="http://schemas.microsoft.com/office/drawing/2014/main" id="{98D59858-F01D-3BBE-D273-AACF5E05A9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9618" y="3970178"/>
              <a:ext cx="991844" cy="991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0" name="Picture 4" descr="What is CSS in Web Development">
              <a:extLst>
                <a:ext uri="{FF2B5EF4-FFF2-40B4-BE49-F238E27FC236}">
                  <a16:creationId xmlns:a16="http://schemas.microsoft.com/office/drawing/2014/main" id="{A6C109DE-F019-7B91-F70E-362A276CBFC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9" t="17407" r="26388"/>
            <a:stretch/>
          </p:blipFill>
          <p:spPr bwMode="auto">
            <a:xfrm>
              <a:off x="1409803" y="4878064"/>
              <a:ext cx="681708" cy="74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1" name="Picture 2" descr="Курси Front End Developer в Києві ᐈ Онлайн курс Фронтенд Розробник з ...">
              <a:extLst>
                <a:ext uri="{FF2B5EF4-FFF2-40B4-BE49-F238E27FC236}">
                  <a16:creationId xmlns:a16="http://schemas.microsoft.com/office/drawing/2014/main" id="{D3D40F17-AB92-A312-F894-E73811596A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8547" y="5643702"/>
              <a:ext cx="652683" cy="74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22" name="Agrupar 21">
            <a:extLst>
              <a:ext uri="{FF2B5EF4-FFF2-40B4-BE49-F238E27FC236}">
                <a16:creationId xmlns:a16="http://schemas.microsoft.com/office/drawing/2014/main" id="{FD668C4C-7703-B8B0-7811-75E878CDD380}"/>
              </a:ext>
            </a:extLst>
          </p:cNvPr>
          <p:cNvGrpSpPr/>
          <p:nvPr/>
        </p:nvGrpSpPr>
        <p:grpSpPr>
          <a:xfrm>
            <a:off x="13325150" y="7486459"/>
            <a:ext cx="611218" cy="1490525"/>
            <a:chOff x="1259618" y="3970178"/>
            <a:chExt cx="991844" cy="2418724"/>
          </a:xfrm>
        </p:grpSpPr>
        <p:pic>
          <p:nvPicPr>
            <p:cNvPr id="23" name="Picture 6" descr="HTML Content">
              <a:extLst>
                <a:ext uri="{FF2B5EF4-FFF2-40B4-BE49-F238E27FC236}">
                  <a16:creationId xmlns:a16="http://schemas.microsoft.com/office/drawing/2014/main" id="{0D7E7E43-1586-8CD4-F9C8-AE4964E4898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259618" y="3970178"/>
              <a:ext cx="991844" cy="991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4" name="Picture 4" descr="What is CSS in Web Development">
              <a:extLst>
                <a:ext uri="{FF2B5EF4-FFF2-40B4-BE49-F238E27FC236}">
                  <a16:creationId xmlns:a16="http://schemas.microsoft.com/office/drawing/2014/main" id="{7481250A-6507-379C-9965-E36592DDDC74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9" t="17407" r="26388"/>
            <a:stretch/>
          </p:blipFill>
          <p:spPr bwMode="auto">
            <a:xfrm>
              <a:off x="1409803" y="4878064"/>
              <a:ext cx="681708" cy="74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5" name="Picture 2" descr="Курси Front End Developer в Києві ᐈ Онлайн курс Фронтенд Розробник з ...">
              <a:extLst>
                <a:ext uri="{FF2B5EF4-FFF2-40B4-BE49-F238E27FC236}">
                  <a16:creationId xmlns:a16="http://schemas.microsoft.com/office/drawing/2014/main" id="{42A29DC5-66CE-7113-933C-4619CE37CD4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38547" y="5643702"/>
              <a:ext cx="652683" cy="74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F9FBB020-DCA2-4E8E-240C-3188EC7D04BC}"/>
              </a:ext>
            </a:extLst>
          </p:cNvPr>
          <p:cNvSpPr txBox="1"/>
          <p:nvPr/>
        </p:nvSpPr>
        <p:spPr>
          <a:xfrm>
            <a:off x="15185985" y="1450725"/>
            <a:ext cx="17572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3600"/>
            </a:lvl1pPr>
          </a:lstStyle>
          <a:p>
            <a:r>
              <a:rPr lang="pt-BR" dirty="0"/>
              <a:t>Estático*</a:t>
            </a:r>
          </a:p>
        </p:txBody>
      </p:sp>
      <p:sp>
        <p:nvSpPr>
          <p:cNvPr id="28" name="Rolagem: Horizontal 27">
            <a:extLst>
              <a:ext uri="{FF2B5EF4-FFF2-40B4-BE49-F238E27FC236}">
                <a16:creationId xmlns:a16="http://schemas.microsoft.com/office/drawing/2014/main" id="{368A57EF-0D54-643E-5C37-04587875FF59}"/>
              </a:ext>
            </a:extLst>
          </p:cNvPr>
          <p:cNvSpPr/>
          <p:nvPr/>
        </p:nvSpPr>
        <p:spPr>
          <a:xfrm>
            <a:off x="7769820" y="4197360"/>
            <a:ext cx="9194537" cy="5181072"/>
          </a:xfrm>
          <a:prstGeom prst="horizontalScroll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3200" dirty="0"/>
              <a:t>Um site “Estático” fornece as mesmas informações a qualquer cliente que acessar o servidor. Basicamente um site estático é composto por:</a:t>
            </a:r>
          </a:p>
          <a:p>
            <a:pPr algn="ctr"/>
            <a:r>
              <a:rPr lang="pt-BR" sz="3200" dirty="0"/>
              <a:t>HTML</a:t>
            </a:r>
          </a:p>
          <a:p>
            <a:pPr algn="ctr"/>
            <a:r>
              <a:rPr lang="pt-BR" sz="3200" dirty="0"/>
              <a:t>CSS</a:t>
            </a:r>
          </a:p>
          <a:p>
            <a:pPr algn="ctr"/>
            <a:r>
              <a:rPr lang="pt-BR" sz="3200" dirty="0"/>
              <a:t>Java Script</a:t>
            </a:r>
          </a:p>
          <a:p>
            <a:pPr algn="ctr"/>
            <a:r>
              <a:rPr lang="pt-BR" sz="3200" dirty="0"/>
              <a:t>- Tentem fazer o desenho -</a:t>
            </a:r>
          </a:p>
        </p:txBody>
      </p:sp>
    </p:spTree>
    <p:extLst>
      <p:ext uri="{BB962C8B-B14F-4D97-AF65-F5344CB8AC3E}">
        <p14:creationId xmlns:p14="http://schemas.microsoft.com/office/powerpoint/2010/main" val="2133303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"/>
                            </p:stCondLst>
                            <p:childTnLst>
                              <p:par>
                                <p:cTn id="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"/>
                            </p:stCondLst>
                            <p:childTnLst>
                              <p:par>
                                <p:cTn id="1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"/>
                            </p:stCondLst>
                            <p:childTnLst>
                              <p:par>
                                <p:cTn id="1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8" dur="1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"/>
                            </p:stCondLst>
                            <p:childTnLst>
                              <p:par>
                                <p:cTn id="2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" dur="1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1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600"/>
                            </p:stCondLst>
                            <p:childTnLst>
                              <p:par>
                                <p:cTn id="2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0" dur="1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700"/>
                            </p:stCondLst>
                            <p:childTnLst>
                              <p:par>
                                <p:cTn id="3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4" dur="1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800"/>
                            </p:stCondLst>
                            <p:childTnLst>
                              <p:par>
                                <p:cTn id="3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1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900"/>
                            </p:stCondLst>
                            <p:childTnLst>
                              <p:par>
                                <p:cTn id="41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10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6" dur="1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100"/>
                            </p:stCondLst>
                            <p:childTnLst>
                              <p:par>
                                <p:cTn id="49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0" dur="1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200"/>
                            </p:stCondLst>
                            <p:childTnLst>
                              <p:par>
                                <p:cTn id="53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1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1300"/>
                            </p:stCondLst>
                            <p:childTnLst>
                              <p:par>
                                <p:cTn id="57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8" dur="1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1400"/>
                            </p:stCondLst>
                            <p:childTnLst>
                              <p:par>
                                <p:cTn id="6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1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1500"/>
                            </p:stCondLst>
                            <p:childTnLst>
                              <p:par>
                                <p:cTn id="65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6" dur="1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600"/>
                            </p:stCondLst>
                            <p:childTnLst>
                              <p:par>
                                <p:cTn id="69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0" dur="1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1700"/>
                            </p:stCondLst>
                            <p:childTnLst>
                              <p:par>
                                <p:cTn id="73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1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1800"/>
                            </p:stCondLst>
                            <p:childTnLst>
                              <p:par>
                                <p:cTn id="77" presetID="10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8" dur="1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1900"/>
                            </p:stCondLst>
                            <p:childTnLst>
                              <p:par>
                                <p:cTn id="81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2" dur="1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2000"/>
                            </p:stCondLst>
                            <p:childTnLst>
                              <p:par>
                                <p:cTn id="85" presetID="10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1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2100"/>
                            </p:stCondLst>
                            <p:childTnLst>
                              <p:par>
                                <p:cTn id="89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2743 -0.00911 L -0.02743 -0.00911 C -0.04297 0.00139 -0.04635 0.00447 -0.06519 0.01265 C -0.08654 0.02176 -0.10781 0.03225 -0.12951 0.03796 C -0.16866 0.0483 -0.20764 0.06034 -0.24687 0.06883 C -0.29904 0.08025 -0.34748 0.08148 -0.4 0.08518 C -0.43533 0.09784 -0.47092 0.1088 -0.50607 0.1233 C -0.51658 0.12762 -0.52639 0.1358 -0.53672 0.14136 C -0.54696 0.14691 -0.55885 0.15093 -0.56935 0.15417 C -0.57378 0.1554 -0.57821 0.15694 -0.58264 0.15772 C -0.59079 0.15926 -0.59895 0.16018 -0.60711 0.16142 C -0.61527 0.16497 -0.62361 0.16744 -0.63159 0.17222 C -0.63368 0.17346 -0.63576 0.17438 -0.63776 0.17593 C -0.63889 0.1767 -0.63967 0.1787 -0.64079 0.17947 C -0.64314 0.18117 -0.64557 0.18179 -0.64791 0.18318 C -0.65277 0.18596 -0.65746 0.1892 -0.66224 0.19213 C -0.66328 0.1929 -0.66423 0.19367 -0.66527 0.19398 C -0.66866 0.19522 -0.67204 0.1966 -0.67552 0.19768 C -0.68246 0.19954 -0.68229 0.19938 -0.68672 0.19938 L -0.69791 0.19583 L -0.69383 0.19213 L -0.69696 0.19043 L -0.69383 0.19043 L -0.69383 0.19043 " pathEditMode="relative" ptsTypes="AAAAAAAAAAAAAAAAAAAAAAAA">
                                      <p:cBhvr>
                                        <p:cTn id="90" dur="2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6" grpId="0"/>
      <p:bldP spid="53" grpId="0" animBg="1"/>
      <p:bldP spid="92" grpId="0" animBg="1"/>
      <p:bldP spid="94" grpId="0"/>
      <p:bldP spid="95" grpId="0"/>
      <p:bldP spid="4" grpId="0" animBg="1"/>
      <p:bldP spid="27" grpId="0"/>
      <p:bldP spid="28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Elipse 7">
            <a:extLst>
              <a:ext uri="{FF2B5EF4-FFF2-40B4-BE49-F238E27FC236}">
                <a16:creationId xmlns:a16="http://schemas.microsoft.com/office/drawing/2014/main" id="{33606439-72E1-AFE5-5251-E7FE52118A3C}"/>
              </a:ext>
            </a:extLst>
          </p:cNvPr>
          <p:cNvSpPr/>
          <p:nvPr/>
        </p:nvSpPr>
        <p:spPr>
          <a:xfrm>
            <a:off x="667139" y="3504422"/>
            <a:ext cx="4038600" cy="38100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76200">
            <a:solidFill>
              <a:schemeClr val="tx2">
                <a:lumMod val="75000"/>
              </a:schemeClr>
            </a:solidFill>
            <a:prstDash val="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id="{ECAC1133-5163-F390-6A89-6D6BB3AF59F5}"/>
              </a:ext>
            </a:extLst>
          </p:cNvPr>
          <p:cNvGrpSpPr/>
          <p:nvPr/>
        </p:nvGrpSpPr>
        <p:grpSpPr>
          <a:xfrm>
            <a:off x="1544217" y="4135795"/>
            <a:ext cx="2180739" cy="2660541"/>
            <a:chOff x="14229908" y="2178159"/>
            <a:chExt cx="2180739" cy="2660541"/>
          </a:xfrm>
        </p:grpSpPr>
        <p:grpSp>
          <p:nvGrpSpPr>
            <p:cNvPr id="96" name="Agrupar 95">
              <a:extLst>
                <a:ext uri="{FF2B5EF4-FFF2-40B4-BE49-F238E27FC236}">
                  <a16:creationId xmlns:a16="http://schemas.microsoft.com/office/drawing/2014/main" id="{52F13CC1-38A8-136C-1CB6-68DD5E0AE6D7}"/>
                </a:ext>
              </a:extLst>
            </p:cNvPr>
            <p:cNvGrpSpPr/>
            <p:nvPr/>
          </p:nvGrpSpPr>
          <p:grpSpPr>
            <a:xfrm>
              <a:off x="14229908" y="2178159"/>
              <a:ext cx="2180739" cy="991844"/>
              <a:chOff x="14229908" y="2178159"/>
              <a:chExt cx="2180739" cy="991844"/>
            </a:xfrm>
          </p:grpSpPr>
          <p:pic>
            <p:nvPicPr>
              <p:cNvPr id="1030" name="Picture 6" descr="HTML Content">
                <a:extLst>
                  <a:ext uri="{FF2B5EF4-FFF2-40B4-BE49-F238E27FC236}">
                    <a16:creationId xmlns:a16="http://schemas.microsoft.com/office/drawing/2014/main" id="{CD9D5A0F-C3F4-BECD-5F85-844D6F72F7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229908" y="2178159"/>
                <a:ext cx="991844" cy="991844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5" name="CaixaDeTexto 84">
                <a:extLst>
                  <a:ext uri="{FF2B5EF4-FFF2-40B4-BE49-F238E27FC236}">
                    <a16:creationId xmlns:a16="http://schemas.microsoft.com/office/drawing/2014/main" id="{9DE47F52-3F94-6479-DB43-66F17060E2B2}"/>
                  </a:ext>
                </a:extLst>
              </p:cNvPr>
              <p:cNvSpPr txBox="1"/>
              <p:nvPr/>
            </p:nvSpPr>
            <p:spPr>
              <a:xfrm>
                <a:off x="15123115" y="2329141"/>
                <a:ext cx="1287532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3600" b="1" spc="50" dirty="0">
                    <a:ln w="0"/>
                    <a:solidFill>
                      <a:schemeClr val="bg2"/>
                    </a:solidFill>
                    <a:effectLst>
                      <a:innerShdw blurRad="63500" dist="50800" dir="13500000">
                        <a:srgbClr val="000000">
                          <a:alpha val="50000"/>
                        </a:srgbClr>
                      </a:innerShdw>
                    </a:effectLst>
                  </a:rPr>
                  <a:t>HTML</a:t>
                </a:r>
              </a:p>
            </p:txBody>
          </p:sp>
        </p:grpSp>
        <p:grpSp>
          <p:nvGrpSpPr>
            <p:cNvPr id="97" name="Agrupar 96">
              <a:extLst>
                <a:ext uri="{FF2B5EF4-FFF2-40B4-BE49-F238E27FC236}">
                  <a16:creationId xmlns:a16="http://schemas.microsoft.com/office/drawing/2014/main" id="{924235F3-5B27-E9A0-7198-EB50733624CE}"/>
                </a:ext>
              </a:extLst>
            </p:cNvPr>
            <p:cNvGrpSpPr/>
            <p:nvPr/>
          </p:nvGrpSpPr>
          <p:grpSpPr>
            <a:xfrm>
              <a:off x="14394457" y="3159597"/>
              <a:ext cx="1641087" cy="755606"/>
              <a:chOff x="14394457" y="3159597"/>
              <a:chExt cx="1641087" cy="755606"/>
            </a:xfrm>
          </p:grpSpPr>
          <p:pic>
            <p:nvPicPr>
              <p:cNvPr id="1028" name="Picture 4" descr="What is CSS in Web Development">
                <a:extLst>
                  <a:ext uri="{FF2B5EF4-FFF2-40B4-BE49-F238E27FC236}">
                    <a16:creationId xmlns:a16="http://schemas.microsoft.com/office/drawing/2014/main" id="{8C21D10F-A19D-771E-EE91-D07B64485F0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26389" t="17407" r="26388"/>
              <a:stretch/>
            </p:blipFill>
            <p:spPr bwMode="auto">
              <a:xfrm>
                <a:off x="14394457" y="3170003"/>
                <a:ext cx="681708" cy="745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6" name="CaixaDeTexto 85">
                <a:extLst>
                  <a:ext uri="{FF2B5EF4-FFF2-40B4-BE49-F238E27FC236}">
                    <a16:creationId xmlns:a16="http://schemas.microsoft.com/office/drawing/2014/main" id="{DA98F5A7-55C9-CE1C-20E6-4F6971052F66}"/>
                  </a:ext>
                </a:extLst>
              </p:cNvPr>
              <p:cNvSpPr txBox="1"/>
              <p:nvPr/>
            </p:nvSpPr>
            <p:spPr>
              <a:xfrm>
                <a:off x="15123115" y="3159597"/>
                <a:ext cx="912429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3600" b="1" spc="50" dirty="0">
                    <a:ln w="0"/>
                    <a:solidFill>
                      <a:schemeClr val="bg2"/>
                    </a:solidFill>
                    <a:effectLst>
                      <a:innerShdw blurRad="63500" dist="50800" dir="13500000">
                        <a:srgbClr val="000000">
                          <a:alpha val="50000"/>
                        </a:srgbClr>
                      </a:innerShdw>
                    </a:effectLst>
                  </a:rPr>
                  <a:t>CSS</a:t>
                </a:r>
              </a:p>
            </p:txBody>
          </p:sp>
        </p:grpSp>
        <p:grpSp>
          <p:nvGrpSpPr>
            <p:cNvPr id="98" name="Agrupar 97">
              <a:extLst>
                <a:ext uri="{FF2B5EF4-FFF2-40B4-BE49-F238E27FC236}">
                  <a16:creationId xmlns:a16="http://schemas.microsoft.com/office/drawing/2014/main" id="{5FD2BA1E-07FC-60AE-8B96-13F39CD7856B}"/>
                </a:ext>
              </a:extLst>
            </p:cNvPr>
            <p:cNvGrpSpPr/>
            <p:nvPr/>
          </p:nvGrpSpPr>
          <p:grpSpPr>
            <a:xfrm>
              <a:off x="14423482" y="4007703"/>
              <a:ext cx="1613666" cy="830997"/>
              <a:chOff x="14423482" y="4007703"/>
              <a:chExt cx="1613666" cy="830997"/>
            </a:xfrm>
          </p:grpSpPr>
          <p:pic>
            <p:nvPicPr>
              <p:cNvPr id="1026" name="Picture 2" descr="Курси Front End Developer в Києві ᐈ Онлайн курс Фронтенд Розробник з ...">
                <a:extLst>
                  <a:ext uri="{FF2B5EF4-FFF2-40B4-BE49-F238E27FC236}">
                    <a16:creationId xmlns:a16="http://schemas.microsoft.com/office/drawing/2014/main" id="{2D2AA773-A04F-6873-C573-1B0047662E9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423482" y="4093500"/>
                <a:ext cx="652683" cy="7452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88" name="CaixaDeTexto 87">
                <a:extLst>
                  <a:ext uri="{FF2B5EF4-FFF2-40B4-BE49-F238E27FC236}">
                    <a16:creationId xmlns:a16="http://schemas.microsoft.com/office/drawing/2014/main" id="{6DE2BED5-7645-C694-7BEE-BA9B223AA6E1}"/>
                  </a:ext>
                </a:extLst>
              </p:cNvPr>
              <p:cNvSpPr txBox="1"/>
              <p:nvPr/>
            </p:nvSpPr>
            <p:spPr>
              <a:xfrm>
                <a:off x="15123115" y="4007703"/>
                <a:ext cx="914033" cy="8309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2400" b="1" spc="50" dirty="0">
                    <a:ln w="0"/>
                    <a:solidFill>
                      <a:schemeClr val="bg2"/>
                    </a:solidFill>
                    <a:effectLst>
                      <a:innerShdw blurRad="63500" dist="50800" dir="13500000">
                        <a:srgbClr val="000000">
                          <a:alpha val="50000"/>
                        </a:srgbClr>
                      </a:innerShdw>
                    </a:effectLst>
                  </a:rPr>
                  <a:t>Java</a:t>
                </a:r>
              </a:p>
              <a:p>
                <a:r>
                  <a:rPr lang="pt-BR" sz="2400" b="1" spc="50" dirty="0" err="1">
                    <a:ln w="0"/>
                    <a:solidFill>
                      <a:schemeClr val="bg2"/>
                    </a:solidFill>
                    <a:effectLst>
                      <a:innerShdw blurRad="63500" dist="50800" dir="13500000">
                        <a:srgbClr val="000000">
                          <a:alpha val="50000"/>
                        </a:srgbClr>
                      </a:innerShdw>
                    </a:effectLst>
                  </a:rPr>
                  <a:t>Scritp</a:t>
                </a:r>
                <a:endParaRPr lang="pt-BR" sz="24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endParaRPr>
              </a:p>
            </p:txBody>
          </p:sp>
        </p:grpSp>
      </p:grpSp>
      <p:grpSp>
        <p:nvGrpSpPr>
          <p:cNvPr id="26" name="Agrupar 25">
            <a:extLst>
              <a:ext uri="{FF2B5EF4-FFF2-40B4-BE49-F238E27FC236}">
                <a16:creationId xmlns:a16="http://schemas.microsoft.com/office/drawing/2014/main" id="{3AC474C1-2FC6-14F4-057F-AD4FE1741ED7}"/>
              </a:ext>
            </a:extLst>
          </p:cNvPr>
          <p:cNvGrpSpPr/>
          <p:nvPr/>
        </p:nvGrpSpPr>
        <p:grpSpPr>
          <a:xfrm>
            <a:off x="5029200" y="4650378"/>
            <a:ext cx="3922079" cy="1446550"/>
            <a:chOff x="5029200" y="4650378"/>
            <a:chExt cx="3922079" cy="1446550"/>
          </a:xfrm>
        </p:grpSpPr>
        <p:cxnSp>
          <p:nvCxnSpPr>
            <p:cNvPr id="11" name="Conector de Seta Reta 10">
              <a:extLst>
                <a:ext uri="{FF2B5EF4-FFF2-40B4-BE49-F238E27FC236}">
                  <a16:creationId xmlns:a16="http://schemas.microsoft.com/office/drawing/2014/main" id="{56161FEA-B31F-1745-0D22-D8AF4413D696}"/>
                </a:ext>
              </a:extLst>
            </p:cNvPr>
            <p:cNvCxnSpPr/>
            <p:nvPr/>
          </p:nvCxnSpPr>
          <p:spPr>
            <a:xfrm>
              <a:off x="5029200" y="5372100"/>
              <a:ext cx="990600" cy="0"/>
            </a:xfrm>
            <a:prstGeom prst="straightConnector1">
              <a:avLst/>
            </a:prstGeom>
            <a:ln w="171450">
              <a:solidFill>
                <a:schemeClr val="tx2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CaixaDeTexto 11">
              <a:extLst>
                <a:ext uri="{FF2B5EF4-FFF2-40B4-BE49-F238E27FC236}">
                  <a16:creationId xmlns:a16="http://schemas.microsoft.com/office/drawing/2014/main" id="{8C854390-C246-37CE-8D95-3773BBA787F0}"/>
                </a:ext>
              </a:extLst>
            </p:cNvPr>
            <p:cNvSpPr txBox="1"/>
            <p:nvPr/>
          </p:nvSpPr>
          <p:spPr>
            <a:xfrm>
              <a:off x="5878002" y="4650378"/>
              <a:ext cx="3073277" cy="144655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4400" dirty="0"/>
                <a:t>Tecnologias</a:t>
              </a:r>
            </a:p>
            <a:p>
              <a:pPr algn="ctr"/>
              <a:r>
                <a:rPr lang="pt-BR" sz="4400" dirty="0"/>
                <a:t>“Client-Side”</a:t>
              </a:r>
            </a:p>
          </p:txBody>
        </p:sp>
      </p:grpSp>
      <p:pic>
        <p:nvPicPr>
          <p:cNvPr id="29" name="Picture 2" descr="Google Chrome Icon PNG Image Free Download From pixlok.com">
            <a:extLst>
              <a:ext uri="{FF2B5EF4-FFF2-40B4-BE49-F238E27FC236}">
                <a16:creationId xmlns:a16="http://schemas.microsoft.com/office/drawing/2014/main" id="{F2E87E19-F685-56FD-1826-E97B6FFBAB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ackgroundRemoval t="10000" b="90000" l="10000" r="90000">
                        <a14:foregroundMark x1="44515" y1="37342" x2="35443" y2="46414"/>
                        <a14:foregroundMark x1="35443" y1="46414" x2="41983" y2="57384"/>
                        <a14:foregroundMark x1="41983" y1="57384" x2="47046" y2="44093"/>
                        <a14:foregroundMark x1="47046" y1="44093" x2="58861" y2="51688"/>
                        <a14:foregroundMark x1="58861" y1="51688" x2="49367" y2="56329"/>
                        <a14:foregroundMark x1="44093" y1="39030" x2="57595" y2="38186"/>
                        <a14:foregroundMark x1="57595" y1="38186" x2="63924" y2="48945"/>
                        <a14:foregroundMark x1="63924" y1="48945" x2="54430" y2="62658"/>
                        <a14:foregroundMark x1="54430" y1="62658" x2="39451" y2="60338"/>
                        <a14:foregroundMark x1="39451" y1="60338" x2="34810" y2="49789"/>
                        <a14:foregroundMark x1="34810" y1="49789" x2="34177" y2="49789"/>
                        <a14:foregroundMark x1="45359" y1="35654" x2="57595" y2="38608"/>
                        <a14:foregroundMark x1="57595" y1="38608" x2="63291" y2="50422"/>
                        <a14:foregroundMark x1="63291" y1="50422" x2="55485" y2="62236"/>
                        <a14:foregroundMark x1="55485" y1="62236" x2="44726" y2="63924"/>
                        <a14:foregroundMark x1="44726" y1="63924" x2="40717" y2="61603"/>
                        <a14:foregroundMark x1="64346" y1="52110" x2="55274" y2="62869"/>
                        <a14:foregroundMark x1="55274" y1="62869" x2="46624" y2="6582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88385" y="1903355"/>
            <a:ext cx="2419967" cy="2419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4" descr="Microsoft Edge - Microsoft Edge New Logo Png,Logo Windows - free ...">
            <a:extLst>
              <a:ext uri="{FF2B5EF4-FFF2-40B4-BE49-F238E27FC236}">
                <a16:creationId xmlns:a16="http://schemas.microsoft.com/office/drawing/2014/main" id="{4845AA97-AB43-414B-33D1-58F7BEBF66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ackgroundRemoval t="7766" b="90000" l="9111" r="90000">
                        <a14:foregroundMark x1="10000" y1="41489" x2="9222" y2="48404"/>
                        <a14:foregroundMark x1="9222" y1="48404" x2="10111" y2="53191"/>
                        <a14:foregroundMark x1="41556" y1="9468" x2="54444" y2="7766"/>
                        <a14:foregroundMark x1="54444" y1="7766" x2="57444" y2="9255"/>
                        <a14:foregroundMark x1="52111" y1="46809" x2="71111" y2="70213"/>
                        <a14:foregroundMark x1="71111" y1="70213" x2="88778" y2="60745"/>
                        <a14:foregroundMark x1="83667" y1="63191" x2="50444" y2="49255"/>
                        <a14:foregroundMark x1="50444" y1="49255" x2="63556" y2="67979"/>
                        <a14:foregroundMark x1="63556" y1="67979" x2="84000" y2="58830"/>
                        <a14:foregroundMark x1="84000" y1="58830" x2="64889" y2="64043"/>
                        <a14:foregroundMark x1="69222" y1="62340" x2="51222" y2="46170"/>
                        <a14:foregroundMark x1="51222" y1="46170" x2="54667" y2="39468"/>
                        <a14:foregroundMark x1="60667" y1="44362" x2="48667" y2="57447"/>
                        <a14:foregroundMark x1="50444" y1="41915" x2="46111" y2="41915"/>
                        <a14:foregroundMark x1="49556" y1="41915" x2="46111" y2="59149"/>
                        <a14:foregroundMark x1="50444" y1="40319" x2="45222" y2="58298"/>
                        <a14:foregroundMark x1="48667" y1="42766" x2="42667" y2="51702"/>
                        <a14:foregroundMark x1="47778" y1="41170" x2="44444" y2="56702"/>
                        <a14:foregroundMark x1="53000" y1="55000" x2="56333" y2="65638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5963" y="4268465"/>
            <a:ext cx="2184810" cy="22819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 descr="Opera logo PNG transparent image download, size: 1200x1200px">
            <a:extLst>
              <a:ext uri="{FF2B5EF4-FFF2-40B4-BE49-F238E27FC236}">
                <a16:creationId xmlns:a16="http://schemas.microsoft.com/office/drawing/2014/main" id="{DC22DE03-B1B1-4702-FB17-839635D25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69618" y="6423736"/>
            <a:ext cx="2857499" cy="28574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CaixaDeTexto 32">
            <a:extLst>
              <a:ext uri="{FF2B5EF4-FFF2-40B4-BE49-F238E27FC236}">
                <a16:creationId xmlns:a16="http://schemas.microsoft.com/office/drawing/2014/main" id="{4A145CF3-3918-7C95-B4EA-09DBC6E495B9}"/>
              </a:ext>
            </a:extLst>
          </p:cNvPr>
          <p:cNvSpPr txBox="1"/>
          <p:nvPr/>
        </p:nvSpPr>
        <p:spPr>
          <a:xfrm>
            <a:off x="12527117" y="4933108"/>
            <a:ext cx="297741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000" dirty="0"/>
              <a:t>Navegadores</a:t>
            </a:r>
          </a:p>
        </p:txBody>
      </p:sp>
      <p:grpSp>
        <p:nvGrpSpPr>
          <p:cNvPr id="3" name="Agrupar 2">
            <a:extLst>
              <a:ext uri="{FF2B5EF4-FFF2-40B4-BE49-F238E27FC236}">
                <a16:creationId xmlns:a16="http://schemas.microsoft.com/office/drawing/2014/main" id="{6C2C5201-7696-123E-8926-F02950C6875D}"/>
              </a:ext>
            </a:extLst>
          </p:cNvPr>
          <p:cNvGrpSpPr/>
          <p:nvPr/>
        </p:nvGrpSpPr>
        <p:grpSpPr>
          <a:xfrm>
            <a:off x="6379570" y="603365"/>
            <a:ext cx="1834983" cy="3037827"/>
            <a:chOff x="12413887" y="1520246"/>
            <a:chExt cx="1834983" cy="3037827"/>
          </a:xfrm>
        </p:grpSpPr>
        <p:sp>
          <p:nvSpPr>
            <p:cNvPr id="4" name="Freeform 9">
              <a:extLst>
                <a:ext uri="{FF2B5EF4-FFF2-40B4-BE49-F238E27FC236}">
                  <a16:creationId xmlns:a16="http://schemas.microsoft.com/office/drawing/2014/main" id="{80B53500-1832-9056-F402-19E175552701}"/>
                </a:ext>
              </a:extLst>
            </p:cNvPr>
            <p:cNvSpPr/>
            <p:nvPr/>
          </p:nvSpPr>
          <p:spPr>
            <a:xfrm>
              <a:off x="12470770" y="2340488"/>
              <a:ext cx="1778100" cy="2217585"/>
            </a:xfrm>
            <a:custGeom>
              <a:avLst/>
              <a:gdLst/>
              <a:ahLst/>
              <a:cxnLst/>
              <a:rect l="l" t="t" r="r" b="b"/>
              <a:pathLst>
                <a:path w="3299321" h="4114800">
                  <a:moveTo>
                    <a:pt x="0" y="0"/>
                  </a:moveTo>
                  <a:lnTo>
                    <a:pt x="3299321" y="0"/>
                  </a:lnTo>
                  <a:lnTo>
                    <a:pt x="3299321" y="4114800"/>
                  </a:lnTo>
                  <a:lnTo>
                    <a:pt x="0" y="41148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pt-BR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id="{F027C36B-A057-9885-73CA-D70625BF7029}"/>
                </a:ext>
              </a:extLst>
            </p:cNvPr>
            <p:cNvSpPr txBox="1"/>
            <p:nvPr/>
          </p:nvSpPr>
          <p:spPr>
            <a:xfrm>
              <a:off x="12413887" y="1520246"/>
              <a:ext cx="176125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600" dirty="0"/>
                <a:t>Servidor</a:t>
              </a:r>
            </a:p>
          </p:txBody>
        </p:sp>
      </p:grpSp>
      <p:sp>
        <p:nvSpPr>
          <p:cNvPr id="7" name="Símbolo de &quot;Não Permitido&quot; 6">
            <a:extLst>
              <a:ext uri="{FF2B5EF4-FFF2-40B4-BE49-F238E27FC236}">
                <a16:creationId xmlns:a16="http://schemas.microsoft.com/office/drawing/2014/main" id="{30516ED5-8BBF-9761-2334-AE828948609C}"/>
              </a:ext>
            </a:extLst>
          </p:cNvPr>
          <p:cNvSpPr/>
          <p:nvPr/>
        </p:nvSpPr>
        <p:spPr>
          <a:xfrm>
            <a:off x="5844294" y="1108185"/>
            <a:ext cx="2884710" cy="2884710"/>
          </a:xfrm>
          <a:prstGeom prst="noSmoking">
            <a:avLst>
              <a:gd name="adj" fmla="val 8372"/>
            </a:avLst>
          </a:prstGeom>
          <a:solidFill>
            <a:schemeClr val="accent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sp>
        <p:nvSpPr>
          <p:cNvPr id="9" name="Rolagem: Horizontal 8">
            <a:extLst>
              <a:ext uri="{FF2B5EF4-FFF2-40B4-BE49-F238E27FC236}">
                <a16:creationId xmlns:a16="http://schemas.microsoft.com/office/drawing/2014/main" id="{29C84733-D923-C6C5-8387-4CDC5308799D}"/>
              </a:ext>
            </a:extLst>
          </p:cNvPr>
          <p:cNvSpPr/>
          <p:nvPr/>
        </p:nvSpPr>
        <p:spPr>
          <a:xfrm>
            <a:off x="8426324" y="4890493"/>
            <a:ext cx="9194537" cy="5181072"/>
          </a:xfrm>
          <a:prstGeom prst="horizontalScroll">
            <a:avLst/>
          </a:prstGeom>
          <a:ln w="381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3200" dirty="0"/>
              <a:t>Anote:</a:t>
            </a:r>
          </a:p>
          <a:p>
            <a:pPr algn="ctr"/>
            <a:r>
              <a:rPr lang="pt-BR" sz="3200" dirty="0"/>
              <a:t>O Front End, que são as tecnologias do lado do cliente, como HTML, CSS e Java Script não dependem do servidor para rodar. O servidor apenas fornece os parâmetros, e todas as informação (no caso o site) é executado pelo Navegador do cliente.</a:t>
            </a:r>
          </a:p>
        </p:txBody>
      </p: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DF35B92B-649E-1385-48FC-88495B73E2BF}"/>
              </a:ext>
            </a:extLst>
          </p:cNvPr>
          <p:cNvGrpSpPr/>
          <p:nvPr/>
        </p:nvGrpSpPr>
        <p:grpSpPr>
          <a:xfrm>
            <a:off x="5907304" y="6380837"/>
            <a:ext cx="3014671" cy="1686407"/>
            <a:chOff x="5907304" y="6380837"/>
            <a:chExt cx="3014671" cy="1686407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id="{817AEE43-828A-F94A-28E0-62F92D89AC28}"/>
                </a:ext>
              </a:extLst>
            </p:cNvPr>
            <p:cNvSpPr txBox="1"/>
            <p:nvPr/>
          </p:nvSpPr>
          <p:spPr>
            <a:xfrm>
              <a:off x="5907304" y="7297803"/>
              <a:ext cx="3014671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4400" b="1" dirty="0">
                  <a:ln>
                    <a:solidFill>
                      <a:schemeClr val="accent4"/>
                    </a:solidFill>
                  </a:ln>
                </a:rPr>
                <a:t>FRONT-END</a:t>
              </a:r>
            </a:p>
          </p:txBody>
        </p:sp>
        <p:cxnSp>
          <p:nvCxnSpPr>
            <p:cNvPr id="15" name="Conector de Seta Reta 14">
              <a:extLst>
                <a:ext uri="{FF2B5EF4-FFF2-40B4-BE49-F238E27FC236}">
                  <a16:creationId xmlns:a16="http://schemas.microsoft.com/office/drawing/2014/main" id="{1EA14F26-7C24-A1BE-525E-DBA769365AB7}"/>
                </a:ext>
              </a:extLst>
            </p:cNvPr>
            <p:cNvCxnSpPr>
              <a:cxnSpLocks/>
            </p:cNvCxnSpPr>
            <p:nvPr/>
          </p:nvCxnSpPr>
          <p:spPr>
            <a:xfrm>
              <a:off x="7450936" y="6380837"/>
              <a:ext cx="0" cy="933585"/>
            </a:xfrm>
            <a:prstGeom prst="straightConnector1">
              <a:avLst/>
            </a:prstGeom>
            <a:ln w="76200">
              <a:solidFill>
                <a:schemeClr val="accent4">
                  <a:lumMod val="75000"/>
                </a:schemeClr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4622972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000"/>
                            </p:stCondLst>
                            <p:childTnLst>
                              <p:par>
                                <p:cTn id="20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0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9" dur="7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3" grpId="0"/>
      <p:bldP spid="7" grpId="0" animBg="1"/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Agrupar 2">
            <a:extLst>
              <a:ext uri="{FF2B5EF4-FFF2-40B4-BE49-F238E27FC236}">
                <a16:creationId xmlns:a16="http://schemas.microsoft.com/office/drawing/2014/main" id="{0F77776E-B0A9-A5C7-FD65-42653E2360E8}"/>
              </a:ext>
            </a:extLst>
          </p:cNvPr>
          <p:cNvGrpSpPr/>
          <p:nvPr/>
        </p:nvGrpSpPr>
        <p:grpSpPr>
          <a:xfrm>
            <a:off x="3048000" y="3013502"/>
            <a:ext cx="2180739" cy="991844"/>
            <a:chOff x="14229908" y="2178159"/>
            <a:chExt cx="2180739" cy="991844"/>
          </a:xfrm>
        </p:grpSpPr>
        <p:pic>
          <p:nvPicPr>
            <p:cNvPr id="25" name="Picture 6" descr="HTML Content">
              <a:extLst>
                <a:ext uri="{FF2B5EF4-FFF2-40B4-BE49-F238E27FC236}">
                  <a16:creationId xmlns:a16="http://schemas.microsoft.com/office/drawing/2014/main" id="{4D4A73B9-42C8-638C-350A-6F06E9B657C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229908" y="2178159"/>
              <a:ext cx="991844" cy="9918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CaixaDeTexto 25">
              <a:extLst>
                <a:ext uri="{FF2B5EF4-FFF2-40B4-BE49-F238E27FC236}">
                  <a16:creationId xmlns:a16="http://schemas.microsoft.com/office/drawing/2014/main" id="{9A889F3D-09B8-7414-2D7A-72C4FF624788}"/>
                </a:ext>
              </a:extLst>
            </p:cNvPr>
            <p:cNvSpPr txBox="1"/>
            <p:nvPr/>
          </p:nvSpPr>
          <p:spPr>
            <a:xfrm>
              <a:off x="15123115" y="2329141"/>
              <a:ext cx="1287532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HTML</a:t>
              </a:r>
            </a:p>
          </p:txBody>
        </p:sp>
      </p:grpSp>
      <p:grpSp>
        <p:nvGrpSpPr>
          <p:cNvPr id="19" name="Agrupar 18">
            <a:extLst>
              <a:ext uri="{FF2B5EF4-FFF2-40B4-BE49-F238E27FC236}">
                <a16:creationId xmlns:a16="http://schemas.microsoft.com/office/drawing/2014/main" id="{A85E5DF2-058A-B121-CF84-4B8E939AA0EB}"/>
              </a:ext>
            </a:extLst>
          </p:cNvPr>
          <p:cNvGrpSpPr/>
          <p:nvPr/>
        </p:nvGrpSpPr>
        <p:grpSpPr>
          <a:xfrm>
            <a:off x="3219300" y="6841210"/>
            <a:ext cx="1641087" cy="755606"/>
            <a:chOff x="14394457" y="3159597"/>
            <a:chExt cx="1641087" cy="755606"/>
          </a:xfrm>
        </p:grpSpPr>
        <p:pic>
          <p:nvPicPr>
            <p:cNvPr id="23" name="Picture 4" descr="What is CSS in Web Development">
              <a:extLst>
                <a:ext uri="{FF2B5EF4-FFF2-40B4-BE49-F238E27FC236}">
                  <a16:creationId xmlns:a16="http://schemas.microsoft.com/office/drawing/2014/main" id="{44A06A8F-6D8E-F5FD-E39E-915C5BD5E1FE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6389" t="17407" r="26388"/>
            <a:stretch/>
          </p:blipFill>
          <p:spPr bwMode="auto">
            <a:xfrm>
              <a:off x="14394457" y="3170003"/>
              <a:ext cx="681708" cy="74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id="{8E090068-4761-7597-C12B-5B368CD0F70F}"/>
                </a:ext>
              </a:extLst>
            </p:cNvPr>
            <p:cNvSpPr txBox="1"/>
            <p:nvPr/>
          </p:nvSpPr>
          <p:spPr>
            <a:xfrm>
              <a:off x="15123115" y="3159597"/>
              <a:ext cx="912429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36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CSS</a:t>
              </a:r>
            </a:p>
          </p:txBody>
        </p:sp>
      </p:grpSp>
      <p:grpSp>
        <p:nvGrpSpPr>
          <p:cNvPr id="20" name="Agrupar 19">
            <a:extLst>
              <a:ext uri="{FF2B5EF4-FFF2-40B4-BE49-F238E27FC236}">
                <a16:creationId xmlns:a16="http://schemas.microsoft.com/office/drawing/2014/main" id="{5442F6A7-166A-1113-1A4D-3A0E291324E6}"/>
              </a:ext>
            </a:extLst>
          </p:cNvPr>
          <p:cNvGrpSpPr/>
          <p:nvPr/>
        </p:nvGrpSpPr>
        <p:grpSpPr>
          <a:xfrm>
            <a:off x="838200" y="4918502"/>
            <a:ext cx="1613666" cy="830997"/>
            <a:chOff x="14423482" y="4007703"/>
            <a:chExt cx="1613666" cy="830997"/>
          </a:xfrm>
        </p:grpSpPr>
        <p:pic>
          <p:nvPicPr>
            <p:cNvPr id="21" name="Picture 2" descr="Курси Front End Developer в Києві ᐈ Онлайн курс Фронтенд Розробник з ...">
              <a:extLst>
                <a:ext uri="{FF2B5EF4-FFF2-40B4-BE49-F238E27FC236}">
                  <a16:creationId xmlns:a16="http://schemas.microsoft.com/office/drawing/2014/main" id="{C4C69CEF-9093-F29E-F79D-B3BE16A398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4423482" y="4093500"/>
              <a:ext cx="652683" cy="7452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2" name="CaixaDeTexto 21">
              <a:extLst>
                <a:ext uri="{FF2B5EF4-FFF2-40B4-BE49-F238E27FC236}">
                  <a16:creationId xmlns:a16="http://schemas.microsoft.com/office/drawing/2014/main" id="{AE29A33A-0768-54F0-CE1A-14A433C25085}"/>
                </a:ext>
              </a:extLst>
            </p:cNvPr>
            <p:cNvSpPr txBox="1"/>
            <p:nvPr/>
          </p:nvSpPr>
          <p:spPr>
            <a:xfrm>
              <a:off x="15123115" y="4007703"/>
              <a:ext cx="914033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2400" b="1" spc="50" dirty="0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Java</a:t>
              </a:r>
            </a:p>
            <a:p>
              <a:r>
                <a:rPr lang="pt-BR" sz="2400" b="1" spc="50" dirty="0" err="1">
                  <a:ln w="0"/>
                  <a:solidFill>
                    <a:schemeClr val="bg2"/>
                  </a:solidFill>
                  <a:effectLst>
                    <a:innerShdw blurRad="63500" dist="50800" dir="13500000">
                      <a:srgbClr val="000000">
                        <a:alpha val="50000"/>
                      </a:srgbClr>
                    </a:innerShdw>
                  </a:effectLst>
                </a:rPr>
                <a:t>Scritp</a:t>
              </a:r>
              <a:endParaRPr lang="pt-BR" sz="2400" b="1" spc="50" dirty="0">
                <a:ln w="0"/>
                <a:solidFill>
                  <a:schemeClr val="bg2"/>
                </a:solidFill>
                <a:effectLst>
                  <a:innerShdw blurRad="63500" dist="50800" dir="13500000">
                    <a:srgbClr val="000000">
                      <a:alpha val="50000"/>
                    </a:srgbClr>
                  </a:innerShdw>
                </a:effectLst>
              </a:endParaRPr>
            </a:p>
          </p:txBody>
        </p:sp>
      </p:grpSp>
      <p:sp>
        <p:nvSpPr>
          <p:cNvPr id="27" name="Símbolo de &quot;Não Permitido&quot; 26">
            <a:extLst>
              <a:ext uri="{FF2B5EF4-FFF2-40B4-BE49-F238E27FC236}">
                <a16:creationId xmlns:a16="http://schemas.microsoft.com/office/drawing/2014/main" id="{0989187B-B0D7-07E5-82A1-8FCAD4556838}"/>
              </a:ext>
            </a:extLst>
          </p:cNvPr>
          <p:cNvSpPr/>
          <p:nvPr/>
        </p:nvSpPr>
        <p:spPr>
          <a:xfrm>
            <a:off x="533400" y="4305300"/>
            <a:ext cx="2057400" cy="2057400"/>
          </a:xfrm>
          <a:prstGeom prst="noSmoking">
            <a:avLst>
              <a:gd name="adj" fmla="val 8778"/>
            </a:avLst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schemeClr val="tx1"/>
              </a:solidFill>
            </a:endParaRPr>
          </a:p>
        </p:txBody>
      </p:sp>
      <p:grpSp>
        <p:nvGrpSpPr>
          <p:cNvPr id="28" name="Group 6">
            <a:extLst>
              <a:ext uri="{FF2B5EF4-FFF2-40B4-BE49-F238E27FC236}">
                <a16:creationId xmlns:a16="http://schemas.microsoft.com/office/drawing/2014/main" id="{CCD3CD1D-E0FC-F9A4-4F8F-09167AE22599}"/>
              </a:ext>
            </a:extLst>
          </p:cNvPr>
          <p:cNvGrpSpPr/>
          <p:nvPr/>
        </p:nvGrpSpPr>
        <p:grpSpPr>
          <a:xfrm>
            <a:off x="5080000" y="876300"/>
            <a:ext cx="8128000" cy="1219200"/>
            <a:chOff x="0" y="0"/>
            <a:chExt cx="44714033" cy="9773931"/>
          </a:xfrm>
        </p:grpSpPr>
        <p:sp>
          <p:nvSpPr>
            <p:cNvPr id="29" name="Freeform 7">
              <a:extLst>
                <a:ext uri="{FF2B5EF4-FFF2-40B4-BE49-F238E27FC236}">
                  <a16:creationId xmlns:a16="http://schemas.microsoft.com/office/drawing/2014/main" id="{002C8AD6-3F9E-C873-A9E1-742B82C12EE4}"/>
                </a:ext>
              </a:extLst>
            </p:cNvPr>
            <p:cNvSpPr/>
            <p:nvPr/>
          </p:nvSpPr>
          <p:spPr>
            <a:xfrm>
              <a:off x="72391" y="72391"/>
              <a:ext cx="44569251" cy="9629148"/>
            </a:xfrm>
            <a:custGeom>
              <a:avLst/>
              <a:gdLst/>
              <a:ahLst/>
              <a:cxnLst/>
              <a:rect l="l" t="t" r="r" b="b"/>
              <a:pathLst>
                <a:path w="44569254" h="9629150">
                  <a:moveTo>
                    <a:pt x="0" y="0"/>
                  </a:moveTo>
                  <a:lnTo>
                    <a:pt x="44569254" y="0"/>
                  </a:lnTo>
                  <a:lnTo>
                    <a:pt x="44569254" y="9629150"/>
                  </a:lnTo>
                  <a:lnTo>
                    <a:pt x="0" y="9629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r>
                <a:rPr lang="pt-BR" sz="3200" dirty="0">
                  <a:solidFill>
                    <a:schemeClr val="bg1"/>
                  </a:solidFill>
                </a:rPr>
                <a:t>Eu </a:t>
              </a:r>
              <a:r>
                <a:rPr lang="pt-BR" sz="3200" b="1" dirty="0">
                  <a:solidFill>
                    <a:srgbClr val="FF0000"/>
                  </a:solidFill>
                </a:rPr>
                <a:t>DESENVOLVO</a:t>
              </a:r>
              <a:r>
                <a:rPr lang="pt-BR" sz="3200" dirty="0">
                  <a:solidFill>
                    <a:schemeClr val="bg1"/>
                  </a:solidFill>
                </a:rPr>
                <a:t> em HTML e CSS.</a:t>
              </a:r>
            </a:p>
            <a:p>
              <a:r>
                <a:rPr lang="pt-BR" sz="3200" dirty="0">
                  <a:solidFill>
                    <a:schemeClr val="bg1"/>
                  </a:solidFill>
                </a:rPr>
                <a:t>Eu sou m </a:t>
              </a:r>
              <a:r>
                <a:rPr lang="pt-BR" sz="3200" b="1" dirty="0">
                  <a:solidFill>
                    <a:srgbClr val="FF0000"/>
                  </a:solidFill>
                </a:rPr>
                <a:t>DESENVOLVEDOR</a:t>
              </a:r>
              <a:r>
                <a:rPr lang="pt-BR" sz="3200" dirty="0">
                  <a:solidFill>
                    <a:schemeClr val="bg1"/>
                  </a:solidFill>
                </a:rPr>
                <a:t> Front End.</a:t>
              </a:r>
            </a:p>
          </p:txBody>
        </p:sp>
        <p:sp>
          <p:nvSpPr>
            <p:cNvPr id="30" name="Freeform 8">
              <a:extLst>
                <a:ext uri="{FF2B5EF4-FFF2-40B4-BE49-F238E27FC236}">
                  <a16:creationId xmlns:a16="http://schemas.microsoft.com/office/drawing/2014/main" id="{82F7CEB0-C828-02DC-F140-103B6609E130}"/>
                </a:ext>
              </a:extLst>
            </p:cNvPr>
            <p:cNvSpPr/>
            <p:nvPr/>
          </p:nvSpPr>
          <p:spPr>
            <a:xfrm>
              <a:off x="0" y="0"/>
              <a:ext cx="44714033" cy="9773931"/>
            </a:xfrm>
            <a:custGeom>
              <a:avLst/>
              <a:gdLst/>
              <a:ahLst/>
              <a:cxnLst/>
              <a:rect l="l" t="t" r="r" b="b"/>
              <a:pathLst>
                <a:path w="44714033" h="9773931">
                  <a:moveTo>
                    <a:pt x="44569255" y="9629150"/>
                  </a:moveTo>
                  <a:lnTo>
                    <a:pt x="44714033" y="9629150"/>
                  </a:lnTo>
                  <a:lnTo>
                    <a:pt x="44714033" y="9773931"/>
                  </a:lnTo>
                  <a:lnTo>
                    <a:pt x="44569255" y="9773931"/>
                  </a:lnTo>
                  <a:lnTo>
                    <a:pt x="44569255" y="962915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9629150"/>
                  </a:lnTo>
                  <a:lnTo>
                    <a:pt x="0" y="9629150"/>
                  </a:lnTo>
                  <a:lnTo>
                    <a:pt x="0" y="144780"/>
                  </a:lnTo>
                  <a:close/>
                  <a:moveTo>
                    <a:pt x="0" y="9629150"/>
                  </a:moveTo>
                  <a:lnTo>
                    <a:pt x="144780" y="9629150"/>
                  </a:lnTo>
                  <a:lnTo>
                    <a:pt x="144780" y="9773931"/>
                  </a:lnTo>
                  <a:lnTo>
                    <a:pt x="0" y="9773931"/>
                  </a:lnTo>
                  <a:lnTo>
                    <a:pt x="0" y="9629150"/>
                  </a:lnTo>
                  <a:close/>
                  <a:moveTo>
                    <a:pt x="44569255" y="144780"/>
                  </a:moveTo>
                  <a:lnTo>
                    <a:pt x="44714033" y="144780"/>
                  </a:lnTo>
                  <a:lnTo>
                    <a:pt x="44714033" y="9629150"/>
                  </a:lnTo>
                  <a:lnTo>
                    <a:pt x="44569255" y="9629150"/>
                  </a:lnTo>
                  <a:lnTo>
                    <a:pt x="44569255" y="144780"/>
                  </a:lnTo>
                  <a:close/>
                  <a:moveTo>
                    <a:pt x="144780" y="9629150"/>
                  </a:moveTo>
                  <a:lnTo>
                    <a:pt x="44569255" y="9629150"/>
                  </a:lnTo>
                  <a:lnTo>
                    <a:pt x="44569255" y="9773931"/>
                  </a:lnTo>
                  <a:lnTo>
                    <a:pt x="144780" y="9773931"/>
                  </a:lnTo>
                  <a:lnTo>
                    <a:pt x="144780" y="9629150"/>
                  </a:lnTo>
                  <a:close/>
                  <a:moveTo>
                    <a:pt x="44569255" y="0"/>
                  </a:moveTo>
                  <a:lnTo>
                    <a:pt x="44714033" y="0"/>
                  </a:lnTo>
                  <a:lnTo>
                    <a:pt x="44714033" y="144780"/>
                  </a:lnTo>
                  <a:lnTo>
                    <a:pt x="44569255" y="144780"/>
                  </a:lnTo>
                  <a:lnTo>
                    <a:pt x="4456925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4569255" y="0"/>
                  </a:lnTo>
                  <a:lnTo>
                    <a:pt x="4456925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 sz="3200"/>
            </a:p>
          </p:txBody>
        </p:sp>
      </p:grp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19222CD3-3F7A-1A1C-9A5F-4F2D7E38B72C}"/>
              </a:ext>
            </a:extLst>
          </p:cNvPr>
          <p:cNvSpPr txBox="1"/>
          <p:nvPr/>
        </p:nvSpPr>
        <p:spPr>
          <a:xfrm>
            <a:off x="2895600" y="4939852"/>
            <a:ext cx="245413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/>
              <a:t>FRONT END I</a:t>
            </a:r>
          </a:p>
        </p:txBody>
      </p:sp>
      <p:grpSp>
        <p:nvGrpSpPr>
          <p:cNvPr id="46" name="Agrupar 45">
            <a:extLst>
              <a:ext uri="{FF2B5EF4-FFF2-40B4-BE49-F238E27FC236}">
                <a16:creationId xmlns:a16="http://schemas.microsoft.com/office/drawing/2014/main" id="{93040651-E892-BCCF-1392-30FB60916F17}"/>
              </a:ext>
            </a:extLst>
          </p:cNvPr>
          <p:cNvGrpSpPr/>
          <p:nvPr/>
        </p:nvGrpSpPr>
        <p:grpSpPr>
          <a:xfrm>
            <a:off x="5628514" y="2428953"/>
            <a:ext cx="11668885" cy="2489549"/>
            <a:chOff x="5628514" y="2428953"/>
            <a:chExt cx="11668885" cy="2489549"/>
          </a:xfrm>
        </p:grpSpPr>
        <p:sp>
          <p:nvSpPr>
            <p:cNvPr id="32" name="AutoShape 12">
              <a:extLst>
                <a:ext uri="{FF2B5EF4-FFF2-40B4-BE49-F238E27FC236}">
                  <a16:creationId xmlns:a16="http://schemas.microsoft.com/office/drawing/2014/main" id="{24071194-F1E7-640C-2F92-460EAD2CA72A}"/>
                </a:ext>
              </a:extLst>
            </p:cNvPr>
            <p:cNvSpPr/>
            <p:nvPr/>
          </p:nvSpPr>
          <p:spPr>
            <a:xfrm>
              <a:off x="5803974" y="2676499"/>
              <a:ext cx="11493425" cy="2242003"/>
            </a:xfrm>
            <a:prstGeom prst="rect">
              <a:avLst/>
            </a:pr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grpSp>
          <p:nvGrpSpPr>
            <p:cNvPr id="33" name="Group 15">
              <a:extLst>
                <a:ext uri="{FF2B5EF4-FFF2-40B4-BE49-F238E27FC236}">
                  <a16:creationId xmlns:a16="http://schemas.microsoft.com/office/drawing/2014/main" id="{944F978C-D10C-1505-8A1E-44DD5385ACAB}"/>
                </a:ext>
              </a:extLst>
            </p:cNvPr>
            <p:cNvGrpSpPr/>
            <p:nvPr/>
          </p:nvGrpSpPr>
          <p:grpSpPr>
            <a:xfrm>
              <a:off x="5628514" y="2428953"/>
              <a:ext cx="11446209" cy="2245446"/>
              <a:chOff x="0" y="0"/>
              <a:chExt cx="26251917" cy="17228194"/>
            </a:xfrm>
          </p:grpSpPr>
          <p:sp>
            <p:nvSpPr>
              <p:cNvPr id="34" name="Freeform 16">
                <a:extLst>
                  <a:ext uri="{FF2B5EF4-FFF2-40B4-BE49-F238E27FC236}">
                    <a16:creationId xmlns:a16="http://schemas.microsoft.com/office/drawing/2014/main" id="{43F6B84A-7BE0-B33F-C468-610ACD585ECA}"/>
                  </a:ext>
                </a:extLst>
              </p:cNvPr>
              <p:cNvSpPr/>
              <p:nvPr/>
            </p:nvSpPr>
            <p:spPr>
              <a:xfrm>
                <a:off x="72390" y="72390"/>
                <a:ext cx="26107138" cy="17083414"/>
              </a:xfrm>
              <a:custGeom>
                <a:avLst/>
                <a:gdLst/>
                <a:ahLst/>
                <a:cxnLst/>
                <a:rect l="l" t="t" r="r" b="b"/>
                <a:pathLst>
                  <a:path w="26107138" h="17083414">
                    <a:moveTo>
                      <a:pt x="0" y="0"/>
                    </a:moveTo>
                    <a:lnTo>
                      <a:pt x="26107138" y="0"/>
                    </a:lnTo>
                    <a:lnTo>
                      <a:pt x="26107138" y="17083414"/>
                    </a:lnTo>
                    <a:lnTo>
                      <a:pt x="0" y="170834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35" name="Freeform 17">
                <a:extLst>
                  <a:ext uri="{FF2B5EF4-FFF2-40B4-BE49-F238E27FC236}">
                    <a16:creationId xmlns:a16="http://schemas.microsoft.com/office/drawing/2014/main" id="{18D54C28-D7D2-54CD-7123-FD3123DFD797}"/>
                  </a:ext>
                </a:extLst>
              </p:cNvPr>
              <p:cNvSpPr/>
              <p:nvPr/>
            </p:nvSpPr>
            <p:spPr>
              <a:xfrm>
                <a:off x="0" y="0"/>
                <a:ext cx="26251917" cy="17228193"/>
              </a:xfrm>
              <a:custGeom>
                <a:avLst/>
                <a:gdLst/>
                <a:ahLst/>
                <a:cxnLst/>
                <a:rect l="l" t="t" r="r" b="b"/>
                <a:pathLst>
                  <a:path w="26251917" h="17228193">
                    <a:moveTo>
                      <a:pt x="26107138" y="17083415"/>
                    </a:moveTo>
                    <a:lnTo>
                      <a:pt x="26251917" y="17083415"/>
                    </a:lnTo>
                    <a:lnTo>
                      <a:pt x="26251917" y="17228193"/>
                    </a:lnTo>
                    <a:lnTo>
                      <a:pt x="26107138" y="17228193"/>
                    </a:lnTo>
                    <a:lnTo>
                      <a:pt x="26107138" y="17083415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17083415"/>
                    </a:lnTo>
                    <a:lnTo>
                      <a:pt x="0" y="17083415"/>
                    </a:lnTo>
                    <a:lnTo>
                      <a:pt x="0" y="144780"/>
                    </a:lnTo>
                    <a:close/>
                    <a:moveTo>
                      <a:pt x="0" y="17083415"/>
                    </a:moveTo>
                    <a:lnTo>
                      <a:pt x="144780" y="17083415"/>
                    </a:lnTo>
                    <a:lnTo>
                      <a:pt x="144780" y="17228193"/>
                    </a:lnTo>
                    <a:lnTo>
                      <a:pt x="0" y="17228193"/>
                    </a:lnTo>
                    <a:lnTo>
                      <a:pt x="0" y="17083415"/>
                    </a:lnTo>
                    <a:close/>
                    <a:moveTo>
                      <a:pt x="26107138" y="144780"/>
                    </a:moveTo>
                    <a:lnTo>
                      <a:pt x="26251917" y="144780"/>
                    </a:lnTo>
                    <a:lnTo>
                      <a:pt x="26251917" y="17083415"/>
                    </a:lnTo>
                    <a:lnTo>
                      <a:pt x="26107138" y="17083415"/>
                    </a:lnTo>
                    <a:lnTo>
                      <a:pt x="26107138" y="144780"/>
                    </a:lnTo>
                    <a:close/>
                    <a:moveTo>
                      <a:pt x="144780" y="17083415"/>
                    </a:moveTo>
                    <a:lnTo>
                      <a:pt x="26107138" y="17083415"/>
                    </a:lnTo>
                    <a:lnTo>
                      <a:pt x="26107138" y="17228193"/>
                    </a:lnTo>
                    <a:lnTo>
                      <a:pt x="144780" y="17228193"/>
                    </a:lnTo>
                    <a:lnTo>
                      <a:pt x="144780" y="17083415"/>
                    </a:lnTo>
                    <a:close/>
                    <a:moveTo>
                      <a:pt x="26107138" y="0"/>
                    </a:moveTo>
                    <a:lnTo>
                      <a:pt x="26251917" y="0"/>
                    </a:lnTo>
                    <a:lnTo>
                      <a:pt x="26251917" y="144780"/>
                    </a:lnTo>
                    <a:lnTo>
                      <a:pt x="26107138" y="144780"/>
                    </a:lnTo>
                    <a:lnTo>
                      <a:pt x="26107138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26107138" y="0"/>
                    </a:lnTo>
                    <a:lnTo>
                      <a:pt x="26107138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36" name="TextBox 21">
            <a:extLst>
              <a:ext uri="{FF2B5EF4-FFF2-40B4-BE49-F238E27FC236}">
                <a16:creationId xmlns:a16="http://schemas.microsoft.com/office/drawing/2014/main" id="{41787D1A-13B2-B648-E2FA-50C9ED2FBE4D}"/>
              </a:ext>
            </a:extLst>
          </p:cNvPr>
          <p:cNvSpPr txBox="1"/>
          <p:nvPr/>
        </p:nvSpPr>
        <p:spPr>
          <a:xfrm>
            <a:off x="5943600" y="2485587"/>
            <a:ext cx="2322853" cy="1882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chemeClr val="accent4"/>
                </a:solidFill>
                <a:latin typeface="Space Mono"/>
              </a:rPr>
              <a:t>H</a:t>
            </a:r>
            <a:r>
              <a:rPr lang="en-US" sz="2800" dirty="0">
                <a:solidFill>
                  <a:srgbClr val="000000"/>
                </a:solidFill>
                <a:latin typeface="Space Mono"/>
              </a:rPr>
              <a:t>YPER</a:t>
            </a:r>
            <a:r>
              <a:rPr lang="en-US" sz="2800" b="1" dirty="0">
                <a:solidFill>
                  <a:schemeClr val="accent4"/>
                </a:solidFill>
                <a:latin typeface="Space Mono"/>
              </a:rPr>
              <a:t>T</a:t>
            </a:r>
            <a:r>
              <a:rPr lang="en-US" sz="2800" dirty="0">
                <a:solidFill>
                  <a:srgbClr val="000000"/>
                </a:solidFill>
                <a:latin typeface="Space Mono"/>
              </a:rPr>
              <a:t>EXT</a:t>
            </a:r>
          </a:p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chemeClr val="accent4"/>
                </a:solidFill>
                <a:latin typeface="Space Mono"/>
              </a:rPr>
              <a:t>M</a:t>
            </a:r>
            <a:r>
              <a:rPr lang="en-US" sz="2800" dirty="0">
                <a:solidFill>
                  <a:srgbClr val="000000"/>
                </a:solidFill>
                <a:latin typeface="Space Mono"/>
              </a:rPr>
              <a:t>ARKUP</a:t>
            </a:r>
          </a:p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chemeClr val="accent4"/>
                </a:solidFill>
                <a:latin typeface="Space Mono"/>
              </a:rPr>
              <a:t>L</a:t>
            </a:r>
            <a:r>
              <a:rPr lang="en-US" sz="2800" dirty="0">
                <a:solidFill>
                  <a:srgbClr val="000000"/>
                </a:solidFill>
                <a:latin typeface="Space Mono"/>
              </a:rPr>
              <a:t>ANGUAGE.</a:t>
            </a:r>
          </a:p>
        </p:txBody>
      </p:sp>
      <p:sp>
        <p:nvSpPr>
          <p:cNvPr id="37" name="TextBox 21">
            <a:extLst>
              <a:ext uri="{FF2B5EF4-FFF2-40B4-BE49-F238E27FC236}">
                <a16:creationId xmlns:a16="http://schemas.microsoft.com/office/drawing/2014/main" id="{E7C3D2FD-1199-AF5A-AA64-15DA405C6D5D}"/>
              </a:ext>
            </a:extLst>
          </p:cNvPr>
          <p:cNvSpPr txBox="1"/>
          <p:nvPr/>
        </p:nvSpPr>
        <p:spPr>
          <a:xfrm>
            <a:off x="8991600" y="2414805"/>
            <a:ext cx="3512984" cy="1882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Space Mono"/>
              </a:rPr>
              <a:t>LINGUAGEM DE MARCAÇÃO PARA HYPERTEXTO</a:t>
            </a:r>
            <a:endParaRPr lang="en-US" sz="2800" dirty="0">
              <a:solidFill>
                <a:schemeClr val="bg1"/>
              </a:solidFill>
              <a:latin typeface="Space Mono"/>
            </a:endParaRPr>
          </a:p>
        </p:txBody>
      </p:sp>
      <p:sp>
        <p:nvSpPr>
          <p:cNvPr id="38" name="Seta: para a Direita 37">
            <a:extLst>
              <a:ext uri="{FF2B5EF4-FFF2-40B4-BE49-F238E27FC236}">
                <a16:creationId xmlns:a16="http://schemas.microsoft.com/office/drawing/2014/main" id="{573B874C-B972-D3A6-67D2-F4455914EFBE}"/>
              </a:ext>
            </a:extLst>
          </p:cNvPr>
          <p:cNvSpPr/>
          <p:nvPr/>
        </p:nvSpPr>
        <p:spPr>
          <a:xfrm>
            <a:off x="8060913" y="3234801"/>
            <a:ext cx="762000" cy="3840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TextBox 21">
            <a:extLst>
              <a:ext uri="{FF2B5EF4-FFF2-40B4-BE49-F238E27FC236}">
                <a16:creationId xmlns:a16="http://schemas.microsoft.com/office/drawing/2014/main" id="{A7BC0FBF-199F-D227-843B-937C6536A7AA}"/>
              </a:ext>
            </a:extLst>
          </p:cNvPr>
          <p:cNvSpPr txBox="1"/>
          <p:nvPr/>
        </p:nvSpPr>
        <p:spPr>
          <a:xfrm>
            <a:off x="12504584" y="2745145"/>
            <a:ext cx="4245583" cy="14450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 err="1">
                <a:solidFill>
                  <a:schemeClr val="bg1"/>
                </a:solidFill>
                <a:latin typeface="Space Mono"/>
              </a:rPr>
              <a:t>Basicamente</a:t>
            </a:r>
            <a:r>
              <a:rPr lang="en-US" sz="1600" b="1" dirty="0">
                <a:solidFill>
                  <a:schemeClr val="bg1"/>
                </a:solidFill>
                <a:latin typeface="Space Mono"/>
              </a:rPr>
              <a:t>, HTML é </a:t>
            </a:r>
            <a:r>
              <a:rPr lang="en-US" sz="1600" b="1" dirty="0" err="1">
                <a:solidFill>
                  <a:schemeClr val="bg1"/>
                </a:solidFill>
                <a:latin typeface="Space Mono"/>
              </a:rPr>
              <a:t>uma</a:t>
            </a:r>
            <a:r>
              <a:rPr lang="en-US" sz="1600" b="1" dirty="0">
                <a:solidFill>
                  <a:schemeClr val="bg1"/>
                </a:solidFill>
                <a:latin typeface="Space Mono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Space Mono"/>
              </a:rPr>
              <a:t>linguagem</a:t>
            </a:r>
            <a:r>
              <a:rPr lang="en-US" sz="1600" b="1" dirty="0">
                <a:solidFill>
                  <a:schemeClr val="bg1"/>
                </a:solidFill>
                <a:latin typeface="Space Mono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Space Mono"/>
              </a:rPr>
              <a:t>focada</a:t>
            </a:r>
            <a:r>
              <a:rPr lang="en-US" sz="1600" b="1" dirty="0">
                <a:solidFill>
                  <a:schemeClr val="bg1"/>
                </a:solidFill>
                <a:latin typeface="Space Mono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Space Mono"/>
              </a:rPr>
              <a:t>na</a:t>
            </a:r>
            <a:r>
              <a:rPr lang="en-US" sz="1600" b="1" dirty="0">
                <a:solidFill>
                  <a:schemeClr val="bg1"/>
                </a:solidFill>
                <a:latin typeface="Space Mono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Space Mono"/>
              </a:rPr>
              <a:t>inclusão</a:t>
            </a:r>
            <a:r>
              <a:rPr lang="en-US" sz="1600" b="1" dirty="0">
                <a:solidFill>
                  <a:schemeClr val="bg1"/>
                </a:solidFill>
                <a:latin typeface="Space Mono"/>
              </a:rPr>
              <a:t> do CONTEÚDO do site. </a:t>
            </a:r>
            <a:r>
              <a:rPr lang="en-US" sz="1600" b="1" dirty="0" err="1">
                <a:solidFill>
                  <a:schemeClr val="bg1"/>
                </a:solidFill>
                <a:latin typeface="Space Mono"/>
              </a:rPr>
              <a:t>Podendo</a:t>
            </a:r>
            <a:r>
              <a:rPr lang="en-US" sz="1600" b="1" dirty="0">
                <a:solidFill>
                  <a:schemeClr val="bg1"/>
                </a:solidFill>
                <a:latin typeface="Space Mono"/>
              </a:rPr>
              <a:t> ser </a:t>
            </a:r>
            <a:r>
              <a:rPr lang="en-US" sz="1600" b="1" dirty="0" err="1">
                <a:solidFill>
                  <a:schemeClr val="bg1"/>
                </a:solidFill>
                <a:latin typeface="Space Mono"/>
              </a:rPr>
              <a:t>texto</a:t>
            </a:r>
            <a:r>
              <a:rPr lang="en-US" sz="1600" b="1" dirty="0">
                <a:solidFill>
                  <a:schemeClr val="bg1"/>
                </a:solidFill>
                <a:latin typeface="Space Mono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Space Mono"/>
              </a:rPr>
              <a:t>foto</a:t>
            </a:r>
            <a:r>
              <a:rPr lang="en-US" sz="1600" b="1" dirty="0">
                <a:solidFill>
                  <a:schemeClr val="bg1"/>
                </a:solidFill>
                <a:latin typeface="Space Mono"/>
              </a:rPr>
              <a:t>, video, </a:t>
            </a:r>
            <a:r>
              <a:rPr lang="en-US" sz="1600" b="1" dirty="0" err="1">
                <a:solidFill>
                  <a:schemeClr val="bg1"/>
                </a:solidFill>
                <a:latin typeface="Space Mono"/>
              </a:rPr>
              <a:t>listas</a:t>
            </a:r>
            <a:r>
              <a:rPr lang="en-US" sz="1600" b="1" dirty="0">
                <a:solidFill>
                  <a:schemeClr val="bg1"/>
                </a:solidFill>
                <a:latin typeface="Space Mono"/>
              </a:rPr>
              <a:t>, </a:t>
            </a:r>
            <a:r>
              <a:rPr lang="en-US" sz="1600" b="1" dirty="0" err="1">
                <a:solidFill>
                  <a:schemeClr val="bg1"/>
                </a:solidFill>
                <a:latin typeface="Space Mono"/>
              </a:rPr>
              <a:t>tabelas</a:t>
            </a:r>
            <a:r>
              <a:rPr lang="en-US" sz="1600" b="1" dirty="0">
                <a:solidFill>
                  <a:schemeClr val="bg1"/>
                </a:solidFill>
                <a:latin typeface="Space Mono"/>
              </a:rPr>
              <a:t>.</a:t>
            </a:r>
            <a:endParaRPr lang="en-US" sz="1600" dirty="0">
              <a:solidFill>
                <a:schemeClr val="bg1"/>
              </a:solidFill>
              <a:latin typeface="Space Mono"/>
            </a:endParaRPr>
          </a:p>
        </p:txBody>
      </p:sp>
      <p:grpSp>
        <p:nvGrpSpPr>
          <p:cNvPr id="53" name="Agrupar 52">
            <a:extLst>
              <a:ext uri="{FF2B5EF4-FFF2-40B4-BE49-F238E27FC236}">
                <a16:creationId xmlns:a16="http://schemas.microsoft.com/office/drawing/2014/main" id="{F3894C12-17C5-0FC3-31E7-E170B073B1BC}"/>
              </a:ext>
            </a:extLst>
          </p:cNvPr>
          <p:cNvGrpSpPr/>
          <p:nvPr/>
        </p:nvGrpSpPr>
        <p:grpSpPr>
          <a:xfrm>
            <a:off x="5628514" y="5761941"/>
            <a:ext cx="11668885" cy="2489549"/>
            <a:chOff x="5628514" y="2428953"/>
            <a:chExt cx="11668885" cy="2489549"/>
          </a:xfrm>
        </p:grpSpPr>
        <p:sp>
          <p:nvSpPr>
            <p:cNvPr id="54" name="AutoShape 12">
              <a:extLst>
                <a:ext uri="{FF2B5EF4-FFF2-40B4-BE49-F238E27FC236}">
                  <a16:creationId xmlns:a16="http://schemas.microsoft.com/office/drawing/2014/main" id="{A8210C24-2B08-1284-4B5C-0D0C7D97FAA4}"/>
                </a:ext>
              </a:extLst>
            </p:cNvPr>
            <p:cNvSpPr/>
            <p:nvPr/>
          </p:nvSpPr>
          <p:spPr>
            <a:xfrm>
              <a:off x="5803974" y="2676499"/>
              <a:ext cx="11493425" cy="2242003"/>
            </a:xfrm>
            <a:prstGeom prst="rect">
              <a:avLst/>
            </a:pr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  <p:grpSp>
          <p:nvGrpSpPr>
            <p:cNvPr id="55" name="Group 15">
              <a:extLst>
                <a:ext uri="{FF2B5EF4-FFF2-40B4-BE49-F238E27FC236}">
                  <a16:creationId xmlns:a16="http://schemas.microsoft.com/office/drawing/2014/main" id="{0650B48C-E2C2-58E6-3E65-4B697D216FA1}"/>
                </a:ext>
              </a:extLst>
            </p:cNvPr>
            <p:cNvGrpSpPr/>
            <p:nvPr/>
          </p:nvGrpSpPr>
          <p:grpSpPr>
            <a:xfrm>
              <a:off x="5628514" y="2428953"/>
              <a:ext cx="11446209" cy="2245446"/>
              <a:chOff x="0" y="0"/>
              <a:chExt cx="26251917" cy="17228194"/>
            </a:xfrm>
          </p:grpSpPr>
          <p:sp>
            <p:nvSpPr>
              <p:cNvPr id="56" name="Freeform 16">
                <a:extLst>
                  <a:ext uri="{FF2B5EF4-FFF2-40B4-BE49-F238E27FC236}">
                    <a16:creationId xmlns:a16="http://schemas.microsoft.com/office/drawing/2014/main" id="{A3574E72-62C2-AE64-B957-DA202C7DA82B}"/>
                  </a:ext>
                </a:extLst>
              </p:cNvPr>
              <p:cNvSpPr/>
              <p:nvPr/>
            </p:nvSpPr>
            <p:spPr>
              <a:xfrm>
                <a:off x="72390" y="72390"/>
                <a:ext cx="26107138" cy="17083414"/>
              </a:xfrm>
              <a:custGeom>
                <a:avLst/>
                <a:gdLst/>
                <a:ahLst/>
                <a:cxnLst/>
                <a:rect l="l" t="t" r="r" b="b"/>
                <a:pathLst>
                  <a:path w="26107138" h="17083414">
                    <a:moveTo>
                      <a:pt x="0" y="0"/>
                    </a:moveTo>
                    <a:lnTo>
                      <a:pt x="26107138" y="0"/>
                    </a:lnTo>
                    <a:lnTo>
                      <a:pt x="26107138" y="17083414"/>
                    </a:lnTo>
                    <a:lnTo>
                      <a:pt x="0" y="1708341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/>
              <a:lstStyle/>
              <a:p>
                <a:endParaRPr lang="pt-BR"/>
              </a:p>
            </p:txBody>
          </p:sp>
          <p:sp>
            <p:nvSpPr>
              <p:cNvPr id="57" name="Freeform 17">
                <a:extLst>
                  <a:ext uri="{FF2B5EF4-FFF2-40B4-BE49-F238E27FC236}">
                    <a16:creationId xmlns:a16="http://schemas.microsoft.com/office/drawing/2014/main" id="{90F82DA9-2C01-529F-191B-31AD424B04A6}"/>
                  </a:ext>
                </a:extLst>
              </p:cNvPr>
              <p:cNvSpPr/>
              <p:nvPr/>
            </p:nvSpPr>
            <p:spPr>
              <a:xfrm>
                <a:off x="0" y="0"/>
                <a:ext cx="26251917" cy="17228193"/>
              </a:xfrm>
              <a:custGeom>
                <a:avLst/>
                <a:gdLst/>
                <a:ahLst/>
                <a:cxnLst/>
                <a:rect l="l" t="t" r="r" b="b"/>
                <a:pathLst>
                  <a:path w="26251917" h="17228193">
                    <a:moveTo>
                      <a:pt x="26107138" y="17083415"/>
                    </a:moveTo>
                    <a:lnTo>
                      <a:pt x="26251917" y="17083415"/>
                    </a:lnTo>
                    <a:lnTo>
                      <a:pt x="26251917" y="17228193"/>
                    </a:lnTo>
                    <a:lnTo>
                      <a:pt x="26107138" y="17228193"/>
                    </a:lnTo>
                    <a:lnTo>
                      <a:pt x="26107138" y="17083415"/>
                    </a:lnTo>
                    <a:close/>
                    <a:moveTo>
                      <a:pt x="0" y="144780"/>
                    </a:moveTo>
                    <a:lnTo>
                      <a:pt x="144780" y="144780"/>
                    </a:lnTo>
                    <a:lnTo>
                      <a:pt x="144780" y="17083415"/>
                    </a:lnTo>
                    <a:lnTo>
                      <a:pt x="0" y="17083415"/>
                    </a:lnTo>
                    <a:lnTo>
                      <a:pt x="0" y="144780"/>
                    </a:lnTo>
                    <a:close/>
                    <a:moveTo>
                      <a:pt x="0" y="17083415"/>
                    </a:moveTo>
                    <a:lnTo>
                      <a:pt x="144780" y="17083415"/>
                    </a:lnTo>
                    <a:lnTo>
                      <a:pt x="144780" y="17228193"/>
                    </a:lnTo>
                    <a:lnTo>
                      <a:pt x="0" y="17228193"/>
                    </a:lnTo>
                    <a:lnTo>
                      <a:pt x="0" y="17083415"/>
                    </a:lnTo>
                    <a:close/>
                    <a:moveTo>
                      <a:pt x="26107138" y="144780"/>
                    </a:moveTo>
                    <a:lnTo>
                      <a:pt x="26251917" y="144780"/>
                    </a:lnTo>
                    <a:lnTo>
                      <a:pt x="26251917" y="17083415"/>
                    </a:lnTo>
                    <a:lnTo>
                      <a:pt x="26107138" y="17083415"/>
                    </a:lnTo>
                    <a:lnTo>
                      <a:pt x="26107138" y="144780"/>
                    </a:lnTo>
                    <a:close/>
                    <a:moveTo>
                      <a:pt x="144780" y="17083415"/>
                    </a:moveTo>
                    <a:lnTo>
                      <a:pt x="26107138" y="17083415"/>
                    </a:lnTo>
                    <a:lnTo>
                      <a:pt x="26107138" y="17228193"/>
                    </a:lnTo>
                    <a:lnTo>
                      <a:pt x="144780" y="17228193"/>
                    </a:lnTo>
                    <a:lnTo>
                      <a:pt x="144780" y="17083415"/>
                    </a:lnTo>
                    <a:close/>
                    <a:moveTo>
                      <a:pt x="26107138" y="0"/>
                    </a:moveTo>
                    <a:lnTo>
                      <a:pt x="26251917" y="0"/>
                    </a:lnTo>
                    <a:lnTo>
                      <a:pt x="26251917" y="144780"/>
                    </a:lnTo>
                    <a:lnTo>
                      <a:pt x="26107138" y="144780"/>
                    </a:lnTo>
                    <a:lnTo>
                      <a:pt x="26107138" y="0"/>
                    </a:lnTo>
                    <a:close/>
                    <a:moveTo>
                      <a:pt x="0" y="0"/>
                    </a:moveTo>
                    <a:lnTo>
                      <a:pt x="144780" y="0"/>
                    </a:lnTo>
                    <a:lnTo>
                      <a:pt x="144780" y="144780"/>
                    </a:lnTo>
                    <a:lnTo>
                      <a:pt x="0" y="144780"/>
                    </a:lnTo>
                    <a:lnTo>
                      <a:pt x="0" y="0"/>
                    </a:lnTo>
                    <a:close/>
                    <a:moveTo>
                      <a:pt x="144780" y="0"/>
                    </a:moveTo>
                    <a:lnTo>
                      <a:pt x="26107138" y="0"/>
                    </a:lnTo>
                    <a:lnTo>
                      <a:pt x="26107138" y="144780"/>
                    </a:lnTo>
                    <a:lnTo>
                      <a:pt x="144780" y="144780"/>
                    </a:lnTo>
                    <a:lnTo>
                      <a:pt x="144780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</p:grpSp>
      </p:grpSp>
      <p:sp>
        <p:nvSpPr>
          <p:cNvPr id="58" name="TextBox 21">
            <a:extLst>
              <a:ext uri="{FF2B5EF4-FFF2-40B4-BE49-F238E27FC236}">
                <a16:creationId xmlns:a16="http://schemas.microsoft.com/office/drawing/2014/main" id="{51105CE2-FCD7-E8E4-AA9C-80ED1C77EB23}"/>
              </a:ext>
            </a:extLst>
          </p:cNvPr>
          <p:cNvSpPr txBox="1"/>
          <p:nvPr/>
        </p:nvSpPr>
        <p:spPr>
          <a:xfrm>
            <a:off x="5943600" y="5818575"/>
            <a:ext cx="2322853" cy="1882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chemeClr val="accent4"/>
                </a:solidFill>
                <a:latin typeface="Space Mono"/>
              </a:rPr>
              <a:t>C</a:t>
            </a:r>
            <a:r>
              <a:rPr lang="en-US" sz="2800" dirty="0">
                <a:solidFill>
                  <a:schemeClr val="bg1"/>
                </a:solidFill>
                <a:latin typeface="Space Mono"/>
              </a:rPr>
              <a:t>ASCADING</a:t>
            </a:r>
          </a:p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chemeClr val="accent4"/>
                </a:solidFill>
                <a:latin typeface="Space Mono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Space Mono"/>
              </a:rPr>
              <a:t>TYLE</a:t>
            </a:r>
          </a:p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chemeClr val="accent4"/>
                </a:solidFill>
                <a:latin typeface="Space Mono"/>
              </a:rPr>
              <a:t>S</a:t>
            </a:r>
            <a:r>
              <a:rPr lang="en-US" sz="2800" dirty="0">
                <a:solidFill>
                  <a:srgbClr val="000000"/>
                </a:solidFill>
                <a:latin typeface="Space Mono"/>
              </a:rPr>
              <a:t>HEETS</a:t>
            </a:r>
          </a:p>
        </p:txBody>
      </p:sp>
      <p:sp>
        <p:nvSpPr>
          <p:cNvPr id="59" name="TextBox 21">
            <a:extLst>
              <a:ext uri="{FF2B5EF4-FFF2-40B4-BE49-F238E27FC236}">
                <a16:creationId xmlns:a16="http://schemas.microsoft.com/office/drawing/2014/main" id="{BF5056E9-040A-ECDF-D120-8B8DEF3E084F}"/>
              </a:ext>
            </a:extLst>
          </p:cNvPr>
          <p:cNvSpPr txBox="1"/>
          <p:nvPr/>
        </p:nvSpPr>
        <p:spPr>
          <a:xfrm>
            <a:off x="8991600" y="5747793"/>
            <a:ext cx="3512984" cy="18824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Space Mono"/>
              </a:rPr>
              <a:t>FOLHAS DE </a:t>
            </a:r>
          </a:p>
          <a:p>
            <a:pPr algn="l">
              <a:lnSpc>
                <a:spcPct val="150000"/>
              </a:lnSpc>
            </a:pPr>
            <a:r>
              <a:rPr lang="en-US" sz="2800" b="1" dirty="0">
                <a:solidFill>
                  <a:schemeClr val="bg1"/>
                </a:solidFill>
                <a:latin typeface="Space Mono"/>
              </a:rPr>
              <a:t>ESTILO EM CASCATA</a:t>
            </a:r>
            <a:endParaRPr lang="en-US" sz="2800" dirty="0">
              <a:solidFill>
                <a:schemeClr val="bg1"/>
              </a:solidFill>
              <a:latin typeface="Space Mono"/>
            </a:endParaRPr>
          </a:p>
        </p:txBody>
      </p:sp>
      <p:sp>
        <p:nvSpPr>
          <p:cNvPr id="60" name="Seta: para a Direita 59">
            <a:extLst>
              <a:ext uri="{FF2B5EF4-FFF2-40B4-BE49-F238E27FC236}">
                <a16:creationId xmlns:a16="http://schemas.microsoft.com/office/drawing/2014/main" id="{1230095B-5DE2-BFB7-BE90-CBFB944CE1AA}"/>
              </a:ext>
            </a:extLst>
          </p:cNvPr>
          <p:cNvSpPr/>
          <p:nvPr/>
        </p:nvSpPr>
        <p:spPr>
          <a:xfrm>
            <a:off x="8060913" y="6567789"/>
            <a:ext cx="762000" cy="3840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TextBox 21">
            <a:extLst>
              <a:ext uri="{FF2B5EF4-FFF2-40B4-BE49-F238E27FC236}">
                <a16:creationId xmlns:a16="http://schemas.microsoft.com/office/drawing/2014/main" id="{E7D49C93-52C6-FAED-2045-FDD2AC5E1EFF}"/>
              </a:ext>
            </a:extLst>
          </p:cNvPr>
          <p:cNvSpPr txBox="1"/>
          <p:nvPr/>
        </p:nvSpPr>
        <p:spPr>
          <a:xfrm>
            <a:off x="12504584" y="6078133"/>
            <a:ext cx="4245583" cy="144501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1600" b="1" dirty="0">
                <a:solidFill>
                  <a:schemeClr val="bg1"/>
                </a:solidFill>
                <a:latin typeface="Space Mono"/>
              </a:rPr>
              <a:t>Em CSS é DESIGN. </a:t>
            </a:r>
            <a:r>
              <a:rPr lang="en-US" sz="1600" b="1" dirty="0" err="1">
                <a:solidFill>
                  <a:schemeClr val="bg1"/>
                </a:solidFill>
                <a:latin typeface="Space Mono"/>
              </a:rPr>
              <a:t>Tudo</a:t>
            </a:r>
            <a:r>
              <a:rPr lang="en-US" sz="1600" b="1" dirty="0">
                <a:solidFill>
                  <a:schemeClr val="bg1"/>
                </a:solidFill>
                <a:latin typeface="Space Mono"/>
              </a:rPr>
              <a:t> que </a:t>
            </a:r>
            <a:r>
              <a:rPr lang="en-US" sz="1600" b="1" dirty="0" err="1">
                <a:solidFill>
                  <a:schemeClr val="bg1"/>
                </a:solidFill>
                <a:latin typeface="Space Mono"/>
              </a:rPr>
              <a:t>você</a:t>
            </a:r>
            <a:r>
              <a:rPr lang="en-US" sz="1600" b="1" dirty="0">
                <a:solidFill>
                  <a:schemeClr val="bg1"/>
                </a:solidFill>
                <a:latin typeface="Space Mono"/>
              </a:rPr>
              <a:t> </a:t>
            </a:r>
            <a:r>
              <a:rPr lang="en-US" sz="1600" b="1" dirty="0" err="1">
                <a:solidFill>
                  <a:schemeClr val="bg1"/>
                </a:solidFill>
                <a:latin typeface="Space Mono"/>
              </a:rPr>
              <a:t>ve</a:t>
            </a:r>
            <a:r>
              <a:rPr lang="en-US" sz="1600" b="1" dirty="0">
                <a:solidFill>
                  <a:schemeClr val="bg1"/>
                </a:solidFill>
                <a:latin typeface="Space Mono"/>
              </a:rPr>
              <a:t> no site com COR, TAMANHO, FONTE, ESTRURA, SOMBRAS, </a:t>
            </a:r>
            <a:r>
              <a:rPr lang="en-US" sz="1600" b="1" dirty="0" err="1">
                <a:solidFill>
                  <a:schemeClr val="bg1"/>
                </a:solidFill>
                <a:latin typeface="Space Mono"/>
              </a:rPr>
              <a:t>tudo</a:t>
            </a:r>
            <a:r>
              <a:rPr lang="en-US" sz="1600" b="1" dirty="0">
                <a:solidFill>
                  <a:schemeClr val="bg1"/>
                </a:solidFill>
                <a:latin typeface="Space Mono"/>
              </a:rPr>
              <a:t> que for relative a “</a:t>
            </a:r>
            <a:r>
              <a:rPr lang="en-US" sz="1600" b="1" dirty="0" err="1">
                <a:solidFill>
                  <a:schemeClr val="bg1"/>
                </a:solidFill>
                <a:latin typeface="Space Mono"/>
              </a:rPr>
              <a:t>ficor</a:t>
            </a:r>
            <a:r>
              <a:rPr lang="en-US" sz="1600" b="1" dirty="0">
                <a:solidFill>
                  <a:schemeClr val="bg1"/>
                </a:solidFill>
                <a:latin typeface="Space Mono"/>
              </a:rPr>
              <a:t> bonito” é CSS.</a:t>
            </a:r>
            <a:endParaRPr lang="en-US" sz="1600" dirty="0">
              <a:solidFill>
                <a:schemeClr val="bg1"/>
              </a:solidFill>
              <a:latin typeface="Space Mono"/>
            </a:endParaRPr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500"/>
                            </p:stCondLst>
                            <p:childTnLst>
                              <p:par>
                                <p:cTn id="30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500"/>
                            </p:stCondLst>
                            <p:childTnLst>
                              <p:par>
                                <p:cTn id="3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000"/>
                            </p:stCondLst>
                            <p:childTnLst>
                              <p:par>
                                <p:cTn id="5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1500"/>
                            </p:stCondLst>
                            <p:childTnLst>
                              <p:par>
                                <p:cTn id="68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5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2500"/>
                            </p:stCondLst>
                            <p:childTnLst>
                              <p:par>
                                <p:cTn id="7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1000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5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31" grpId="0"/>
      <p:bldP spid="36" grpId="0" uiExpand="1" build="p"/>
      <p:bldP spid="37" grpId="0"/>
      <p:bldP spid="38" grpId="0" animBg="1"/>
      <p:bldP spid="47" grpId="0"/>
      <p:bldP spid="58" grpId="0" uiExpand="1" build="p"/>
      <p:bldP spid="59" grpId="0"/>
      <p:bldP spid="60" grpId="0" animBg="1"/>
      <p:bldP spid="6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3DEE766-9983-72FD-CFCB-DBBB260F3311}"/>
              </a:ext>
            </a:extLst>
          </p:cNvPr>
          <p:cNvSpPr txBox="1"/>
          <p:nvPr/>
        </p:nvSpPr>
        <p:spPr>
          <a:xfrm>
            <a:off x="5296793" y="4728001"/>
            <a:ext cx="76944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4800" b="1" dirty="0">
                <a:ln w="28575">
                  <a:solidFill>
                    <a:srgbClr val="00B0F0"/>
                  </a:solidFill>
                </a:ln>
              </a:rPr>
              <a:t>VAMOS PRO LABORATÓRIO!</a:t>
            </a:r>
          </a:p>
        </p:txBody>
      </p:sp>
    </p:spTree>
    <p:extLst>
      <p:ext uri="{BB962C8B-B14F-4D97-AF65-F5344CB8AC3E}">
        <p14:creationId xmlns:p14="http://schemas.microsoft.com/office/powerpoint/2010/main" val="22791652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1921494" y="2421724"/>
            <a:ext cx="10313181" cy="5874458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pt-BR"/>
          </a:p>
        </p:txBody>
      </p:sp>
      <p:grpSp>
        <p:nvGrpSpPr>
          <p:cNvPr id="6" name="Group 6"/>
          <p:cNvGrpSpPr/>
          <p:nvPr/>
        </p:nvGrpSpPr>
        <p:grpSpPr>
          <a:xfrm>
            <a:off x="1649127" y="2059581"/>
            <a:ext cx="10390474" cy="6171393"/>
            <a:chOff x="0" y="0"/>
            <a:chExt cx="44714034" cy="9773931"/>
          </a:xfrm>
        </p:grpSpPr>
        <p:sp>
          <p:nvSpPr>
            <p:cNvPr id="7" name="Freeform 7"/>
            <p:cNvSpPr/>
            <p:nvPr/>
          </p:nvSpPr>
          <p:spPr>
            <a:xfrm>
              <a:off x="72390" y="72390"/>
              <a:ext cx="44569254" cy="9629150"/>
            </a:xfrm>
            <a:custGeom>
              <a:avLst/>
              <a:gdLst/>
              <a:ahLst/>
              <a:cxnLst/>
              <a:rect l="l" t="t" r="r" b="b"/>
              <a:pathLst>
                <a:path w="44569254" h="9629150">
                  <a:moveTo>
                    <a:pt x="0" y="0"/>
                  </a:moveTo>
                  <a:lnTo>
                    <a:pt x="44569254" y="0"/>
                  </a:lnTo>
                  <a:lnTo>
                    <a:pt x="44569254" y="9629150"/>
                  </a:lnTo>
                  <a:lnTo>
                    <a:pt x="0" y="9629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44714033" cy="9773931"/>
            </a:xfrm>
            <a:custGeom>
              <a:avLst/>
              <a:gdLst/>
              <a:ahLst/>
              <a:cxnLst/>
              <a:rect l="l" t="t" r="r" b="b"/>
              <a:pathLst>
                <a:path w="44714033" h="9773931">
                  <a:moveTo>
                    <a:pt x="44569255" y="9629150"/>
                  </a:moveTo>
                  <a:lnTo>
                    <a:pt x="44714033" y="9629150"/>
                  </a:lnTo>
                  <a:lnTo>
                    <a:pt x="44714033" y="9773931"/>
                  </a:lnTo>
                  <a:lnTo>
                    <a:pt x="44569255" y="9773931"/>
                  </a:lnTo>
                  <a:lnTo>
                    <a:pt x="44569255" y="962915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9629150"/>
                  </a:lnTo>
                  <a:lnTo>
                    <a:pt x="0" y="9629150"/>
                  </a:lnTo>
                  <a:lnTo>
                    <a:pt x="0" y="144780"/>
                  </a:lnTo>
                  <a:close/>
                  <a:moveTo>
                    <a:pt x="0" y="9629150"/>
                  </a:moveTo>
                  <a:lnTo>
                    <a:pt x="144780" y="9629150"/>
                  </a:lnTo>
                  <a:lnTo>
                    <a:pt x="144780" y="9773931"/>
                  </a:lnTo>
                  <a:lnTo>
                    <a:pt x="0" y="9773931"/>
                  </a:lnTo>
                  <a:lnTo>
                    <a:pt x="0" y="9629150"/>
                  </a:lnTo>
                  <a:close/>
                  <a:moveTo>
                    <a:pt x="44569255" y="144780"/>
                  </a:moveTo>
                  <a:lnTo>
                    <a:pt x="44714033" y="144780"/>
                  </a:lnTo>
                  <a:lnTo>
                    <a:pt x="44714033" y="9629150"/>
                  </a:lnTo>
                  <a:lnTo>
                    <a:pt x="44569255" y="9629150"/>
                  </a:lnTo>
                  <a:lnTo>
                    <a:pt x="44569255" y="144780"/>
                  </a:lnTo>
                  <a:close/>
                  <a:moveTo>
                    <a:pt x="144780" y="9629150"/>
                  </a:moveTo>
                  <a:lnTo>
                    <a:pt x="44569255" y="9629150"/>
                  </a:lnTo>
                  <a:lnTo>
                    <a:pt x="44569255" y="9773931"/>
                  </a:lnTo>
                  <a:lnTo>
                    <a:pt x="144780" y="9773931"/>
                  </a:lnTo>
                  <a:lnTo>
                    <a:pt x="144780" y="9629150"/>
                  </a:lnTo>
                  <a:close/>
                  <a:moveTo>
                    <a:pt x="44569255" y="0"/>
                  </a:moveTo>
                  <a:lnTo>
                    <a:pt x="44714033" y="0"/>
                  </a:lnTo>
                  <a:lnTo>
                    <a:pt x="44714033" y="144780"/>
                  </a:lnTo>
                  <a:lnTo>
                    <a:pt x="44569255" y="144780"/>
                  </a:lnTo>
                  <a:lnTo>
                    <a:pt x="4456925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4569255" y="0"/>
                  </a:lnTo>
                  <a:lnTo>
                    <a:pt x="4456925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877339" y="2315420"/>
            <a:ext cx="10009861" cy="52368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3600" dirty="0">
                <a:solidFill>
                  <a:srgbClr val="FF0000"/>
                </a:solidFill>
                <a:latin typeface="Space Mono"/>
              </a:rPr>
              <a:t>&lt;h1&gt; </a:t>
            </a:r>
            <a:r>
              <a:rPr lang="en-US" sz="3600" dirty="0">
                <a:solidFill>
                  <a:srgbClr val="000000"/>
                </a:solidFill>
                <a:latin typeface="Space Mono"/>
              </a:rPr>
              <a:t>2º ANO </a:t>
            </a:r>
            <a:r>
              <a:rPr lang="en-US" sz="3600" dirty="0">
                <a:solidFill>
                  <a:srgbClr val="FF0000"/>
                </a:solidFill>
                <a:latin typeface="Space Mono"/>
              </a:rPr>
              <a:t>&lt;/h1&gt;</a:t>
            </a:r>
          </a:p>
          <a:p>
            <a:pPr algn="l">
              <a:lnSpc>
                <a:spcPts val="8400"/>
              </a:lnSpc>
            </a:pPr>
            <a:endParaRPr lang="en-US" sz="3600" dirty="0">
              <a:solidFill>
                <a:srgbClr val="FF0000"/>
              </a:solidFill>
              <a:latin typeface="Space Mono"/>
            </a:endParaRPr>
          </a:p>
          <a:p>
            <a:pPr algn="l">
              <a:lnSpc>
                <a:spcPts val="8400"/>
              </a:lnSpc>
            </a:pPr>
            <a:r>
              <a:rPr lang="en-US" sz="3600" dirty="0">
                <a:solidFill>
                  <a:srgbClr val="FF0000"/>
                </a:solidFill>
                <a:latin typeface="Space Mono"/>
              </a:rPr>
              <a:t>&lt;p&gt; </a:t>
            </a:r>
            <a:r>
              <a:rPr lang="en-US" sz="3600" dirty="0">
                <a:solidFill>
                  <a:schemeClr val="bg1"/>
                </a:solidFill>
                <a:latin typeface="Space Mono"/>
              </a:rPr>
              <a:t>A </a:t>
            </a:r>
            <a:r>
              <a:rPr lang="en-US" sz="3600" dirty="0" err="1">
                <a:solidFill>
                  <a:schemeClr val="bg1"/>
                </a:solidFill>
                <a:latin typeface="Space Mono"/>
              </a:rPr>
              <a:t>melhor</a:t>
            </a:r>
            <a:r>
              <a:rPr lang="en-US" sz="3600" dirty="0">
                <a:solidFill>
                  <a:schemeClr val="bg1"/>
                </a:solidFill>
                <a:latin typeface="Space Mono"/>
              </a:rPr>
              <a:t> </a:t>
            </a:r>
            <a:r>
              <a:rPr lang="en-US" sz="3600" dirty="0" err="1">
                <a:solidFill>
                  <a:schemeClr val="bg1"/>
                </a:solidFill>
                <a:latin typeface="Space Mono"/>
              </a:rPr>
              <a:t>turma</a:t>
            </a:r>
            <a:r>
              <a:rPr lang="en-US" sz="3600" dirty="0">
                <a:solidFill>
                  <a:schemeClr val="bg1"/>
                </a:solidFill>
                <a:latin typeface="Space Mono"/>
              </a:rPr>
              <a:t> da EEPSAS</a:t>
            </a:r>
            <a:r>
              <a:rPr lang="en-US" sz="3600" dirty="0">
                <a:solidFill>
                  <a:srgbClr val="FF0000"/>
                </a:solidFill>
                <a:latin typeface="Space Mono"/>
              </a:rPr>
              <a:t> &lt;/p&gt;</a:t>
            </a:r>
          </a:p>
          <a:p>
            <a:pPr algn="l">
              <a:lnSpc>
                <a:spcPts val="8400"/>
              </a:lnSpc>
            </a:pPr>
            <a:endParaRPr lang="en-US" sz="3600" dirty="0">
              <a:solidFill>
                <a:srgbClr val="FF0000"/>
              </a:solidFill>
              <a:latin typeface="Space Mono"/>
            </a:endParaRPr>
          </a:p>
          <a:p>
            <a:pPr algn="l">
              <a:lnSpc>
                <a:spcPts val="8400"/>
              </a:lnSpc>
            </a:pPr>
            <a:r>
              <a:rPr lang="en-US" sz="2800" dirty="0">
                <a:solidFill>
                  <a:srgbClr val="FF0000"/>
                </a:solidFill>
                <a:latin typeface="Space Mono"/>
              </a:rPr>
              <a:t>&lt;</a:t>
            </a:r>
            <a:r>
              <a:rPr lang="en-US" sz="2800" dirty="0" err="1">
                <a:solidFill>
                  <a:srgbClr val="FF0000"/>
                </a:solidFill>
                <a:latin typeface="Space Mono"/>
              </a:rPr>
              <a:t>img</a:t>
            </a:r>
            <a:r>
              <a:rPr lang="en-US" sz="2800" dirty="0">
                <a:solidFill>
                  <a:srgbClr val="FF0000"/>
                </a:solidFill>
                <a:latin typeface="Space Mono"/>
              </a:rPr>
              <a:t>: </a:t>
            </a:r>
            <a:r>
              <a:rPr lang="en-US" sz="2800" dirty="0" err="1">
                <a:solidFill>
                  <a:srgbClr val="FF0000"/>
                </a:solidFill>
                <a:latin typeface="Space Mono"/>
              </a:rPr>
              <a:t>src</a:t>
            </a:r>
            <a:r>
              <a:rPr lang="en-US" sz="2800" dirty="0">
                <a:solidFill>
                  <a:srgbClr val="FF0000"/>
                </a:solidFill>
                <a:latin typeface="Space Mono"/>
              </a:rPr>
              <a:t>=“tigrinho.png” alt=“</a:t>
            </a:r>
            <a:r>
              <a:rPr lang="en-US" sz="2800" dirty="0" err="1">
                <a:solidFill>
                  <a:srgbClr val="FF0000"/>
                </a:solidFill>
                <a:latin typeface="Space Mono"/>
              </a:rPr>
              <a:t>Furada</a:t>
            </a:r>
            <a:r>
              <a:rPr lang="en-US" sz="2800" dirty="0">
                <a:solidFill>
                  <a:srgbClr val="FF0000"/>
                </a:solidFill>
                <a:latin typeface="Space Mono"/>
              </a:rPr>
              <a:t>”</a:t>
            </a:r>
            <a:endParaRPr lang="en-US" sz="3600" dirty="0">
              <a:solidFill>
                <a:srgbClr val="FF0000"/>
              </a:solidFill>
              <a:latin typeface="Space Mono"/>
            </a:endParaRPr>
          </a:p>
        </p:txBody>
      </p:sp>
      <p:grpSp>
        <p:nvGrpSpPr>
          <p:cNvPr id="15" name="Group 15"/>
          <p:cNvGrpSpPr/>
          <p:nvPr/>
        </p:nvGrpSpPr>
        <p:grpSpPr>
          <a:xfrm>
            <a:off x="1649126" y="898111"/>
            <a:ext cx="12284037" cy="867560"/>
            <a:chOff x="0" y="0"/>
            <a:chExt cx="45387778" cy="3205513"/>
          </a:xfrm>
        </p:grpSpPr>
        <p:sp>
          <p:nvSpPr>
            <p:cNvPr id="16" name="Freeform 16"/>
            <p:cNvSpPr/>
            <p:nvPr/>
          </p:nvSpPr>
          <p:spPr>
            <a:xfrm>
              <a:off x="72390" y="72390"/>
              <a:ext cx="45242999" cy="3060733"/>
            </a:xfrm>
            <a:custGeom>
              <a:avLst/>
              <a:gdLst/>
              <a:ahLst/>
              <a:cxnLst/>
              <a:rect l="l" t="t" r="r" b="b"/>
              <a:pathLst>
                <a:path w="45242999" h="3060733">
                  <a:moveTo>
                    <a:pt x="0" y="0"/>
                  </a:moveTo>
                  <a:lnTo>
                    <a:pt x="45242999" y="0"/>
                  </a:lnTo>
                  <a:lnTo>
                    <a:pt x="45242999" y="3060733"/>
                  </a:lnTo>
                  <a:lnTo>
                    <a:pt x="0" y="3060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45387778" cy="3205513"/>
            </a:xfrm>
            <a:custGeom>
              <a:avLst/>
              <a:gdLst/>
              <a:ahLst/>
              <a:cxnLst/>
              <a:rect l="l" t="t" r="r" b="b"/>
              <a:pathLst>
                <a:path w="45387778" h="3205513">
                  <a:moveTo>
                    <a:pt x="45243000" y="3060733"/>
                  </a:moveTo>
                  <a:lnTo>
                    <a:pt x="45387778" y="3060733"/>
                  </a:lnTo>
                  <a:lnTo>
                    <a:pt x="45387778" y="3205513"/>
                  </a:lnTo>
                  <a:lnTo>
                    <a:pt x="45243000" y="3205513"/>
                  </a:lnTo>
                  <a:lnTo>
                    <a:pt x="45243000" y="306073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060733"/>
                  </a:lnTo>
                  <a:lnTo>
                    <a:pt x="0" y="3060733"/>
                  </a:lnTo>
                  <a:lnTo>
                    <a:pt x="0" y="144780"/>
                  </a:lnTo>
                  <a:close/>
                  <a:moveTo>
                    <a:pt x="0" y="3060733"/>
                  </a:moveTo>
                  <a:lnTo>
                    <a:pt x="144780" y="3060733"/>
                  </a:lnTo>
                  <a:lnTo>
                    <a:pt x="144780" y="3205513"/>
                  </a:lnTo>
                  <a:lnTo>
                    <a:pt x="0" y="3205513"/>
                  </a:lnTo>
                  <a:lnTo>
                    <a:pt x="0" y="3060733"/>
                  </a:lnTo>
                  <a:close/>
                  <a:moveTo>
                    <a:pt x="45243000" y="144780"/>
                  </a:moveTo>
                  <a:lnTo>
                    <a:pt x="45387778" y="144780"/>
                  </a:lnTo>
                  <a:lnTo>
                    <a:pt x="45387778" y="3060733"/>
                  </a:lnTo>
                  <a:lnTo>
                    <a:pt x="45243000" y="3060733"/>
                  </a:lnTo>
                  <a:lnTo>
                    <a:pt x="45243000" y="144780"/>
                  </a:lnTo>
                  <a:close/>
                  <a:moveTo>
                    <a:pt x="144780" y="3060733"/>
                  </a:moveTo>
                  <a:lnTo>
                    <a:pt x="45243000" y="3060733"/>
                  </a:lnTo>
                  <a:lnTo>
                    <a:pt x="45243000" y="3205513"/>
                  </a:lnTo>
                  <a:lnTo>
                    <a:pt x="144780" y="3205513"/>
                  </a:lnTo>
                  <a:lnTo>
                    <a:pt x="144780" y="3060733"/>
                  </a:lnTo>
                  <a:close/>
                  <a:moveTo>
                    <a:pt x="45243000" y="0"/>
                  </a:moveTo>
                  <a:lnTo>
                    <a:pt x="45387778" y="0"/>
                  </a:lnTo>
                  <a:lnTo>
                    <a:pt x="45387778" y="144780"/>
                  </a:lnTo>
                  <a:lnTo>
                    <a:pt x="45243000" y="144780"/>
                  </a:lnTo>
                  <a:lnTo>
                    <a:pt x="452430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5243000" y="0"/>
                  </a:lnTo>
                  <a:lnTo>
                    <a:pt x="452430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012919" y="1087421"/>
            <a:ext cx="8712126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dirty="0" err="1">
                <a:solidFill>
                  <a:srgbClr val="000000"/>
                </a:solidFill>
                <a:latin typeface="Space Mono"/>
              </a:rPr>
              <a:t>Conteúdo</a:t>
            </a:r>
            <a:r>
              <a:rPr lang="en-US" sz="3000" dirty="0">
                <a:solidFill>
                  <a:srgbClr val="000000"/>
                </a:solidFill>
                <a:latin typeface="Space Mono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Space Mono"/>
              </a:rPr>
              <a:t>em</a:t>
            </a:r>
            <a:r>
              <a:rPr lang="en-US" sz="3000" dirty="0">
                <a:solidFill>
                  <a:srgbClr val="000000"/>
                </a:solidFill>
                <a:latin typeface="Space Mono"/>
              </a:rPr>
              <a:t> HTML</a:t>
            </a:r>
          </a:p>
        </p:txBody>
      </p:sp>
      <p:sp>
        <p:nvSpPr>
          <p:cNvPr id="19" name="Freeform 19"/>
          <p:cNvSpPr/>
          <p:nvPr/>
        </p:nvSpPr>
        <p:spPr>
          <a:xfrm>
            <a:off x="13152682" y="1129093"/>
            <a:ext cx="492300" cy="492300"/>
          </a:xfrm>
          <a:custGeom>
            <a:avLst/>
            <a:gdLst/>
            <a:ahLst/>
            <a:cxnLst/>
            <a:rect l="l" t="t" r="r" b="b"/>
            <a:pathLst>
              <a:path w="492300" h="492300">
                <a:moveTo>
                  <a:pt x="0" y="0"/>
                </a:moveTo>
                <a:lnTo>
                  <a:pt x="492301" y="0"/>
                </a:lnTo>
                <a:lnTo>
                  <a:pt x="492301" y="492300"/>
                </a:lnTo>
                <a:lnTo>
                  <a:pt x="0" y="492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20" name="Group 20"/>
          <p:cNvGrpSpPr/>
          <p:nvPr/>
        </p:nvGrpSpPr>
        <p:grpSpPr>
          <a:xfrm>
            <a:off x="14602112" y="604801"/>
            <a:ext cx="1770034" cy="1051333"/>
            <a:chOff x="0" y="0"/>
            <a:chExt cx="2360045" cy="1401777"/>
          </a:xfrm>
        </p:grpSpPr>
        <p:sp>
          <p:nvSpPr>
            <p:cNvPr id="21" name="TextBox 21"/>
            <p:cNvSpPr txBox="1"/>
            <p:nvPr/>
          </p:nvSpPr>
          <p:spPr>
            <a:xfrm>
              <a:off x="0" y="350216"/>
              <a:ext cx="601178" cy="8114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78"/>
                </a:lnSpc>
              </a:pPr>
              <a:r>
                <a:rPr lang="en-US" sz="3829">
                  <a:solidFill>
                    <a:srgbClr val="000000"/>
                  </a:solidFill>
                  <a:latin typeface="Space Mono"/>
                </a:rPr>
                <a:t>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9433" y="148914"/>
              <a:ext cx="601178" cy="1007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22"/>
                </a:lnSpc>
              </a:pPr>
              <a:r>
                <a:rPr lang="en-US" sz="4786">
                  <a:solidFill>
                    <a:srgbClr val="000000"/>
                  </a:solidFill>
                  <a:latin typeface="Space Mono"/>
                </a:rPr>
                <a:t>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58867" y="-58737"/>
              <a:ext cx="601178" cy="1217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467"/>
                </a:lnSpc>
              </a:pPr>
              <a:r>
                <a:rPr lang="en-US" sz="5744">
                  <a:solidFill>
                    <a:srgbClr val="000000"/>
                  </a:solidFill>
                  <a:latin typeface="Space Mono"/>
                </a:rPr>
                <a:t>A</a:t>
              </a:r>
            </a:p>
          </p:txBody>
        </p:sp>
        <p:sp>
          <p:nvSpPr>
            <p:cNvPr id="24" name="AutoShape 24"/>
            <p:cNvSpPr/>
            <p:nvPr/>
          </p:nvSpPr>
          <p:spPr>
            <a:xfrm>
              <a:off x="0" y="1340984"/>
              <a:ext cx="2360045" cy="0"/>
            </a:xfrm>
            <a:prstGeom prst="line">
              <a:avLst/>
            </a:prstGeom>
            <a:ln w="60793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AutoShape 25"/>
            <p:cNvSpPr/>
            <p:nvPr/>
          </p:nvSpPr>
          <p:spPr>
            <a:xfrm rot="5400000">
              <a:off x="1935122" y="1250456"/>
              <a:ext cx="239561" cy="0"/>
            </a:xfrm>
            <a:prstGeom prst="line">
              <a:avLst/>
            </a:prstGeom>
            <a:ln w="60793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AutoShape 26"/>
            <p:cNvSpPr/>
            <p:nvPr/>
          </p:nvSpPr>
          <p:spPr>
            <a:xfrm rot="5400000">
              <a:off x="1042767" y="1250456"/>
              <a:ext cx="239561" cy="0"/>
            </a:xfrm>
            <a:prstGeom prst="line">
              <a:avLst/>
            </a:prstGeom>
            <a:ln w="60793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AutoShape 27"/>
            <p:cNvSpPr/>
            <p:nvPr/>
          </p:nvSpPr>
          <p:spPr>
            <a:xfrm rot="5400000">
              <a:off x="150412" y="1250456"/>
              <a:ext cx="239561" cy="0"/>
            </a:xfrm>
            <a:prstGeom prst="line">
              <a:avLst/>
            </a:prstGeom>
            <a:ln w="60793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42" name="Agrupar 41">
            <a:extLst>
              <a:ext uri="{FF2B5EF4-FFF2-40B4-BE49-F238E27FC236}">
                <a16:creationId xmlns:a16="http://schemas.microsoft.com/office/drawing/2014/main" id="{2A7B2A3F-EB0A-A965-B7BC-91C85C5D1B6F}"/>
              </a:ext>
            </a:extLst>
          </p:cNvPr>
          <p:cNvGrpSpPr/>
          <p:nvPr/>
        </p:nvGrpSpPr>
        <p:grpSpPr>
          <a:xfrm>
            <a:off x="12573000" y="2156077"/>
            <a:ext cx="5562600" cy="6264023"/>
            <a:chOff x="12573000" y="2156077"/>
            <a:chExt cx="5562600" cy="6264023"/>
          </a:xfrm>
        </p:grpSpPr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5CA8C21A-F57C-45EC-B723-17C60DF1240E}"/>
                </a:ext>
              </a:extLst>
            </p:cNvPr>
            <p:cNvGrpSpPr/>
            <p:nvPr/>
          </p:nvGrpSpPr>
          <p:grpSpPr>
            <a:xfrm>
              <a:off x="12573000" y="2156077"/>
              <a:ext cx="5562600" cy="6264023"/>
              <a:chOff x="12573000" y="2156077"/>
              <a:chExt cx="5562600" cy="6264023"/>
            </a:xfrm>
          </p:grpSpPr>
          <p:sp>
            <p:nvSpPr>
              <p:cNvPr id="37" name="AutoShape 4">
                <a:extLst>
                  <a:ext uri="{FF2B5EF4-FFF2-40B4-BE49-F238E27FC236}">
                    <a16:creationId xmlns:a16="http://schemas.microsoft.com/office/drawing/2014/main" id="{D14B2CC0-D7F5-840F-9578-DFE20FA2FDB5}"/>
                  </a:ext>
                </a:extLst>
              </p:cNvPr>
              <p:cNvSpPr/>
              <p:nvPr/>
            </p:nvSpPr>
            <p:spPr>
              <a:xfrm>
                <a:off x="12581645" y="2503288"/>
                <a:ext cx="5553955" cy="5916812"/>
              </a:xfrm>
              <a:prstGeom prst="rect">
                <a:avLst/>
              </a:prstGeom>
              <a:solidFill>
                <a:srgbClr val="000000"/>
              </a:solidFill>
            </p:spPr>
            <p:txBody>
              <a:bodyPr/>
              <a:lstStyle/>
              <a:p>
                <a:endParaRPr lang="pt-BR"/>
              </a:p>
            </p:txBody>
          </p:sp>
          <p:grpSp>
            <p:nvGrpSpPr>
              <p:cNvPr id="35" name="Agrupar 34">
                <a:extLst>
                  <a:ext uri="{FF2B5EF4-FFF2-40B4-BE49-F238E27FC236}">
                    <a16:creationId xmlns:a16="http://schemas.microsoft.com/office/drawing/2014/main" id="{5EF2D7F9-04D9-49AB-F343-AAA25731547B}"/>
                  </a:ext>
                </a:extLst>
              </p:cNvPr>
              <p:cNvGrpSpPr/>
              <p:nvPr/>
            </p:nvGrpSpPr>
            <p:grpSpPr>
              <a:xfrm>
                <a:off x="12573000" y="2156077"/>
                <a:ext cx="5427991" cy="6097751"/>
                <a:chOff x="12472911" y="2057805"/>
                <a:chExt cx="5427991" cy="6097751"/>
              </a:xfrm>
            </p:grpSpPr>
            <p:pic>
              <p:nvPicPr>
                <p:cNvPr id="34" name="Imagem 33">
                  <a:extLst>
                    <a:ext uri="{FF2B5EF4-FFF2-40B4-BE49-F238E27FC236}">
                      <a16:creationId xmlns:a16="http://schemas.microsoft.com/office/drawing/2014/main" id="{DB4AAD6A-B512-AF1B-6F50-9459A752F3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582" r="1115"/>
                <a:stretch/>
              </p:blipFill>
              <p:spPr>
                <a:xfrm>
                  <a:off x="12507042" y="2670551"/>
                  <a:ext cx="5376575" cy="5091818"/>
                </a:xfrm>
                <a:prstGeom prst="rect">
                  <a:avLst/>
                </a:prstGeom>
              </p:spPr>
            </p:pic>
            <p:grpSp>
              <p:nvGrpSpPr>
                <p:cNvPr id="2" name="Group 33">
                  <a:extLst>
                    <a:ext uri="{FF2B5EF4-FFF2-40B4-BE49-F238E27FC236}">
                      <a16:creationId xmlns:a16="http://schemas.microsoft.com/office/drawing/2014/main" id="{55656487-7A90-C31B-1D29-AA9492617B3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2472911" y="2057805"/>
                  <a:ext cx="5427991" cy="6097751"/>
                  <a:chOff x="0" y="0"/>
                  <a:chExt cx="8455660" cy="6348730"/>
                </a:xfrm>
              </p:grpSpPr>
              <p:sp>
                <p:nvSpPr>
                  <p:cNvPr id="3" name="Freeform 34">
                    <a:extLst>
                      <a:ext uri="{FF2B5EF4-FFF2-40B4-BE49-F238E27FC236}">
                        <a16:creationId xmlns:a16="http://schemas.microsoft.com/office/drawing/2014/main" id="{1C6EB200-C7E7-017E-6996-6C6B7D137707}"/>
                      </a:ext>
                    </a:extLst>
                  </p:cNvPr>
                  <p:cNvSpPr/>
                  <p:nvPr/>
                </p:nvSpPr>
                <p:spPr>
                  <a:xfrm>
                    <a:off x="15240" y="5910580"/>
                    <a:ext cx="8425180" cy="4241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25180" h="424180">
                        <a:moveTo>
                          <a:pt x="7769860" y="424180"/>
                        </a:moveTo>
                        <a:lnTo>
                          <a:pt x="2839720" y="424180"/>
                        </a:lnTo>
                        <a:lnTo>
                          <a:pt x="2839720" y="1270"/>
                        </a:lnTo>
                        <a:lnTo>
                          <a:pt x="7769860" y="1270"/>
                        </a:lnTo>
                        <a:lnTo>
                          <a:pt x="7769860" y="424180"/>
                        </a:lnTo>
                        <a:close/>
                        <a:moveTo>
                          <a:pt x="652780" y="0"/>
                        </a:moveTo>
                        <a:lnTo>
                          <a:pt x="0" y="0"/>
                        </a:lnTo>
                        <a:lnTo>
                          <a:pt x="0" y="422910"/>
                        </a:lnTo>
                        <a:lnTo>
                          <a:pt x="651510" y="422910"/>
                        </a:lnTo>
                        <a:lnTo>
                          <a:pt x="652780" y="0"/>
                        </a:lnTo>
                        <a:lnTo>
                          <a:pt x="652780" y="0"/>
                        </a:lnTo>
                        <a:close/>
                        <a:moveTo>
                          <a:pt x="8425180" y="0"/>
                        </a:moveTo>
                        <a:lnTo>
                          <a:pt x="7769860" y="0"/>
                        </a:lnTo>
                        <a:lnTo>
                          <a:pt x="7769860" y="422910"/>
                        </a:lnTo>
                        <a:lnTo>
                          <a:pt x="8425180" y="422910"/>
                        </a:lnTo>
                        <a:lnTo>
                          <a:pt x="842518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9" name="Freeform 35">
                    <a:extLst>
                      <a:ext uri="{FF2B5EF4-FFF2-40B4-BE49-F238E27FC236}">
                        <a16:creationId xmlns:a16="http://schemas.microsoft.com/office/drawing/2014/main" id="{5BC66A93-DC93-8B18-7B8E-683255DCA19A}"/>
                      </a:ext>
                    </a:extLst>
                  </p:cNvPr>
                  <p:cNvSpPr/>
                  <p:nvPr/>
                </p:nvSpPr>
                <p:spPr>
                  <a:xfrm>
                    <a:off x="15240" y="15240"/>
                    <a:ext cx="8425180" cy="6319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25180" h="6319520">
                        <a:moveTo>
                          <a:pt x="2839720" y="6319520"/>
                        </a:moveTo>
                        <a:lnTo>
                          <a:pt x="652780" y="6319520"/>
                        </a:lnTo>
                        <a:lnTo>
                          <a:pt x="652780" y="5896610"/>
                        </a:lnTo>
                        <a:lnTo>
                          <a:pt x="2840990" y="5896610"/>
                        </a:lnTo>
                        <a:lnTo>
                          <a:pt x="2839720" y="6319520"/>
                        </a:lnTo>
                        <a:lnTo>
                          <a:pt x="2839720" y="6319520"/>
                        </a:lnTo>
                        <a:close/>
                        <a:moveTo>
                          <a:pt x="8425180" y="0"/>
                        </a:moveTo>
                        <a:lnTo>
                          <a:pt x="0" y="0"/>
                        </a:lnTo>
                        <a:lnTo>
                          <a:pt x="0" y="622300"/>
                        </a:lnTo>
                        <a:lnTo>
                          <a:pt x="8425180" y="622300"/>
                        </a:lnTo>
                        <a:lnTo>
                          <a:pt x="8425180" y="0"/>
                        </a:lnTo>
                        <a:lnTo>
                          <a:pt x="842518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1" name="Freeform 37">
                    <a:extLst>
                      <a:ext uri="{FF2B5EF4-FFF2-40B4-BE49-F238E27FC236}">
                        <a16:creationId xmlns:a16="http://schemas.microsoft.com/office/drawing/2014/main" id="{4FA190F8-7D53-A9DE-685C-8846BDAEFA72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8455660" cy="6348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55660" h="6348730">
                        <a:moveTo>
                          <a:pt x="8440420" y="0"/>
                        </a:moveTo>
                        <a:lnTo>
                          <a:pt x="15240" y="0"/>
                        </a:lnTo>
                        <a:cubicBezTo>
                          <a:pt x="7620" y="0"/>
                          <a:pt x="0" y="7620"/>
                          <a:pt x="0" y="15240"/>
                        </a:cubicBezTo>
                        <a:lnTo>
                          <a:pt x="0" y="5910580"/>
                        </a:lnTo>
                        <a:lnTo>
                          <a:pt x="0" y="6333490"/>
                        </a:lnTo>
                        <a:cubicBezTo>
                          <a:pt x="0" y="6342380"/>
                          <a:pt x="7620" y="6348730"/>
                          <a:pt x="15240" y="6348730"/>
                        </a:cubicBezTo>
                        <a:lnTo>
                          <a:pt x="666750" y="6348730"/>
                        </a:lnTo>
                        <a:lnTo>
                          <a:pt x="2854960" y="6348730"/>
                        </a:lnTo>
                        <a:lnTo>
                          <a:pt x="7785100" y="6348730"/>
                        </a:lnTo>
                        <a:lnTo>
                          <a:pt x="8440420" y="6348730"/>
                        </a:lnTo>
                        <a:cubicBezTo>
                          <a:pt x="8449310" y="6348730"/>
                          <a:pt x="8455660" y="6341110"/>
                          <a:pt x="8455660" y="6333490"/>
                        </a:cubicBezTo>
                        <a:lnTo>
                          <a:pt x="8455660" y="5910580"/>
                        </a:lnTo>
                        <a:lnTo>
                          <a:pt x="8455660" y="15240"/>
                        </a:lnTo>
                        <a:cubicBezTo>
                          <a:pt x="8455660" y="7620"/>
                          <a:pt x="8449310" y="0"/>
                          <a:pt x="8440420" y="0"/>
                        </a:cubicBezTo>
                        <a:close/>
                        <a:moveTo>
                          <a:pt x="7785100" y="5895340"/>
                        </a:moveTo>
                        <a:lnTo>
                          <a:pt x="2854960" y="5895340"/>
                        </a:lnTo>
                        <a:lnTo>
                          <a:pt x="668020" y="5895340"/>
                        </a:lnTo>
                        <a:lnTo>
                          <a:pt x="31750" y="5895340"/>
                        </a:lnTo>
                        <a:lnTo>
                          <a:pt x="31750" y="652780"/>
                        </a:lnTo>
                        <a:lnTo>
                          <a:pt x="8425180" y="652780"/>
                        </a:lnTo>
                        <a:lnTo>
                          <a:pt x="8425180" y="5895340"/>
                        </a:lnTo>
                        <a:lnTo>
                          <a:pt x="7785100" y="5895340"/>
                        </a:lnTo>
                        <a:lnTo>
                          <a:pt x="7785100" y="5895340"/>
                        </a:lnTo>
                        <a:close/>
                        <a:moveTo>
                          <a:pt x="8425180" y="31750"/>
                        </a:moveTo>
                        <a:lnTo>
                          <a:pt x="8425180" y="622300"/>
                        </a:lnTo>
                        <a:lnTo>
                          <a:pt x="31750" y="622300"/>
                        </a:lnTo>
                        <a:lnTo>
                          <a:pt x="31750" y="31750"/>
                        </a:lnTo>
                        <a:lnTo>
                          <a:pt x="8425180" y="31750"/>
                        </a:lnTo>
                        <a:close/>
                        <a:moveTo>
                          <a:pt x="31750" y="5927090"/>
                        </a:moveTo>
                        <a:lnTo>
                          <a:pt x="652780" y="5927090"/>
                        </a:lnTo>
                        <a:lnTo>
                          <a:pt x="652780" y="6319520"/>
                        </a:lnTo>
                        <a:lnTo>
                          <a:pt x="31750" y="6319520"/>
                        </a:lnTo>
                        <a:lnTo>
                          <a:pt x="31750" y="5927090"/>
                        </a:lnTo>
                        <a:close/>
                        <a:moveTo>
                          <a:pt x="683260" y="6318250"/>
                        </a:moveTo>
                        <a:lnTo>
                          <a:pt x="683260" y="5925820"/>
                        </a:lnTo>
                        <a:lnTo>
                          <a:pt x="2839720" y="5925820"/>
                        </a:lnTo>
                        <a:lnTo>
                          <a:pt x="2839720" y="6318250"/>
                        </a:lnTo>
                        <a:lnTo>
                          <a:pt x="683260" y="6318250"/>
                        </a:lnTo>
                        <a:close/>
                        <a:moveTo>
                          <a:pt x="2871470" y="6318250"/>
                        </a:moveTo>
                        <a:lnTo>
                          <a:pt x="2871470" y="5925820"/>
                        </a:lnTo>
                        <a:lnTo>
                          <a:pt x="7769861" y="5925820"/>
                        </a:lnTo>
                        <a:lnTo>
                          <a:pt x="7769861" y="6318250"/>
                        </a:lnTo>
                        <a:lnTo>
                          <a:pt x="2871470" y="6318250"/>
                        </a:lnTo>
                        <a:close/>
                        <a:moveTo>
                          <a:pt x="8425180" y="6318250"/>
                        </a:moveTo>
                        <a:lnTo>
                          <a:pt x="7801611" y="6318250"/>
                        </a:lnTo>
                        <a:lnTo>
                          <a:pt x="7801611" y="5925820"/>
                        </a:lnTo>
                        <a:lnTo>
                          <a:pt x="8425180" y="5925820"/>
                        </a:lnTo>
                        <a:lnTo>
                          <a:pt x="8425180" y="6318250"/>
                        </a:lnTo>
                        <a:close/>
                        <a:moveTo>
                          <a:pt x="226060" y="467360"/>
                        </a:moveTo>
                        <a:lnTo>
                          <a:pt x="339090" y="342900"/>
                        </a:lnTo>
                        <a:lnTo>
                          <a:pt x="226060" y="218440"/>
                        </a:lnTo>
                        <a:cubicBezTo>
                          <a:pt x="219710" y="212090"/>
                          <a:pt x="220980" y="201930"/>
                          <a:pt x="227330" y="196850"/>
                        </a:cubicBezTo>
                        <a:cubicBezTo>
                          <a:pt x="233680" y="190500"/>
                          <a:pt x="243840" y="191770"/>
                          <a:pt x="248920" y="198120"/>
                        </a:cubicBezTo>
                        <a:lnTo>
                          <a:pt x="359410" y="320040"/>
                        </a:lnTo>
                        <a:lnTo>
                          <a:pt x="469900" y="198120"/>
                        </a:lnTo>
                        <a:cubicBezTo>
                          <a:pt x="476250" y="191770"/>
                          <a:pt x="485140" y="191770"/>
                          <a:pt x="491490" y="196850"/>
                        </a:cubicBezTo>
                        <a:cubicBezTo>
                          <a:pt x="497840" y="203200"/>
                          <a:pt x="497840" y="212090"/>
                          <a:pt x="492760" y="218440"/>
                        </a:cubicBezTo>
                        <a:lnTo>
                          <a:pt x="381000" y="344170"/>
                        </a:lnTo>
                        <a:lnTo>
                          <a:pt x="494030" y="468630"/>
                        </a:lnTo>
                        <a:cubicBezTo>
                          <a:pt x="500380" y="474980"/>
                          <a:pt x="499110" y="485140"/>
                          <a:pt x="492760" y="490220"/>
                        </a:cubicBezTo>
                        <a:cubicBezTo>
                          <a:pt x="490220" y="492760"/>
                          <a:pt x="486410" y="494030"/>
                          <a:pt x="482600" y="494030"/>
                        </a:cubicBezTo>
                        <a:cubicBezTo>
                          <a:pt x="478790" y="494030"/>
                          <a:pt x="473710" y="492760"/>
                          <a:pt x="471170" y="488950"/>
                        </a:cubicBezTo>
                        <a:lnTo>
                          <a:pt x="360680" y="367030"/>
                        </a:lnTo>
                        <a:lnTo>
                          <a:pt x="250190" y="488950"/>
                        </a:lnTo>
                        <a:cubicBezTo>
                          <a:pt x="247650" y="492760"/>
                          <a:pt x="242570" y="494030"/>
                          <a:pt x="238760" y="494030"/>
                        </a:cubicBezTo>
                        <a:cubicBezTo>
                          <a:pt x="234950" y="494030"/>
                          <a:pt x="231140" y="492760"/>
                          <a:pt x="228600" y="490220"/>
                        </a:cubicBezTo>
                        <a:cubicBezTo>
                          <a:pt x="220980" y="483870"/>
                          <a:pt x="220980" y="473710"/>
                          <a:pt x="226060" y="467360"/>
                        </a:cubicBezTo>
                        <a:close/>
                        <a:moveTo>
                          <a:pt x="1104900" y="344170"/>
                        </a:moveTo>
                        <a:cubicBezTo>
                          <a:pt x="1104900" y="335280"/>
                          <a:pt x="1112520" y="328930"/>
                          <a:pt x="1120140" y="328930"/>
                        </a:cubicBezTo>
                        <a:lnTo>
                          <a:pt x="1363980" y="328930"/>
                        </a:lnTo>
                        <a:cubicBezTo>
                          <a:pt x="1372870" y="328930"/>
                          <a:pt x="1379220" y="336550"/>
                          <a:pt x="1379220" y="344170"/>
                        </a:cubicBezTo>
                        <a:cubicBezTo>
                          <a:pt x="1379220" y="353060"/>
                          <a:pt x="1371600" y="359410"/>
                          <a:pt x="1363980" y="359410"/>
                        </a:cubicBezTo>
                        <a:lnTo>
                          <a:pt x="1120140" y="359410"/>
                        </a:lnTo>
                        <a:cubicBezTo>
                          <a:pt x="1111250" y="359410"/>
                          <a:pt x="1104900" y="351790"/>
                          <a:pt x="1104900" y="344170"/>
                        </a:cubicBezTo>
                        <a:close/>
                        <a:moveTo>
                          <a:pt x="676910" y="452120"/>
                        </a:moveTo>
                        <a:lnTo>
                          <a:pt x="702310" y="452120"/>
                        </a:lnTo>
                        <a:lnTo>
                          <a:pt x="702310" y="477520"/>
                        </a:lnTo>
                        <a:cubicBezTo>
                          <a:pt x="702310" y="486410"/>
                          <a:pt x="709930" y="492760"/>
                          <a:pt x="717550" y="492760"/>
                        </a:cubicBezTo>
                        <a:lnTo>
                          <a:pt x="924560" y="492760"/>
                        </a:lnTo>
                        <a:cubicBezTo>
                          <a:pt x="933450" y="492760"/>
                          <a:pt x="939800" y="485140"/>
                          <a:pt x="939800" y="477520"/>
                        </a:cubicBezTo>
                        <a:lnTo>
                          <a:pt x="939800" y="250190"/>
                        </a:lnTo>
                        <a:cubicBezTo>
                          <a:pt x="939800" y="241300"/>
                          <a:pt x="932180" y="234950"/>
                          <a:pt x="924560" y="234950"/>
                        </a:cubicBezTo>
                        <a:lnTo>
                          <a:pt x="899160" y="234950"/>
                        </a:lnTo>
                        <a:lnTo>
                          <a:pt x="899160" y="209550"/>
                        </a:lnTo>
                        <a:cubicBezTo>
                          <a:pt x="899160" y="200660"/>
                          <a:pt x="891540" y="194310"/>
                          <a:pt x="883920" y="194310"/>
                        </a:cubicBezTo>
                        <a:lnTo>
                          <a:pt x="676910" y="194310"/>
                        </a:lnTo>
                        <a:cubicBezTo>
                          <a:pt x="668020" y="194310"/>
                          <a:pt x="661670" y="201930"/>
                          <a:pt x="661670" y="209550"/>
                        </a:cubicBezTo>
                        <a:lnTo>
                          <a:pt x="661670" y="436880"/>
                        </a:lnTo>
                        <a:cubicBezTo>
                          <a:pt x="661670" y="445770"/>
                          <a:pt x="668020" y="452120"/>
                          <a:pt x="676910" y="452120"/>
                        </a:cubicBezTo>
                        <a:close/>
                        <a:moveTo>
                          <a:pt x="909320" y="265430"/>
                        </a:moveTo>
                        <a:lnTo>
                          <a:pt x="909320" y="462280"/>
                        </a:lnTo>
                        <a:lnTo>
                          <a:pt x="734060" y="462280"/>
                        </a:lnTo>
                        <a:lnTo>
                          <a:pt x="734060" y="452120"/>
                        </a:lnTo>
                        <a:lnTo>
                          <a:pt x="883920" y="452120"/>
                        </a:lnTo>
                        <a:cubicBezTo>
                          <a:pt x="892810" y="452120"/>
                          <a:pt x="899160" y="444500"/>
                          <a:pt x="899160" y="436880"/>
                        </a:cubicBezTo>
                        <a:lnTo>
                          <a:pt x="899160" y="265430"/>
                        </a:lnTo>
                        <a:lnTo>
                          <a:pt x="909320" y="265430"/>
                        </a:lnTo>
                        <a:close/>
                        <a:moveTo>
                          <a:pt x="692150" y="224790"/>
                        </a:moveTo>
                        <a:lnTo>
                          <a:pt x="867410" y="224790"/>
                        </a:lnTo>
                        <a:lnTo>
                          <a:pt x="867410" y="421640"/>
                        </a:lnTo>
                        <a:lnTo>
                          <a:pt x="692150" y="421640"/>
                        </a:lnTo>
                        <a:lnTo>
                          <a:pt x="692150" y="224790"/>
                        </a:lnTo>
                        <a:close/>
                        <a:moveTo>
                          <a:pt x="466090" y="6236970"/>
                        </a:moveTo>
                        <a:cubicBezTo>
                          <a:pt x="463550" y="6242050"/>
                          <a:pt x="457200" y="6245860"/>
                          <a:pt x="452120" y="6245860"/>
                        </a:cubicBezTo>
                        <a:cubicBezTo>
                          <a:pt x="449580" y="6245860"/>
                          <a:pt x="447040" y="6245860"/>
                          <a:pt x="444500" y="6244590"/>
                        </a:cubicBezTo>
                        <a:lnTo>
                          <a:pt x="229870" y="6137910"/>
                        </a:lnTo>
                        <a:cubicBezTo>
                          <a:pt x="224790" y="6135370"/>
                          <a:pt x="220980" y="6130290"/>
                          <a:pt x="220980" y="6123940"/>
                        </a:cubicBezTo>
                        <a:cubicBezTo>
                          <a:pt x="220980" y="6117590"/>
                          <a:pt x="224790" y="6112510"/>
                          <a:pt x="229870" y="6109970"/>
                        </a:cubicBezTo>
                        <a:lnTo>
                          <a:pt x="444500" y="6003290"/>
                        </a:lnTo>
                        <a:cubicBezTo>
                          <a:pt x="452120" y="5999480"/>
                          <a:pt x="461010" y="6002020"/>
                          <a:pt x="466090" y="6010910"/>
                        </a:cubicBezTo>
                        <a:cubicBezTo>
                          <a:pt x="469900" y="6018530"/>
                          <a:pt x="467360" y="6027420"/>
                          <a:pt x="458470" y="6032500"/>
                        </a:cubicBezTo>
                        <a:lnTo>
                          <a:pt x="271780" y="6125210"/>
                        </a:lnTo>
                        <a:lnTo>
                          <a:pt x="458470" y="6217920"/>
                        </a:lnTo>
                        <a:cubicBezTo>
                          <a:pt x="467360" y="6219190"/>
                          <a:pt x="469900" y="6229350"/>
                          <a:pt x="466090" y="6236970"/>
                        </a:cubicBezTo>
                        <a:close/>
                        <a:moveTo>
                          <a:pt x="7989570" y="6008370"/>
                        </a:moveTo>
                        <a:cubicBezTo>
                          <a:pt x="7993380" y="6000750"/>
                          <a:pt x="8002270" y="5996940"/>
                          <a:pt x="8011160" y="6000750"/>
                        </a:cubicBezTo>
                        <a:lnTo>
                          <a:pt x="8225790" y="6107430"/>
                        </a:lnTo>
                        <a:cubicBezTo>
                          <a:pt x="8230870" y="6109970"/>
                          <a:pt x="8234680" y="6115050"/>
                          <a:pt x="8234680" y="6121400"/>
                        </a:cubicBezTo>
                        <a:cubicBezTo>
                          <a:pt x="8234680" y="6127750"/>
                          <a:pt x="8230870" y="6132830"/>
                          <a:pt x="8225790" y="6135370"/>
                        </a:cubicBezTo>
                        <a:lnTo>
                          <a:pt x="8011160" y="6242050"/>
                        </a:lnTo>
                        <a:cubicBezTo>
                          <a:pt x="8008620" y="6243320"/>
                          <a:pt x="8006080" y="6243320"/>
                          <a:pt x="8003540" y="6243320"/>
                        </a:cubicBezTo>
                        <a:cubicBezTo>
                          <a:pt x="7997190" y="6243320"/>
                          <a:pt x="7992110" y="6239510"/>
                          <a:pt x="7989570" y="6234430"/>
                        </a:cubicBezTo>
                        <a:cubicBezTo>
                          <a:pt x="7985761" y="6226810"/>
                          <a:pt x="7988301" y="6217920"/>
                          <a:pt x="7997190" y="6212840"/>
                        </a:cubicBezTo>
                        <a:lnTo>
                          <a:pt x="8183880" y="6120130"/>
                        </a:lnTo>
                        <a:lnTo>
                          <a:pt x="7997190" y="6027420"/>
                        </a:lnTo>
                        <a:cubicBezTo>
                          <a:pt x="7989570" y="6026150"/>
                          <a:pt x="7985760" y="6015990"/>
                          <a:pt x="7989570" y="6008370"/>
                        </a:cubicBezTo>
                        <a:close/>
                      </a:path>
                    </a:pathLst>
                  </a:custGeom>
                  <a:solidFill>
                    <a:srgbClr val="46454B"/>
                  </a:solidFill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</p:grpSp>
        <p:pic>
          <p:nvPicPr>
            <p:cNvPr id="40" name="Imagem 39">
              <a:extLst>
                <a:ext uri="{FF2B5EF4-FFF2-40B4-BE49-F238E27FC236}">
                  <a16:creationId xmlns:a16="http://schemas.microsoft.com/office/drawing/2014/main" id="{E02AB5E4-5F9D-0A27-D7CF-FFF1772CB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09" b="89806" l="7383" r="89933">
                          <a14:foregroundMark x1="28188" y1="43689" x2="28188" y2="43689"/>
                          <a14:foregroundMark x1="42953" y1="51456" x2="38255" y2="40291"/>
                          <a14:foregroundMark x1="42953" y1="54854" x2="17450" y2="33010"/>
                          <a14:foregroundMark x1="53020" y1="69417" x2="38255" y2="33010"/>
                          <a14:foregroundMark x1="63758" y1="84466" x2="7383" y2="3640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6916400" y="5173215"/>
              <a:ext cx="268688" cy="371475"/>
            </a:xfrm>
            <a:prstGeom prst="rect">
              <a:avLst/>
            </a:prstGeom>
          </p:spPr>
        </p:pic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231E772B-4C37-7076-EF64-610EE7175A8B}"/>
                </a:ext>
              </a:extLst>
            </p:cNvPr>
            <p:cNvSpPr txBox="1"/>
            <p:nvPr/>
          </p:nvSpPr>
          <p:spPr>
            <a:xfrm>
              <a:off x="16638873" y="4980360"/>
              <a:ext cx="726922" cy="26161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  <a:effectLst>
                    <a:glow rad="63500">
                      <a:schemeClr val="accent6">
                        <a:satMod val="175000"/>
                        <a:alpha val="40000"/>
                      </a:schemeClr>
                    </a:glow>
                  </a:effectLst>
                  <a:latin typeface="Space Mono"/>
                </a:rPr>
                <a:t>Furada</a:t>
              </a:r>
              <a:endParaRPr lang="pt-BR" sz="1100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</p:grpSp>
      <p:grpSp>
        <p:nvGrpSpPr>
          <p:cNvPr id="55" name="Agrupar 54">
            <a:extLst>
              <a:ext uri="{FF2B5EF4-FFF2-40B4-BE49-F238E27FC236}">
                <a16:creationId xmlns:a16="http://schemas.microsoft.com/office/drawing/2014/main" id="{04C76C7E-747A-B8E9-B3B3-6ED2CEDF107C}"/>
              </a:ext>
            </a:extLst>
          </p:cNvPr>
          <p:cNvGrpSpPr/>
          <p:nvPr/>
        </p:nvGrpSpPr>
        <p:grpSpPr>
          <a:xfrm>
            <a:off x="2438400" y="3238500"/>
            <a:ext cx="2214940" cy="718066"/>
            <a:chOff x="2438400" y="3238500"/>
            <a:chExt cx="2214940" cy="718066"/>
          </a:xfrm>
        </p:grpSpPr>
        <p:cxnSp>
          <p:nvCxnSpPr>
            <p:cNvPr id="44" name="Conector: Curvo 43">
              <a:extLst>
                <a:ext uri="{FF2B5EF4-FFF2-40B4-BE49-F238E27FC236}">
                  <a16:creationId xmlns:a16="http://schemas.microsoft.com/office/drawing/2014/main" id="{25B7F2AD-F75F-2C6F-05CE-23F96DA18709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362200" y="3314700"/>
              <a:ext cx="533400" cy="381000"/>
            </a:xfrm>
            <a:prstGeom prst="curvedConnector3">
              <a:avLst>
                <a:gd name="adj1" fmla="val 98614"/>
              </a:avLst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CaixaDeTexto 47">
              <a:extLst>
                <a:ext uri="{FF2B5EF4-FFF2-40B4-BE49-F238E27FC236}">
                  <a16:creationId xmlns:a16="http://schemas.microsoft.com/office/drawing/2014/main" id="{5845426D-10D5-A632-B147-90287240126D}"/>
                </a:ext>
              </a:extLst>
            </p:cNvPr>
            <p:cNvSpPr txBox="1"/>
            <p:nvPr/>
          </p:nvSpPr>
          <p:spPr>
            <a:xfrm>
              <a:off x="2863555" y="3587234"/>
              <a:ext cx="1789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Abertura de TAG</a:t>
              </a:r>
            </a:p>
          </p:txBody>
        </p:sp>
      </p:grpSp>
      <p:grpSp>
        <p:nvGrpSpPr>
          <p:cNvPr id="56" name="Agrupar 55">
            <a:extLst>
              <a:ext uri="{FF2B5EF4-FFF2-40B4-BE49-F238E27FC236}">
                <a16:creationId xmlns:a16="http://schemas.microsoft.com/office/drawing/2014/main" id="{7C37CC87-C6A7-758C-F60E-6137FD192CFF}"/>
              </a:ext>
            </a:extLst>
          </p:cNvPr>
          <p:cNvGrpSpPr/>
          <p:nvPr/>
        </p:nvGrpSpPr>
        <p:grpSpPr>
          <a:xfrm>
            <a:off x="5842752" y="3238500"/>
            <a:ext cx="2525538" cy="718066"/>
            <a:chOff x="5842752" y="3238500"/>
            <a:chExt cx="2525538" cy="718066"/>
          </a:xfrm>
        </p:grpSpPr>
        <p:cxnSp>
          <p:nvCxnSpPr>
            <p:cNvPr id="49" name="Conector: Curvo 48">
              <a:extLst>
                <a:ext uri="{FF2B5EF4-FFF2-40B4-BE49-F238E27FC236}">
                  <a16:creationId xmlns:a16="http://schemas.microsoft.com/office/drawing/2014/main" id="{5D7B1831-6532-F577-7B93-DF00213440BB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766552" y="3314700"/>
              <a:ext cx="533400" cy="381000"/>
            </a:xfrm>
            <a:prstGeom prst="curvedConnector3">
              <a:avLst>
                <a:gd name="adj1" fmla="val 98614"/>
              </a:avLst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CaixaDeTexto 49">
              <a:extLst>
                <a:ext uri="{FF2B5EF4-FFF2-40B4-BE49-F238E27FC236}">
                  <a16:creationId xmlns:a16="http://schemas.microsoft.com/office/drawing/2014/main" id="{B458222E-2FA4-591E-5695-E234BE5CE1A9}"/>
                </a:ext>
              </a:extLst>
            </p:cNvPr>
            <p:cNvSpPr txBox="1"/>
            <p:nvPr/>
          </p:nvSpPr>
          <p:spPr>
            <a:xfrm>
              <a:off x="6267907" y="3587234"/>
              <a:ext cx="21003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Fechamento de TAG</a:t>
              </a:r>
            </a:p>
          </p:txBody>
        </p:sp>
      </p:grpSp>
      <p:grpSp>
        <p:nvGrpSpPr>
          <p:cNvPr id="54" name="Agrupar 53">
            <a:extLst>
              <a:ext uri="{FF2B5EF4-FFF2-40B4-BE49-F238E27FC236}">
                <a16:creationId xmlns:a16="http://schemas.microsoft.com/office/drawing/2014/main" id="{6B4C1BD6-DDBB-18DC-0C2E-D7B45FEAA58B}"/>
              </a:ext>
            </a:extLst>
          </p:cNvPr>
          <p:cNvGrpSpPr/>
          <p:nvPr/>
        </p:nvGrpSpPr>
        <p:grpSpPr>
          <a:xfrm>
            <a:off x="4267200" y="2127814"/>
            <a:ext cx="2175925" cy="570582"/>
            <a:chOff x="4267200" y="2127814"/>
            <a:chExt cx="2175925" cy="570582"/>
          </a:xfrm>
        </p:grpSpPr>
        <p:cxnSp>
          <p:nvCxnSpPr>
            <p:cNvPr id="51" name="Conector: Curvo 50">
              <a:extLst>
                <a:ext uri="{FF2B5EF4-FFF2-40B4-BE49-F238E27FC236}">
                  <a16:creationId xmlns:a16="http://schemas.microsoft.com/office/drawing/2014/main" id="{1988CD2E-5872-A70A-471E-1C0D6BC3B863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245235" y="2334446"/>
              <a:ext cx="385915" cy="341985"/>
            </a:xfrm>
            <a:prstGeom prst="curvedConnector3">
              <a:avLst>
                <a:gd name="adj1" fmla="val 50000"/>
              </a:avLst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CaixaDeTexto 51">
              <a:extLst>
                <a:ext uri="{FF2B5EF4-FFF2-40B4-BE49-F238E27FC236}">
                  <a16:creationId xmlns:a16="http://schemas.microsoft.com/office/drawing/2014/main" id="{F59D6687-C176-1C0E-8BDB-797A64B06D58}"/>
                </a:ext>
              </a:extLst>
            </p:cNvPr>
            <p:cNvSpPr txBox="1"/>
            <p:nvPr/>
          </p:nvSpPr>
          <p:spPr>
            <a:xfrm>
              <a:off x="4653340" y="2127814"/>
              <a:ext cx="17897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Conteúdo</a:t>
              </a:r>
            </a:p>
          </p:txBody>
        </p:sp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D6032226-812B-20A4-BB76-EF3C152CB1AD}"/>
              </a:ext>
            </a:extLst>
          </p:cNvPr>
          <p:cNvGrpSpPr/>
          <p:nvPr/>
        </p:nvGrpSpPr>
        <p:grpSpPr>
          <a:xfrm>
            <a:off x="2234448" y="5445445"/>
            <a:ext cx="2214940" cy="718066"/>
            <a:chOff x="2438400" y="3238500"/>
            <a:chExt cx="2214940" cy="718066"/>
          </a:xfrm>
        </p:grpSpPr>
        <p:cxnSp>
          <p:nvCxnSpPr>
            <p:cNvPr id="58" name="Conector: Curvo 57">
              <a:extLst>
                <a:ext uri="{FF2B5EF4-FFF2-40B4-BE49-F238E27FC236}">
                  <a16:creationId xmlns:a16="http://schemas.microsoft.com/office/drawing/2014/main" id="{D9322E4F-99AE-E6DD-EB93-B95CC6899B8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362200" y="3314700"/>
              <a:ext cx="533400" cy="381000"/>
            </a:xfrm>
            <a:prstGeom prst="curvedConnector3">
              <a:avLst>
                <a:gd name="adj1" fmla="val 98614"/>
              </a:avLst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CaixaDeTexto 58">
              <a:extLst>
                <a:ext uri="{FF2B5EF4-FFF2-40B4-BE49-F238E27FC236}">
                  <a16:creationId xmlns:a16="http://schemas.microsoft.com/office/drawing/2014/main" id="{A4535B3F-BDBD-9DF6-2F1F-97A5B14FBD23}"/>
                </a:ext>
              </a:extLst>
            </p:cNvPr>
            <p:cNvSpPr txBox="1"/>
            <p:nvPr/>
          </p:nvSpPr>
          <p:spPr>
            <a:xfrm>
              <a:off x="2863555" y="3587234"/>
              <a:ext cx="178978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Abertura de TAG</a:t>
              </a:r>
            </a:p>
          </p:txBody>
        </p:sp>
      </p:grpSp>
      <p:grpSp>
        <p:nvGrpSpPr>
          <p:cNvPr id="60" name="Agrupar 59">
            <a:extLst>
              <a:ext uri="{FF2B5EF4-FFF2-40B4-BE49-F238E27FC236}">
                <a16:creationId xmlns:a16="http://schemas.microsoft.com/office/drawing/2014/main" id="{C74F2467-92BB-FCF0-051C-AEB5C5D190A8}"/>
              </a:ext>
            </a:extLst>
          </p:cNvPr>
          <p:cNvGrpSpPr/>
          <p:nvPr/>
        </p:nvGrpSpPr>
        <p:grpSpPr>
          <a:xfrm flipH="1">
            <a:off x="8001000" y="5445445"/>
            <a:ext cx="2446246" cy="718066"/>
            <a:chOff x="5842752" y="3238500"/>
            <a:chExt cx="2525538" cy="718066"/>
          </a:xfrm>
        </p:grpSpPr>
        <p:cxnSp>
          <p:nvCxnSpPr>
            <p:cNvPr id="61" name="Conector: Curvo 60">
              <a:extLst>
                <a:ext uri="{FF2B5EF4-FFF2-40B4-BE49-F238E27FC236}">
                  <a16:creationId xmlns:a16="http://schemas.microsoft.com/office/drawing/2014/main" id="{7B8C00EF-49B9-8129-455D-EBC0F6733E2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5766552" y="3314700"/>
              <a:ext cx="533400" cy="381000"/>
            </a:xfrm>
            <a:prstGeom prst="curvedConnector3">
              <a:avLst>
                <a:gd name="adj1" fmla="val 98614"/>
              </a:avLst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CaixaDeTexto 61">
              <a:extLst>
                <a:ext uri="{FF2B5EF4-FFF2-40B4-BE49-F238E27FC236}">
                  <a16:creationId xmlns:a16="http://schemas.microsoft.com/office/drawing/2014/main" id="{CF324304-BD07-7AA7-6252-8CA3CE6B6AA4}"/>
                </a:ext>
              </a:extLst>
            </p:cNvPr>
            <p:cNvSpPr txBox="1"/>
            <p:nvPr/>
          </p:nvSpPr>
          <p:spPr>
            <a:xfrm>
              <a:off x="6267907" y="3587234"/>
              <a:ext cx="210038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Fechamento de TAG</a:t>
              </a:r>
            </a:p>
          </p:txBody>
        </p:sp>
      </p:grpSp>
      <p:grpSp>
        <p:nvGrpSpPr>
          <p:cNvPr id="63" name="Agrupar 62">
            <a:extLst>
              <a:ext uri="{FF2B5EF4-FFF2-40B4-BE49-F238E27FC236}">
                <a16:creationId xmlns:a16="http://schemas.microsoft.com/office/drawing/2014/main" id="{FCC45FD8-6DBE-AE1C-FC1E-9910C7D3449C}"/>
              </a:ext>
            </a:extLst>
          </p:cNvPr>
          <p:cNvGrpSpPr/>
          <p:nvPr/>
        </p:nvGrpSpPr>
        <p:grpSpPr>
          <a:xfrm>
            <a:off x="6033252" y="4273001"/>
            <a:ext cx="2175925" cy="570582"/>
            <a:chOff x="4267200" y="2127814"/>
            <a:chExt cx="2175925" cy="570582"/>
          </a:xfrm>
        </p:grpSpPr>
        <p:cxnSp>
          <p:nvCxnSpPr>
            <p:cNvPr id="64" name="Conector: Curvo 63">
              <a:extLst>
                <a:ext uri="{FF2B5EF4-FFF2-40B4-BE49-F238E27FC236}">
                  <a16:creationId xmlns:a16="http://schemas.microsoft.com/office/drawing/2014/main" id="{4DBC8A7F-6F10-E905-404C-8C36176AF2C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245235" y="2334446"/>
              <a:ext cx="385915" cy="341985"/>
            </a:xfrm>
            <a:prstGeom prst="curvedConnector3">
              <a:avLst>
                <a:gd name="adj1" fmla="val 50000"/>
              </a:avLst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CaixaDeTexto 64">
              <a:extLst>
                <a:ext uri="{FF2B5EF4-FFF2-40B4-BE49-F238E27FC236}">
                  <a16:creationId xmlns:a16="http://schemas.microsoft.com/office/drawing/2014/main" id="{B2ECBC32-5C84-44DA-E8BD-47AE3CE076C9}"/>
                </a:ext>
              </a:extLst>
            </p:cNvPr>
            <p:cNvSpPr txBox="1"/>
            <p:nvPr/>
          </p:nvSpPr>
          <p:spPr>
            <a:xfrm>
              <a:off x="4653340" y="2127814"/>
              <a:ext cx="17897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Conteúdo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77759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0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utoShape 4"/>
          <p:cNvSpPr/>
          <p:nvPr/>
        </p:nvSpPr>
        <p:spPr>
          <a:xfrm>
            <a:off x="1921494" y="2421724"/>
            <a:ext cx="10313181" cy="5874458"/>
          </a:xfrm>
          <a:prstGeom prst="rect">
            <a:avLst/>
          </a:prstGeom>
          <a:solidFill>
            <a:srgbClr val="000000"/>
          </a:solidFill>
        </p:spPr>
        <p:txBody>
          <a:bodyPr/>
          <a:lstStyle/>
          <a:p>
            <a:endParaRPr lang="pt-BR"/>
          </a:p>
        </p:txBody>
      </p:sp>
      <p:grpSp>
        <p:nvGrpSpPr>
          <p:cNvPr id="6" name="Group 6"/>
          <p:cNvGrpSpPr/>
          <p:nvPr/>
        </p:nvGrpSpPr>
        <p:grpSpPr>
          <a:xfrm>
            <a:off x="1649127" y="2059581"/>
            <a:ext cx="10390474" cy="6171393"/>
            <a:chOff x="0" y="0"/>
            <a:chExt cx="44714034" cy="9773931"/>
          </a:xfrm>
        </p:grpSpPr>
        <p:sp>
          <p:nvSpPr>
            <p:cNvPr id="7" name="Freeform 7"/>
            <p:cNvSpPr/>
            <p:nvPr/>
          </p:nvSpPr>
          <p:spPr>
            <a:xfrm>
              <a:off x="72390" y="72390"/>
              <a:ext cx="44569254" cy="9629150"/>
            </a:xfrm>
            <a:custGeom>
              <a:avLst/>
              <a:gdLst/>
              <a:ahLst/>
              <a:cxnLst/>
              <a:rect l="l" t="t" r="r" b="b"/>
              <a:pathLst>
                <a:path w="44569254" h="9629150">
                  <a:moveTo>
                    <a:pt x="0" y="0"/>
                  </a:moveTo>
                  <a:lnTo>
                    <a:pt x="44569254" y="0"/>
                  </a:lnTo>
                  <a:lnTo>
                    <a:pt x="44569254" y="9629150"/>
                  </a:lnTo>
                  <a:lnTo>
                    <a:pt x="0" y="962915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8" name="Freeform 8"/>
            <p:cNvSpPr/>
            <p:nvPr/>
          </p:nvSpPr>
          <p:spPr>
            <a:xfrm>
              <a:off x="0" y="0"/>
              <a:ext cx="44714033" cy="9773931"/>
            </a:xfrm>
            <a:custGeom>
              <a:avLst/>
              <a:gdLst/>
              <a:ahLst/>
              <a:cxnLst/>
              <a:rect l="l" t="t" r="r" b="b"/>
              <a:pathLst>
                <a:path w="44714033" h="9773931">
                  <a:moveTo>
                    <a:pt x="44569255" y="9629150"/>
                  </a:moveTo>
                  <a:lnTo>
                    <a:pt x="44714033" y="9629150"/>
                  </a:lnTo>
                  <a:lnTo>
                    <a:pt x="44714033" y="9773931"/>
                  </a:lnTo>
                  <a:lnTo>
                    <a:pt x="44569255" y="9773931"/>
                  </a:lnTo>
                  <a:lnTo>
                    <a:pt x="44569255" y="9629150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9629150"/>
                  </a:lnTo>
                  <a:lnTo>
                    <a:pt x="0" y="9629150"/>
                  </a:lnTo>
                  <a:lnTo>
                    <a:pt x="0" y="144780"/>
                  </a:lnTo>
                  <a:close/>
                  <a:moveTo>
                    <a:pt x="0" y="9629150"/>
                  </a:moveTo>
                  <a:lnTo>
                    <a:pt x="144780" y="9629150"/>
                  </a:lnTo>
                  <a:lnTo>
                    <a:pt x="144780" y="9773931"/>
                  </a:lnTo>
                  <a:lnTo>
                    <a:pt x="0" y="9773931"/>
                  </a:lnTo>
                  <a:lnTo>
                    <a:pt x="0" y="9629150"/>
                  </a:lnTo>
                  <a:close/>
                  <a:moveTo>
                    <a:pt x="44569255" y="144780"/>
                  </a:moveTo>
                  <a:lnTo>
                    <a:pt x="44714033" y="144780"/>
                  </a:lnTo>
                  <a:lnTo>
                    <a:pt x="44714033" y="9629150"/>
                  </a:lnTo>
                  <a:lnTo>
                    <a:pt x="44569255" y="9629150"/>
                  </a:lnTo>
                  <a:lnTo>
                    <a:pt x="44569255" y="144780"/>
                  </a:lnTo>
                  <a:close/>
                  <a:moveTo>
                    <a:pt x="144780" y="9629150"/>
                  </a:moveTo>
                  <a:lnTo>
                    <a:pt x="44569255" y="9629150"/>
                  </a:lnTo>
                  <a:lnTo>
                    <a:pt x="44569255" y="9773931"/>
                  </a:lnTo>
                  <a:lnTo>
                    <a:pt x="144780" y="9773931"/>
                  </a:lnTo>
                  <a:lnTo>
                    <a:pt x="144780" y="9629150"/>
                  </a:lnTo>
                  <a:close/>
                  <a:moveTo>
                    <a:pt x="44569255" y="0"/>
                  </a:moveTo>
                  <a:lnTo>
                    <a:pt x="44714033" y="0"/>
                  </a:lnTo>
                  <a:lnTo>
                    <a:pt x="44714033" y="144780"/>
                  </a:lnTo>
                  <a:lnTo>
                    <a:pt x="44569255" y="144780"/>
                  </a:lnTo>
                  <a:lnTo>
                    <a:pt x="44569255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4569255" y="0"/>
                  </a:lnTo>
                  <a:lnTo>
                    <a:pt x="44569255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877339" y="2315420"/>
            <a:ext cx="10009861" cy="525182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3600" dirty="0">
                <a:solidFill>
                  <a:srgbClr val="FF0000"/>
                </a:solidFill>
                <a:latin typeface="Space Mono"/>
              </a:rPr>
              <a:t>H1{</a:t>
            </a:r>
          </a:p>
          <a:p>
            <a:pPr algn="l">
              <a:lnSpc>
                <a:spcPts val="8400"/>
              </a:lnSpc>
            </a:pPr>
            <a:r>
              <a:rPr lang="en-US" sz="3600" dirty="0">
                <a:solidFill>
                  <a:srgbClr val="FF0000"/>
                </a:solidFill>
                <a:latin typeface="Space Mono"/>
              </a:rPr>
              <a:t>font-family: Arial;</a:t>
            </a:r>
          </a:p>
          <a:p>
            <a:pPr algn="l">
              <a:lnSpc>
                <a:spcPts val="8400"/>
              </a:lnSpc>
            </a:pPr>
            <a:r>
              <a:rPr lang="en-US" sz="3600" dirty="0">
                <a:solidFill>
                  <a:srgbClr val="FF0000"/>
                </a:solidFill>
                <a:latin typeface="Space Mono"/>
              </a:rPr>
              <a:t>font-size: 20pt;</a:t>
            </a:r>
          </a:p>
          <a:p>
            <a:pPr algn="l">
              <a:lnSpc>
                <a:spcPts val="8400"/>
              </a:lnSpc>
            </a:pPr>
            <a:r>
              <a:rPr lang="en-US" sz="3600" dirty="0">
                <a:solidFill>
                  <a:srgbClr val="FF0000"/>
                </a:solidFill>
                <a:latin typeface="Space Mono"/>
              </a:rPr>
              <a:t>color: blue;</a:t>
            </a:r>
          </a:p>
          <a:p>
            <a:pPr algn="l">
              <a:lnSpc>
                <a:spcPts val="8400"/>
              </a:lnSpc>
            </a:pPr>
            <a:r>
              <a:rPr lang="en-US" sz="3600" dirty="0">
                <a:solidFill>
                  <a:srgbClr val="FF0000"/>
                </a:solidFill>
                <a:latin typeface="Space Mono"/>
              </a:rPr>
              <a:t>}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649126" y="898111"/>
            <a:ext cx="12284037" cy="867560"/>
            <a:chOff x="0" y="0"/>
            <a:chExt cx="45387778" cy="3205513"/>
          </a:xfrm>
        </p:grpSpPr>
        <p:sp>
          <p:nvSpPr>
            <p:cNvPr id="16" name="Freeform 16"/>
            <p:cNvSpPr/>
            <p:nvPr/>
          </p:nvSpPr>
          <p:spPr>
            <a:xfrm>
              <a:off x="72390" y="72390"/>
              <a:ext cx="45242999" cy="3060733"/>
            </a:xfrm>
            <a:custGeom>
              <a:avLst/>
              <a:gdLst/>
              <a:ahLst/>
              <a:cxnLst/>
              <a:rect l="l" t="t" r="r" b="b"/>
              <a:pathLst>
                <a:path w="45242999" h="3060733">
                  <a:moveTo>
                    <a:pt x="0" y="0"/>
                  </a:moveTo>
                  <a:lnTo>
                    <a:pt x="45242999" y="0"/>
                  </a:lnTo>
                  <a:lnTo>
                    <a:pt x="45242999" y="3060733"/>
                  </a:lnTo>
                  <a:lnTo>
                    <a:pt x="0" y="306073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pt-BR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45387778" cy="3205513"/>
            </a:xfrm>
            <a:custGeom>
              <a:avLst/>
              <a:gdLst/>
              <a:ahLst/>
              <a:cxnLst/>
              <a:rect l="l" t="t" r="r" b="b"/>
              <a:pathLst>
                <a:path w="45387778" h="3205513">
                  <a:moveTo>
                    <a:pt x="45243000" y="3060733"/>
                  </a:moveTo>
                  <a:lnTo>
                    <a:pt x="45387778" y="3060733"/>
                  </a:lnTo>
                  <a:lnTo>
                    <a:pt x="45387778" y="3205513"/>
                  </a:lnTo>
                  <a:lnTo>
                    <a:pt x="45243000" y="3205513"/>
                  </a:lnTo>
                  <a:lnTo>
                    <a:pt x="45243000" y="3060733"/>
                  </a:lnTo>
                  <a:close/>
                  <a:moveTo>
                    <a:pt x="0" y="144780"/>
                  </a:moveTo>
                  <a:lnTo>
                    <a:pt x="144780" y="144780"/>
                  </a:lnTo>
                  <a:lnTo>
                    <a:pt x="144780" y="3060733"/>
                  </a:lnTo>
                  <a:lnTo>
                    <a:pt x="0" y="3060733"/>
                  </a:lnTo>
                  <a:lnTo>
                    <a:pt x="0" y="144780"/>
                  </a:lnTo>
                  <a:close/>
                  <a:moveTo>
                    <a:pt x="0" y="3060733"/>
                  </a:moveTo>
                  <a:lnTo>
                    <a:pt x="144780" y="3060733"/>
                  </a:lnTo>
                  <a:lnTo>
                    <a:pt x="144780" y="3205513"/>
                  </a:lnTo>
                  <a:lnTo>
                    <a:pt x="0" y="3205513"/>
                  </a:lnTo>
                  <a:lnTo>
                    <a:pt x="0" y="3060733"/>
                  </a:lnTo>
                  <a:close/>
                  <a:moveTo>
                    <a:pt x="45243000" y="144780"/>
                  </a:moveTo>
                  <a:lnTo>
                    <a:pt x="45387778" y="144780"/>
                  </a:lnTo>
                  <a:lnTo>
                    <a:pt x="45387778" y="3060733"/>
                  </a:lnTo>
                  <a:lnTo>
                    <a:pt x="45243000" y="3060733"/>
                  </a:lnTo>
                  <a:lnTo>
                    <a:pt x="45243000" y="144780"/>
                  </a:lnTo>
                  <a:close/>
                  <a:moveTo>
                    <a:pt x="144780" y="3060733"/>
                  </a:moveTo>
                  <a:lnTo>
                    <a:pt x="45243000" y="3060733"/>
                  </a:lnTo>
                  <a:lnTo>
                    <a:pt x="45243000" y="3205513"/>
                  </a:lnTo>
                  <a:lnTo>
                    <a:pt x="144780" y="3205513"/>
                  </a:lnTo>
                  <a:lnTo>
                    <a:pt x="144780" y="3060733"/>
                  </a:lnTo>
                  <a:close/>
                  <a:moveTo>
                    <a:pt x="45243000" y="0"/>
                  </a:moveTo>
                  <a:lnTo>
                    <a:pt x="45387778" y="0"/>
                  </a:lnTo>
                  <a:lnTo>
                    <a:pt x="45387778" y="144780"/>
                  </a:lnTo>
                  <a:lnTo>
                    <a:pt x="45243000" y="144780"/>
                  </a:lnTo>
                  <a:lnTo>
                    <a:pt x="45243000" y="0"/>
                  </a:lnTo>
                  <a:close/>
                  <a:moveTo>
                    <a:pt x="0" y="0"/>
                  </a:moveTo>
                  <a:lnTo>
                    <a:pt x="144780" y="0"/>
                  </a:lnTo>
                  <a:lnTo>
                    <a:pt x="144780" y="144780"/>
                  </a:lnTo>
                  <a:lnTo>
                    <a:pt x="0" y="144780"/>
                  </a:lnTo>
                  <a:lnTo>
                    <a:pt x="0" y="0"/>
                  </a:lnTo>
                  <a:close/>
                  <a:moveTo>
                    <a:pt x="144780" y="0"/>
                  </a:moveTo>
                  <a:lnTo>
                    <a:pt x="45243000" y="0"/>
                  </a:lnTo>
                  <a:lnTo>
                    <a:pt x="45243000" y="144780"/>
                  </a:lnTo>
                  <a:lnTo>
                    <a:pt x="144780" y="144780"/>
                  </a:lnTo>
                  <a:lnTo>
                    <a:pt x="14478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/>
            <a:lstStyle/>
            <a:p>
              <a:endParaRPr lang="pt-BR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2012919" y="1087421"/>
            <a:ext cx="8712126" cy="495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00"/>
              </a:lnSpc>
            </a:pPr>
            <a:r>
              <a:rPr lang="en-US" sz="3000" dirty="0" err="1">
                <a:solidFill>
                  <a:srgbClr val="000000"/>
                </a:solidFill>
                <a:latin typeface="Space Mono"/>
              </a:rPr>
              <a:t>Estilo</a:t>
            </a:r>
            <a:r>
              <a:rPr lang="en-US" sz="3000" dirty="0">
                <a:solidFill>
                  <a:srgbClr val="000000"/>
                </a:solidFill>
                <a:latin typeface="Space Mono"/>
              </a:rPr>
              <a:t> </a:t>
            </a:r>
            <a:r>
              <a:rPr lang="en-US" sz="3000" dirty="0" err="1">
                <a:solidFill>
                  <a:srgbClr val="000000"/>
                </a:solidFill>
                <a:latin typeface="Space Mono"/>
              </a:rPr>
              <a:t>em</a:t>
            </a:r>
            <a:r>
              <a:rPr lang="en-US" sz="3000" dirty="0">
                <a:solidFill>
                  <a:srgbClr val="000000"/>
                </a:solidFill>
                <a:latin typeface="Space Mono"/>
              </a:rPr>
              <a:t> CSS</a:t>
            </a:r>
          </a:p>
        </p:txBody>
      </p:sp>
      <p:sp>
        <p:nvSpPr>
          <p:cNvPr id="19" name="Freeform 19"/>
          <p:cNvSpPr/>
          <p:nvPr/>
        </p:nvSpPr>
        <p:spPr>
          <a:xfrm>
            <a:off x="13152682" y="1129093"/>
            <a:ext cx="492300" cy="492300"/>
          </a:xfrm>
          <a:custGeom>
            <a:avLst/>
            <a:gdLst/>
            <a:ahLst/>
            <a:cxnLst/>
            <a:rect l="l" t="t" r="r" b="b"/>
            <a:pathLst>
              <a:path w="492300" h="492300">
                <a:moveTo>
                  <a:pt x="0" y="0"/>
                </a:moveTo>
                <a:lnTo>
                  <a:pt x="492301" y="0"/>
                </a:lnTo>
                <a:lnTo>
                  <a:pt x="492301" y="492300"/>
                </a:lnTo>
                <a:lnTo>
                  <a:pt x="0" y="4923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pt-BR"/>
          </a:p>
        </p:txBody>
      </p:sp>
      <p:grpSp>
        <p:nvGrpSpPr>
          <p:cNvPr id="20" name="Group 20"/>
          <p:cNvGrpSpPr/>
          <p:nvPr/>
        </p:nvGrpSpPr>
        <p:grpSpPr>
          <a:xfrm>
            <a:off x="14602112" y="604801"/>
            <a:ext cx="1770034" cy="1051333"/>
            <a:chOff x="0" y="0"/>
            <a:chExt cx="2360045" cy="1401777"/>
          </a:xfrm>
        </p:grpSpPr>
        <p:sp>
          <p:nvSpPr>
            <p:cNvPr id="21" name="TextBox 21"/>
            <p:cNvSpPr txBox="1"/>
            <p:nvPr/>
          </p:nvSpPr>
          <p:spPr>
            <a:xfrm>
              <a:off x="0" y="350216"/>
              <a:ext cx="601178" cy="81145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978"/>
                </a:lnSpc>
              </a:pPr>
              <a:r>
                <a:rPr lang="en-US" sz="3829">
                  <a:solidFill>
                    <a:srgbClr val="000000"/>
                  </a:solidFill>
                  <a:latin typeface="Space Mono"/>
                </a:rPr>
                <a:t>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79433" y="148914"/>
              <a:ext cx="601178" cy="100796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222"/>
                </a:lnSpc>
              </a:pPr>
              <a:r>
                <a:rPr lang="en-US" sz="4786">
                  <a:solidFill>
                    <a:srgbClr val="000000"/>
                  </a:solidFill>
                  <a:latin typeface="Space Mono"/>
                </a:rPr>
                <a:t>A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758867" y="-58737"/>
              <a:ext cx="601178" cy="12171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7467"/>
                </a:lnSpc>
              </a:pPr>
              <a:r>
                <a:rPr lang="en-US" sz="5744">
                  <a:solidFill>
                    <a:srgbClr val="000000"/>
                  </a:solidFill>
                  <a:latin typeface="Space Mono"/>
                </a:rPr>
                <a:t>A</a:t>
              </a:r>
            </a:p>
          </p:txBody>
        </p:sp>
        <p:sp>
          <p:nvSpPr>
            <p:cNvPr id="24" name="AutoShape 24"/>
            <p:cNvSpPr/>
            <p:nvPr/>
          </p:nvSpPr>
          <p:spPr>
            <a:xfrm>
              <a:off x="0" y="1340984"/>
              <a:ext cx="2360045" cy="0"/>
            </a:xfrm>
            <a:prstGeom prst="line">
              <a:avLst/>
            </a:prstGeom>
            <a:ln w="60793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5" name="AutoShape 25"/>
            <p:cNvSpPr/>
            <p:nvPr/>
          </p:nvSpPr>
          <p:spPr>
            <a:xfrm rot="5400000">
              <a:off x="1935122" y="1250456"/>
              <a:ext cx="239561" cy="0"/>
            </a:xfrm>
            <a:prstGeom prst="line">
              <a:avLst/>
            </a:prstGeom>
            <a:ln w="60793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6" name="AutoShape 26"/>
            <p:cNvSpPr/>
            <p:nvPr/>
          </p:nvSpPr>
          <p:spPr>
            <a:xfrm rot="5400000">
              <a:off x="1042767" y="1250456"/>
              <a:ext cx="239561" cy="0"/>
            </a:xfrm>
            <a:prstGeom prst="line">
              <a:avLst/>
            </a:prstGeom>
            <a:ln w="60793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  <p:sp>
          <p:nvSpPr>
            <p:cNvPr id="27" name="AutoShape 27"/>
            <p:cNvSpPr/>
            <p:nvPr/>
          </p:nvSpPr>
          <p:spPr>
            <a:xfrm rot="5400000">
              <a:off x="150412" y="1250456"/>
              <a:ext cx="239561" cy="0"/>
            </a:xfrm>
            <a:prstGeom prst="line">
              <a:avLst/>
            </a:prstGeom>
            <a:ln w="60793" cap="rnd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pt-BR"/>
            </a:p>
          </p:txBody>
        </p:sp>
      </p:grpSp>
      <p:grpSp>
        <p:nvGrpSpPr>
          <p:cNvPr id="5" name="Agrupar 4">
            <a:extLst>
              <a:ext uri="{FF2B5EF4-FFF2-40B4-BE49-F238E27FC236}">
                <a16:creationId xmlns:a16="http://schemas.microsoft.com/office/drawing/2014/main" id="{B51B9F1E-6618-DE26-F4AB-40AA0B74E68B}"/>
              </a:ext>
            </a:extLst>
          </p:cNvPr>
          <p:cNvGrpSpPr/>
          <p:nvPr/>
        </p:nvGrpSpPr>
        <p:grpSpPr>
          <a:xfrm>
            <a:off x="12569135" y="2156077"/>
            <a:ext cx="5431856" cy="6097751"/>
            <a:chOff x="12569135" y="2156077"/>
            <a:chExt cx="5431856" cy="6097751"/>
          </a:xfrm>
        </p:grpSpPr>
        <p:grpSp>
          <p:nvGrpSpPr>
            <p:cNvPr id="38" name="Agrupar 37">
              <a:extLst>
                <a:ext uri="{FF2B5EF4-FFF2-40B4-BE49-F238E27FC236}">
                  <a16:creationId xmlns:a16="http://schemas.microsoft.com/office/drawing/2014/main" id="{5CA8C21A-F57C-45EC-B723-17C60DF1240E}"/>
                </a:ext>
              </a:extLst>
            </p:cNvPr>
            <p:cNvGrpSpPr/>
            <p:nvPr/>
          </p:nvGrpSpPr>
          <p:grpSpPr>
            <a:xfrm>
              <a:off x="12569135" y="2156077"/>
              <a:ext cx="5431856" cy="6097751"/>
              <a:chOff x="12569135" y="2156077"/>
              <a:chExt cx="5431856" cy="6097751"/>
            </a:xfrm>
          </p:grpSpPr>
          <p:sp>
            <p:nvSpPr>
              <p:cNvPr id="37" name="AutoShape 4">
                <a:extLst>
                  <a:ext uri="{FF2B5EF4-FFF2-40B4-BE49-F238E27FC236}">
                    <a16:creationId xmlns:a16="http://schemas.microsoft.com/office/drawing/2014/main" id="{D14B2CC0-D7F5-840F-9578-DFE20FA2FDB5}"/>
                  </a:ext>
                </a:extLst>
              </p:cNvPr>
              <p:cNvSpPr/>
              <p:nvPr/>
            </p:nvSpPr>
            <p:spPr>
              <a:xfrm>
                <a:off x="12569135" y="2776904"/>
                <a:ext cx="5398642" cy="1108527"/>
              </a:xfrm>
              <a:prstGeom prst="rect">
                <a:avLst/>
              </a:prstGeom>
              <a:solidFill>
                <a:schemeClr val="tx1"/>
              </a:solidFill>
              <a:ln>
                <a:noFill/>
              </a:ln>
            </p:spPr>
            <p:txBody>
              <a:bodyPr/>
              <a:lstStyle/>
              <a:p>
                <a:pPr algn="ctr"/>
                <a:r>
                  <a:rPr lang="pt-BR" sz="6000" b="1" dirty="0">
                    <a:solidFill>
                      <a:srgbClr val="0070C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2º ANO</a:t>
                </a:r>
              </a:p>
            </p:txBody>
          </p:sp>
          <p:grpSp>
            <p:nvGrpSpPr>
              <p:cNvPr id="35" name="Agrupar 34">
                <a:extLst>
                  <a:ext uri="{FF2B5EF4-FFF2-40B4-BE49-F238E27FC236}">
                    <a16:creationId xmlns:a16="http://schemas.microsoft.com/office/drawing/2014/main" id="{5EF2D7F9-04D9-49AB-F343-AAA25731547B}"/>
                  </a:ext>
                </a:extLst>
              </p:cNvPr>
              <p:cNvGrpSpPr/>
              <p:nvPr/>
            </p:nvGrpSpPr>
            <p:grpSpPr>
              <a:xfrm>
                <a:off x="12573000" y="2156077"/>
                <a:ext cx="5427991" cy="6097751"/>
                <a:chOff x="12472911" y="2057805"/>
                <a:chExt cx="5427991" cy="6097751"/>
              </a:xfrm>
            </p:grpSpPr>
            <p:pic>
              <p:nvPicPr>
                <p:cNvPr id="34" name="Imagem 33">
                  <a:extLst>
                    <a:ext uri="{FF2B5EF4-FFF2-40B4-BE49-F238E27FC236}">
                      <a16:creationId xmlns:a16="http://schemas.microsoft.com/office/drawing/2014/main" id="{DB4AAD6A-B512-AF1B-6F50-9459A752F3FC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rcRect l="582" t="22193" r="1115"/>
                <a:stretch/>
              </p:blipFill>
              <p:spPr>
                <a:xfrm>
                  <a:off x="12507042" y="3800577"/>
                  <a:ext cx="5376575" cy="3961792"/>
                </a:xfrm>
                <a:prstGeom prst="rect">
                  <a:avLst/>
                </a:prstGeom>
              </p:spPr>
            </p:pic>
            <p:grpSp>
              <p:nvGrpSpPr>
                <p:cNvPr id="2" name="Group 33">
                  <a:extLst>
                    <a:ext uri="{FF2B5EF4-FFF2-40B4-BE49-F238E27FC236}">
                      <a16:creationId xmlns:a16="http://schemas.microsoft.com/office/drawing/2014/main" id="{55656487-7A90-C31B-1D29-AA9492617B32}"/>
                    </a:ext>
                  </a:extLst>
                </p:cNvPr>
                <p:cNvGrpSpPr>
                  <a:grpSpLocks noChangeAspect="1"/>
                </p:cNvGrpSpPr>
                <p:nvPr/>
              </p:nvGrpSpPr>
              <p:grpSpPr>
                <a:xfrm>
                  <a:off x="12472911" y="2057805"/>
                  <a:ext cx="5427991" cy="6097751"/>
                  <a:chOff x="0" y="0"/>
                  <a:chExt cx="8455660" cy="6348730"/>
                </a:xfrm>
              </p:grpSpPr>
              <p:sp>
                <p:nvSpPr>
                  <p:cNvPr id="3" name="Freeform 34">
                    <a:extLst>
                      <a:ext uri="{FF2B5EF4-FFF2-40B4-BE49-F238E27FC236}">
                        <a16:creationId xmlns:a16="http://schemas.microsoft.com/office/drawing/2014/main" id="{1C6EB200-C7E7-017E-6996-6C6B7D137707}"/>
                      </a:ext>
                    </a:extLst>
                  </p:cNvPr>
                  <p:cNvSpPr/>
                  <p:nvPr/>
                </p:nvSpPr>
                <p:spPr>
                  <a:xfrm>
                    <a:off x="15240" y="5910580"/>
                    <a:ext cx="8425180" cy="4241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25180" h="424180">
                        <a:moveTo>
                          <a:pt x="7769860" y="424180"/>
                        </a:moveTo>
                        <a:lnTo>
                          <a:pt x="2839720" y="424180"/>
                        </a:lnTo>
                        <a:lnTo>
                          <a:pt x="2839720" y="1270"/>
                        </a:lnTo>
                        <a:lnTo>
                          <a:pt x="7769860" y="1270"/>
                        </a:lnTo>
                        <a:lnTo>
                          <a:pt x="7769860" y="424180"/>
                        </a:lnTo>
                        <a:close/>
                        <a:moveTo>
                          <a:pt x="652780" y="0"/>
                        </a:moveTo>
                        <a:lnTo>
                          <a:pt x="0" y="0"/>
                        </a:lnTo>
                        <a:lnTo>
                          <a:pt x="0" y="422910"/>
                        </a:lnTo>
                        <a:lnTo>
                          <a:pt x="651510" y="422910"/>
                        </a:lnTo>
                        <a:lnTo>
                          <a:pt x="652780" y="0"/>
                        </a:lnTo>
                        <a:lnTo>
                          <a:pt x="652780" y="0"/>
                        </a:lnTo>
                        <a:close/>
                        <a:moveTo>
                          <a:pt x="8425180" y="0"/>
                        </a:moveTo>
                        <a:lnTo>
                          <a:pt x="7769860" y="0"/>
                        </a:lnTo>
                        <a:lnTo>
                          <a:pt x="7769860" y="422910"/>
                        </a:lnTo>
                        <a:lnTo>
                          <a:pt x="8425180" y="422910"/>
                        </a:lnTo>
                        <a:lnTo>
                          <a:pt x="842518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29" name="Freeform 35">
                    <a:extLst>
                      <a:ext uri="{FF2B5EF4-FFF2-40B4-BE49-F238E27FC236}">
                        <a16:creationId xmlns:a16="http://schemas.microsoft.com/office/drawing/2014/main" id="{5BC66A93-DC93-8B18-7B8E-683255DCA19A}"/>
                      </a:ext>
                    </a:extLst>
                  </p:cNvPr>
                  <p:cNvSpPr/>
                  <p:nvPr/>
                </p:nvSpPr>
                <p:spPr>
                  <a:xfrm>
                    <a:off x="15240" y="15240"/>
                    <a:ext cx="8425180" cy="631952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25180" h="6319520">
                        <a:moveTo>
                          <a:pt x="2839720" y="6319520"/>
                        </a:moveTo>
                        <a:lnTo>
                          <a:pt x="652780" y="6319520"/>
                        </a:lnTo>
                        <a:lnTo>
                          <a:pt x="652780" y="5896610"/>
                        </a:lnTo>
                        <a:lnTo>
                          <a:pt x="2840990" y="5896610"/>
                        </a:lnTo>
                        <a:lnTo>
                          <a:pt x="2839720" y="6319520"/>
                        </a:lnTo>
                        <a:lnTo>
                          <a:pt x="2839720" y="6319520"/>
                        </a:lnTo>
                        <a:close/>
                        <a:moveTo>
                          <a:pt x="8425180" y="0"/>
                        </a:moveTo>
                        <a:lnTo>
                          <a:pt x="0" y="0"/>
                        </a:lnTo>
                        <a:lnTo>
                          <a:pt x="0" y="622300"/>
                        </a:lnTo>
                        <a:lnTo>
                          <a:pt x="8425180" y="622300"/>
                        </a:lnTo>
                        <a:lnTo>
                          <a:pt x="8425180" y="0"/>
                        </a:lnTo>
                        <a:lnTo>
                          <a:pt x="8425180" y="0"/>
                        </a:lnTo>
                        <a:close/>
                      </a:path>
                    </a:pathLst>
                  </a:custGeom>
                  <a:solidFill>
                    <a:srgbClr val="FFFFFF"/>
                  </a:solidFill>
                </p:spPr>
                <p:txBody>
                  <a:bodyPr/>
                  <a:lstStyle/>
                  <a:p>
                    <a:endParaRPr lang="pt-BR"/>
                  </a:p>
                </p:txBody>
              </p:sp>
              <p:sp>
                <p:nvSpPr>
                  <p:cNvPr id="31" name="Freeform 37">
                    <a:extLst>
                      <a:ext uri="{FF2B5EF4-FFF2-40B4-BE49-F238E27FC236}">
                        <a16:creationId xmlns:a16="http://schemas.microsoft.com/office/drawing/2014/main" id="{4FA190F8-7D53-A9DE-685C-8846BDAEFA72}"/>
                      </a:ext>
                    </a:extLst>
                  </p:cNvPr>
                  <p:cNvSpPr/>
                  <p:nvPr/>
                </p:nvSpPr>
                <p:spPr>
                  <a:xfrm>
                    <a:off x="0" y="0"/>
                    <a:ext cx="8455660" cy="6348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8455660" h="6348730">
                        <a:moveTo>
                          <a:pt x="8440420" y="0"/>
                        </a:moveTo>
                        <a:lnTo>
                          <a:pt x="15240" y="0"/>
                        </a:lnTo>
                        <a:cubicBezTo>
                          <a:pt x="7620" y="0"/>
                          <a:pt x="0" y="7620"/>
                          <a:pt x="0" y="15240"/>
                        </a:cubicBezTo>
                        <a:lnTo>
                          <a:pt x="0" y="5910580"/>
                        </a:lnTo>
                        <a:lnTo>
                          <a:pt x="0" y="6333490"/>
                        </a:lnTo>
                        <a:cubicBezTo>
                          <a:pt x="0" y="6342380"/>
                          <a:pt x="7620" y="6348730"/>
                          <a:pt x="15240" y="6348730"/>
                        </a:cubicBezTo>
                        <a:lnTo>
                          <a:pt x="666750" y="6348730"/>
                        </a:lnTo>
                        <a:lnTo>
                          <a:pt x="2854960" y="6348730"/>
                        </a:lnTo>
                        <a:lnTo>
                          <a:pt x="7785100" y="6348730"/>
                        </a:lnTo>
                        <a:lnTo>
                          <a:pt x="8440420" y="6348730"/>
                        </a:lnTo>
                        <a:cubicBezTo>
                          <a:pt x="8449310" y="6348730"/>
                          <a:pt x="8455660" y="6341110"/>
                          <a:pt x="8455660" y="6333490"/>
                        </a:cubicBezTo>
                        <a:lnTo>
                          <a:pt x="8455660" y="5910580"/>
                        </a:lnTo>
                        <a:lnTo>
                          <a:pt x="8455660" y="15240"/>
                        </a:lnTo>
                        <a:cubicBezTo>
                          <a:pt x="8455660" y="7620"/>
                          <a:pt x="8449310" y="0"/>
                          <a:pt x="8440420" y="0"/>
                        </a:cubicBezTo>
                        <a:close/>
                        <a:moveTo>
                          <a:pt x="7785100" y="5895340"/>
                        </a:moveTo>
                        <a:lnTo>
                          <a:pt x="2854960" y="5895340"/>
                        </a:lnTo>
                        <a:lnTo>
                          <a:pt x="668020" y="5895340"/>
                        </a:lnTo>
                        <a:lnTo>
                          <a:pt x="31750" y="5895340"/>
                        </a:lnTo>
                        <a:lnTo>
                          <a:pt x="31750" y="652780"/>
                        </a:lnTo>
                        <a:lnTo>
                          <a:pt x="8425180" y="652780"/>
                        </a:lnTo>
                        <a:lnTo>
                          <a:pt x="8425180" y="5895340"/>
                        </a:lnTo>
                        <a:lnTo>
                          <a:pt x="7785100" y="5895340"/>
                        </a:lnTo>
                        <a:lnTo>
                          <a:pt x="7785100" y="5895340"/>
                        </a:lnTo>
                        <a:close/>
                        <a:moveTo>
                          <a:pt x="8425180" y="31750"/>
                        </a:moveTo>
                        <a:lnTo>
                          <a:pt x="8425180" y="622300"/>
                        </a:lnTo>
                        <a:lnTo>
                          <a:pt x="31750" y="622300"/>
                        </a:lnTo>
                        <a:lnTo>
                          <a:pt x="31750" y="31750"/>
                        </a:lnTo>
                        <a:lnTo>
                          <a:pt x="8425180" y="31750"/>
                        </a:lnTo>
                        <a:close/>
                        <a:moveTo>
                          <a:pt x="31750" y="5927090"/>
                        </a:moveTo>
                        <a:lnTo>
                          <a:pt x="652780" y="5927090"/>
                        </a:lnTo>
                        <a:lnTo>
                          <a:pt x="652780" y="6319520"/>
                        </a:lnTo>
                        <a:lnTo>
                          <a:pt x="31750" y="6319520"/>
                        </a:lnTo>
                        <a:lnTo>
                          <a:pt x="31750" y="5927090"/>
                        </a:lnTo>
                        <a:close/>
                        <a:moveTo>
                          <a:pt x="683260" y="6318250"/>
                        </a:moveTo>
                        <a:lnTo>
                          <a:pt x="683260" y="5925820"/>
                        </a:lnTo>
                        <a:lnTo>
                          <a:pt x="2839720" y="5925820"/>
                        </a:lnTo>
                        <a:lnTo>
                          <a:pt x="2839720" y="6318250"/>
                        </a:lnTo>
                        <a:lnTo>
                          <a:pt x="683260" y="6318250"/>
                        </a:lnTo>
                        <a:close/>
                        <a:moveTo>
                          <a:pt x="2871470" y="6318250"/>
                        </a:moveTo>
                        <a:lnTo>
                          <a:pt x="2871470" y="5925820"/>
                        </a:lnTo>
                        <a:lnTo>
                          <a:pt x="7769861" y="5925820"/>
                        </a:lnTo>
                        <a:lnTo>
                          <a:pt x="7769861" y="6318250"/>
                        </a:lnTo>
                        <a:lnTo>
                          <a:pt x="2871470" y="6318250"/>
                        </a:lnTo>
                        <a:close/>
                        <a:moveTo>
                          <a:pt x="8425180" y="6318250"/>
                        </a:moveTo>
                        <a:lnTo>
                          <a:pt x="7801611" y="6318250"/>
                        </a:lnTo>
                        <a:lnTo>
                          <a:pt x="7801611" y="5925820"/>
                        </a:lnTo>
                        <a:lnTo>
                          <a:pt x="8425180" y="5925820"/>
                        </a:lnTo>
                        <a:lnTo>
                          <a:pt x="8425180" y="6318250"/>
                        </a:lnTo>
                        <a:close/>
                        <a:moveTo>
                          <a:pt x="226060" y="467360"/>
                        </a:moveTo>
                        <a:lnTo>
                          <a:pt x="339090" y="342900"/>
                        </a:lnTo>
                        <a:lnTo>
                          <a:pt x="226060" y="218440"/>
                        </a:lnTo>
                        <a:cubicBezTo>
                          <a:pt x="219710" y="212090"/>
                          <a:pt x="220980" y="201930"/>
                          <a:pt x="227330" y="196850"/>
                        </a:cubicBezTo>
                        <a:cubicBezTo>
                          <a:pt x="233680" y="190500"/>
                          <a:pt x="243840" y="191770"/>
                          <a:pt x="248920" y="198120"/>
                        </a:cubicBezTo>
                        <a:lnTo>
                          <a:pt x="359410" y="320040"/>
                        </a:lnTo>
                        <a:lnTo>
                          <a:pt x="469900" y="198120"/>
                        </a:lnTo>
                        <a:cubicBezTo>
                          <a:pt x="476250" y="191770"/>
                          <a:pt x="485140" y="191770"/>
                          <a:pt x="491490" y="196850"/>
                        </a:cubicBezTo>
                        <a:cubicBezTo>
                          <a:pt x="497840" y="203200"/>
                          <a:pt x="497840" y="212090"/>
                          <a:pt x="492760" y="218440"/>
                        </a:cubicBezTo>
                        <a:lnTo>
                          <a:pt x="381000" y="344170"/>
                        </a:lnTo>
                        <a:lnTo>
                          <a:pt x="494030" y="468630"/>
                        </a:lnTo>
                        <a:cubicBezTo>
                          <a:pt x="500380" y="474980"/>
                          <a:pt x="499110" y="485140"/>
                          <a:pt x="492760" y="490220"/>
                        </a:cubicBezTo>
                        <a:cubicBezTo>
                          <a:pt x="490220" y="492760"/>
                          <a:pt x="486410" y="494030"/>
                          <a:pt x="482600" y="494030"/>
                        </a:cubicBezTo>
                        <a:cubicBezTo>
                          <a:pt x="478790" y="494030"/>
                          <a:pt x="473710" y="492760"/>
                          <a:pt x="471170" y="488950"/>
                        </a:cubicBezTo>
                        <a:lnTo>
                          <a:pt x="360680" y="367030"/>
                        </a:lnTo>
                        <a:lnTo>
                          <a:pt x="250190" y="488950"/>
                        </a:lnTo>
                        <a:cubicBezTo>
                          <a:pt x="247650" y="492760"/>
                          <a:pt x="242570" y="494030"/>
                          <a:pt x="238760" y="494030"/>
                        </a:cubicBezTo>
                        <a:cubicBezTo>
                          <a:pt x="234950" y="494030"/>
                          <a:pt x="231140" y="492760"/>
                          <a:pt x="228600" y="490220"/>
                        </a:cubicBezTo>
                        <a:cubicBezTo>
                          <a:pt x="220980" y="483870"/>
                          <a:pt x="220980" y="473710"/>
                          <a:pt x="226060" y="467360"/>
                        </a:cubicBezTo>
                        <a:close/>
                        <a:moveTo>
                          <a:pt x="1104900" y="344170"/>
                        </a:moveTo>
                        <a:cubicBezTo>
                          <a:pt x="1104900" y="335280"/>
                          <a:pt x="1112520" y="328930"/>
                          <a:pt x="1120140" y="328930"/>
                        </a:cubicBezTo>
                        <a:lnTo>
                          <a:pt x="1363980" y="328930"/>
                        </a:lnTo>
                        <a:cubicBezTo>
                          <a:pt x="1372870" y="328930"/>
                          <a:pt x="1379220" y="336550"/>
                          <a:pt x="1379220" y="344170"/>
                        </a:cubicBezTo>
                        <a:cubicBezTo>
                          <a:pt x="1379220" y="353060"/>
                          <a:pt x="1371600" y="359410"/>
                          <a:pt x="1363980" y="359410"/>
                        </a:cubicBezTo>
                        <a:lnTo>
                          <a:pt x="1120140" y="359410"/>
                        </a:lnTo>
                        <a:cubicBezTo>
                          <a:pt x="1111250" y="359410"/>
                          <a:pt x="1104900" y="351790"/>
                          <a:pt x="1104900" y="344170"/>
                        </a:cubicBezTo>
                        <a:close/>
                        <a:moveTo>
                          <a:pt x="676910" y="452120"/>
                        </a:moveTo>
                        <a:lnTo>
                          <a:pt x="702310" y="452120"/>
                        </a:lnTo>
                        <a:lnTo>
                          <a:pt x="702310" y="477520"/>
                        </a:lnTo>
                        <a:cubicBezTo>
                          <a:pt x="702310" y="486410"/>
                          <a:pt x="709930" y="492760"/>
                          <a:pt x="717550" y="492760"/>
                        </a:cubicBezTo>
                        <a:lnTo>
                          <a:pt x="924560" y="492760"/>
                        </a:lnTo>
                        <a:cubicBezTo>
                          <a:pt x="933450" y="492760"/>
                          <a:pt x="939800" y="485140"/>
                          <a:pt x="939800" y="477520"/>
                        </a:cubicBezTo>
                        <a:lnTo>
                          <a:pt x="939800" y="250190"/>
                        </a:lnTo>
                        <a:cubicBezTo>
                          <a:pt x="939800" y="241300"/>
                          <a:pt x="932180" y="234950"/>
                          <a:pt x="924560" y="234950"/>
                        </a:cubicBezTo>
                        <a:lnTo>
                          <a:pt x="899160" y="234950"/>
                        </a:lnTo>
                        <a:lnTo>
                          <a:pt x="899160" y="209550"/>
                        </a:lnTo>
                        <a:cubicBezTo>
                          <a:pt x="899160" y="200660"/>
                          <a:pt x="891540" y="194310"/>
                          <a:pt x="883920" y="194310"/>
                        </a:cubicBezTo>
                        <a:lnTo>
                          <a:pt x="676910" y="194310"/>
                        </a:lnTo>
                        <a:cubicBezTo>
                          <a:pt x="668020" y="194310"/>
                          <a:pt x="661670" y="201930"/>
                          <a:pt x="661670" y="209550"/>
                        </a:cubicBezTo>
                        <a:lnTo>
                          <a:pt x="661670" y="436880"/>
                        </a:lnTo>
                        <a:cubicBezTo>
                          <a:pt x="661670" y="445770"/>
                          <a:pt x="668020" y="452120"/>
                          <a:pt x="676910" y="452120"/>
                        </a:cubicBezTo>
                        <a:close/>
                        <a:moveTo>
                          <a:pt x="909320" y="265430"/>
                        </a:moveTo>
                        <a:lnTo>
                          <a:pt x="909320" y="462280"/>
                        </a:lnTo>
                        <a:lnTo>
                          <a:pt x="734060" y="462280"/>
                        </a:lnTo>
                        <a:lnTo>
                          <a:pt x="734060" y="452120"/>
                        </a:lnTo>
                        <a:lnTo>
                          <a:pt x="883920" y="452120"/>
                        </a:lnTo>
                        <a:cubicBezTo>
                          <a:pt x="892810" y="452120"/>
                          <a:pt x="899160" y="444500"/>
                          <a:pt x="899160" y="436880"/>
                        </a:cubicBezTo>
                        <a:lnTo>
                          <a:pt x="899160" y="265430"/>
                        </a:lnTo>
                        <a:lnTo>
                          <a:pt x="909320" y="265430"/>
                        </a:lnTo>
                        <a:close/>
                        <a:moveTo>
                          <a:pt x="692150" y="224790"/>
                        </a:moveTo>
                        <a:lnTo>
                          <a:pt x="867410" y="224790"/>
                        </a:lnTo>
                        <a:lnTo>
                          <a:pt x="867410" y="421640"/>
                        </a:lnTo>
                        <a:lnTo>
                          <a:pt x="692150" y="421640"/>
                        </a:lnTo>
                        <a:lnTo>
                          <a:pt x="692150" y="224790"/>
                        </a:lnTo>
                        <a:close/>
                        <a:moveTo>
                          <a:pt x="466090" y="6236970"/>
                        </a:moveTo>
                        <a:cubicBezTo>
                          <a:pt x="463550" y="6242050"/>
                          <a:pt x="457200" y="6245860"/>
                          <a:pt x="452120" y="6245860"/>
                        </a:cubicBezTo>
                        <a:cubicBezTo>
                          <a:pt x="449580" y="6245860"/>
                          <a:pt x="447040" y="6245860"/>
                          <a:pt x="444500" y="6244590"/>
                        </a:cubicBezTo>
                        <a:lnTo>
                          <a:pt x="229870" y="6137910"/>
                        </a:lnTo>
                        <a:cubicBezTo>
                          <a:pt x="224790" y="6135370"/>
                          <a:pt x="220980" y="6130290"/>
                          <a:pt x="220980" y="6123940"/>
                        </a:cubicBezTo>
                        <a:cubicBezTo>
                          <a:pt x="220980" y="6117590"/>
                          <a:pt x="224790" y="6112510"/>
                          <a:pt x="229870" y="6109970"/>
                        </a:cubicBezTo>
                        <a:lnTo>
                          <a:pt x="444500" y="6003290"/>
                        </a:lnTo>
                        <a:cubicBezTo>
                          <a:pt x="452120" y="5999480"/>
                          <a:pt x="461010" y="6002020"/>
                          <a:pt x="466090" y="6010910"/>
                        </a:cubicBezTo>
                        <a:cubicBezTo>
                          <a:pt x="469900" y="6018530"/>
                          <a:pt x="467360" y="6027420"/>
                          <a:pt x="458470" y="6032500"/>
                        </a:cubicBezTo>
                        <a:lnTo>
                          <a:pt x="271780" y="6125210"/>
                        </a:lnTo>
                        <a:lnTo>
                          <a:pt x="458470" y="6217920"/>
                        </a:lnTo>
                        <a:cubicBezTo>
                          <a:pt x="467360" y="6219190"/>
                          <a:pt x="469900" y="6229350"/>
                          <a:pt x="466090" y="6236970"/>
                        </a:cubicBezTo>
                        <a:close/>
                        <a:moveTo>
                          <a:pt x="7989570" y="6008370"/>
                        </a:moveTo>
                        <a:cubicBezTo>
                          <a:pt x="7993380" y="6000750"/>
                          <a:pt x="8002270" y="5996940"/>
                          <a:pt x="8011160" y="6000750"/>
                        </a:cubicBezTo>
                        <a:lnTo>
                          <a:pt x="8225790" y="6107430"/>
                        </a:lnTo>
                        <a:cubicBezTo>
                          <a:pt x="8230870" y="6109970"/>
                          <a:pt x="8234680" y="6115050"/>
                          <a:pt x="8234680" y="6121400"/>
                        </a:cubicBezTo>
                        <a:cubicBezTo>
                          <a:pt x="8234680" y="6127750"/>
                          <a:pt x="8230870" y="6132830"/>
                          <a:pt x="8225790" y="6135370"/>
                        </a:cubicBezTo>
                        <a:lnTo>
                          <a:pt x="8011160" y="6242050"/>
                        </a:lnTo>
                        <a:cubicBezTo>
                          <a:pt x="8008620" y="6243320"/>
                          <a:pt x="8006080" y="6243320"/>
                          <a:pt x="8003540" y="6243320"/>
                        </a:cubicBezTo>
                        <a:cubicBezTo>
                          <a:pt x="7997190" y="6243320"/>
                          <a:pt x="7992110" y="6239510"/>
                          <a:pt x="7989570" y="6234430"/>
                        </a:cubicBezTo>
                        <a:cubicBezTo>
                          <a:pt x="7985761" y="6226810"/>
                          <a:pt x="7988301" y="6217920"/>
                          <a:pt x="7997190" y="6212840"/>
                        </a:cubicBezTo>
                        <a:lnTo>
                          <a:pt x="8183880" y="6120130"/>
                        </a:lnTo>
                        <a:lnTo>
                          <a:pt x="7997190" y="6027420"/>
                        </a:lnTo>
                        <a:cubicBezTo>
                          <a:pt x="7989570" y="6026150"/>
                          <a:pt x="7985760" y="6015990"/>
                          <a:pt x="7989570" y="6008370"/>
                        </a:cubicBezTo>
                        <a:close/>
                      </a:path>
                    </a:pathLst>
                  </a:custGeom>
                  <a:solidFill>
                    <a:srgbClr val="46454B"/>
                  </a:solidFill>
                </p:spPr>
                <p:txBody>
                  <a:bodyPr/>
                  <a:lstStyle/>
                  <a:p>
                    <a:endParaRPr lang="pt-BR"/>
                  </a:p>
                </p:txBody>
              </p:sp>
            </p:grpSp>
          </p:grpSp>
        </p:grpSp>
        <p:pic>
          <p:nvPicPr>
            <p:cNvPr id="40" name="Imagem 39">
              <a:extLst>
                <a:ext uri="{FF2B5EF4-FFF2-40B4-BE49-F238E27FC236}">
                  <a16:creationId xmlns:a16="http://schemas.microsoft.com/office/drawing/2014/main" id="{E02AB5E4-5F9D-0A27-D7CF-FFF1772CB26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ackgroundRemoval t="9709" b="89806" l="7383" r="89933">
                          <a14:foregroundMark x1="28188" y1="43689" x2="28188" y2="43689"/>
                          <a14:foregroundMark x1="42953" y1="51456" x2="38255" y2="40291"/>
                          <a14:foregroundMark x1="42953" y1="54854" x2="17450" y2="33010"/>
                          <a14:foregroundMark x1="53020" y1="69417" x2="38255" y2="33010"/>
                          <a14:foregroundMark x1="63758" y1="84466" x2="7383" y2="36408"/>
                        </a14:backgroundRemoval>
                      </a14:imgEffect>
                    </a14:imgLayer>
                  </a14:imgProps>
                </a:ext>
              </a:extLst>
            </a:blip>
            <a:stretch>
              <a:fillRect/>
            </a:stretch>
          </p:blipFill>
          <p:spPr>
            <a:xfrm>
              <a:off x="16916400" y="5173215"/>
              <a:ext cx="268688" cy="371475"/>
            </a:xfrm>
            <a:prstGeom prst="rect">
              <a:avLst/>
            </a:prstGeom>
          </p:spPr>
        </p:pic>
        <p:sp>
          <p:nvSpPr>
            <p:cNvPr id="41" name="CaixaDeTexto 40">
              <a:extLst>
                <a:ext uri="{FF2B5EF4-FFF2-40B4-BE49-F238E27FC236}">
                  <a16:creationId xmlns:a16="http://schemas.microsoft.com/office/drawing/2014/main" id="{231E772B-4C37-7076-EF64-610EE7175A8B}"/>
                </a:ext>
              </a:extLst>
            </p:cNvPr>
            <p:cNvSpPr txBox="1"/>
            <p:nvPr/>
          </p:nvSpPr>
          <p:spPr>
            <a:xfrm>
              <a:off x="16638873" y="4980360"/>
              <a:ext cx="726922" cy="261610"/>
            </a:xfrm>
            <a:prstGeom prst="rect">
              <a:avLst/>
            </a:prstGeom>
            <a:solidFill>
              <a:schemeClr val="tx1">
                <a:lumMod val="85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sz="1100" dirty="0" err="1">
                  <a:solidFill>
                    <a:schemeClr val="bg1"/>
                  </a:solidFill>
                  <a:effectLst>
                    <a:glow rad="63500">
                      <a:schemeClr val="accent6">
                        <a:satMod val="175000"/>
                        <a:alpha val="40000"/>
                      </a:schemeClr>
                    </a:glow>
                  </a:effectLst>
                  <a:latin typeface="Space Mono"/>
                </a:rPr>
                <a:t>Furada</a:t>
              </a:r>
              <a:endParaRPr lang="pt-BR" sz="1100" dirty="0">
                <a:solidFill>
                  <a:schemeClr val="bg1"/>
                </a:solidFill>
                <a:effectLst>
                  <a:glow rad="63500">
                    <a:schemeClr val="accent6">
                      <a:satMod val="175000"/>
                      <a:alpha val="40000"/>
                    </a:schemeClr>
                  </a:glow>
                </a:effectLst>
              </a:endParaRPr>
            </a:p>
          </p:txBody>
        </p:sp>
      </p:grpSp>
      <p:grpSp>
        <p:nvGrpSpPr>
          <p:cNvPr id="57" name="Agrupar 56">
            <a:extLst>
              <a:ext uri="{FF2B5EF4-FFF2-40B4-BE49-F238E27FC236}">
                <a16:creationId xmlns:a16="http://schemas.microsoft.com/office/drawing/2014/main" id="{D6032226-812B-20A4-BB76-EF3C152CB1AD}"/>
              </a:ext>
            </a:extLst>
          </p:cNvPr>
          <p:cNvGrpSpPr/>
          <p:nvPr/>
        </p:nvGrpSpPr>
        <p:grpSpPr>
          <a:xfrm>
            <a:off x="2438400" y="6522747"/>
            <a:ext cx="1765587" cy="718066"/>
            <a:chOff x="2438400" y="3238500"/>
            <a:chExt cx="1765587" cy="718066"/>
          </a:xfrm>
        </p:grpSpPr>
        <p:cxnSp>
          <p:nvCxnSpPr>
            <p:cNvPr id="58" name="Conector: Curvo 57">
              <a:extLst>
                <a:ext uri="{FF2B5EF4-FFF2-40B4-BE49-F238E27FC236}">
                  <a16:creationId xmlns:a16="http://schemas.microsoft.com/office/drawing/2014/main" id="{D9322E4F-99AE-E6DD-EB93-B95CC6899B81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362200" y="3314700"/>
              <a:ext cx="533400" cy="381000"/>
            </a:xfrm>
            <a:prstGeom prst="curvedConnector3">
              <a:avLst>
                <a:gd name="adj1" fmla="val 98614"/>
              </a:avLst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9" name="CaixaDeTexto 58">
              <a:extLst>
                <a:ext uri="{FF2B5EF4-FFF2-40B4-BE49-F238E27FC236}">
                  <a16:creationId xmlns:a16="http://schemas.microsoft.com/office/drawing/2014/main" id="{A4535B3F-BDBD-9DF6-2F1F-97A5B14FBD23}"/>
                </a:ext>
              </a:extLst>
            </p:cNvPr>
            <p:cNvSpPr txBox="1"/>
            <p:nvPr/>
          </p:nvSpPr>
          <p:spPr>
            <a:xfrm>
              <a:off x="2863555" y="3587234"/>
              <a:ext cx="13404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propriedade</a:t>
              </a:r>
            </a:p>
          </p:txBody>
        </p:sp>
      </p:grpSp>
      <p:grpSp>
        <p:nvGrpSpPr>
          <p:cNvPr id="63" name="Agrupar 62">
            <a:extLst>
              <a:ext uri="{FF2B5EF4-FFF2-40B4-BE49-F238E27FC236}">
                <a16:creationId xmlns:a16="http://schemas.microsoft.com/office/drawing/2014/main" id="{FCC45FD8-6DBE-AE1C-FC1E-9910C7D3449C}"/>
              </a:ext>
            </a:extLst>
          </p:cNvPr>
          <p:cNvGrpSpPr/>
          <p:nvPr/>
        </p:nvGrpSpPr>
        <p:grpSpPr>
          <a:xfrm>
            <a:off x="2659603" y="2170715"/>
            <a:ext cx="2175925" cy="570582"/>
            <a:chOff x="4267200" y="2127814"/>
            <a:chExt cx="2175925" cy="570582"/>
          </a:xfrm>
        </p:grpSpPr>
        <p:cxnSp>
          <p:nvCxnSpPr>
            <p:cNvPr id="64" name="Conector: Curvo 63">
              <a:extLst>
                <a:ext uri="{FF2B5EF4-FFF2-40B4-BE49-F238E27FC236}">
                  <a16:creationId xmlns:a16="http://schemas.microsoft.com/office/drawing/2014/main" id="{4DBC8A7F-6F10-E905-404C-8C36176AF2CC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4245235" y="2334446"/>
              <a:ext cx="385915" cy="341985"/>
            </a:xfrm>
            <a:prstGeom prst="curvedConnector3">
              <a:avLst>
                <a:gd name="adj1" fmla="val 50000"/>
              </a:avLst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5" name="CaixaDeTexto 64">
              <a:extLst>
                <a:ext uri="{FF2B5EF4-FFF2-40B4-BE49-F238E27FC236}">
                  <a16:creationId xmlns:a16="http://schemas.microsoft.com/office/drawing/2014/main" id="{B2ECBC32-5C84-44DA-E8BD-47AE3CE076C9}"/>
                </a:ext>
              </a:extLst>
            </p:cNvPr>
            <p:cNvSpPr txBox="1"/>
            <p:nvPr/>
          </p:nvSpPr>
          <p:spPr>
            <a:xfrm>
              <a:off x="4653340" y="2127814"/>
              <a:ext cx="1789785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Seletor</a:t>
              </a:r>
            </a:p>
          </p:txBody>
        </p:sp>
      </p:grpSp>
      <p:grpSp>
        <p:nvGrpSpPr>
          <p:cNvPr id="30" name="Agrupar 29">
            <a:extLst>
              <a:ext uri="{FF2B5EF4-FFF2-40B4-BE49-F238E27FC236}">
                <a16:creationId xmlns:a16="http://schemas.microsoft.com/office/drawing/2014/main" id="{1E6A9020-1276-5585-EC2A-B22B8262BBE4}"/>
              </a:ext>
            </a:extLst>
          </p:cNvPr>
          <p:cNvGrpSpPr/>
          <p:nvPr/>
        </p:nvGrpSpPr>
        <p:grpSpPr>
          <a:xfrm>
            <a:off x="7239000" y="3695700"/>
            <a:ext cx="2080912" cy="2743200"/>
            <a:chOff x="7239000" y="3695700"/>
            <a:chExt cx="2080912" cy="2743200"/>
          </a:xfrm>
        </p:grpSpPr>
        <p:sp>
          <p:nvSpPr>
            <p:cNvPr id="62" name="CaixaDeTexto 61">
              <a:extLst>
                <a:ext uri="{FF2B5EF4-FFF2-40B4-BE49-F238E27FC236}">
                  <a16:creationId xmlns:a16="http://schemas.microsoft.com/office/drawing/2014/main" id="{CF324304-BD07-7AA7-6252-8CA3CE6B6AA4}"/>
                </a:ext>
              </a:extLst>
            </p:cNvPr>
            <p:cNvSpPr txBox="1"/>
            <p:nvPr/>
          </p:nvSpPr>
          <p:spPr>
            <a:xfrm>
              <a:off x="8095859" y="4859656"/>
              <a:ext cx="12240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declaração</a:t>
              </a:r>
            </a:p>
          </p:txBody>
        </p:sp>
        <p:sp>
          <p:nvSpPr>
            <p:cNvPr id="10" name="Chave Direita 9">
              <a:extLst>
                <a:ext uri="{FF2B5EF4-FFF2-40B4-BE49-F238E27FC236}">
                  <a16:creationId xmlns:a16="http://schemas.microsoft.com/office/drawing/2014/main" id="{FDB5723D-7760-C986-A287-4D2D9903635E}"/>
                </a:ext>
              </a:extLst>
            </p:cNvPr>
            <p:cNvSpPr/>
            <p:nvPr/>
          </p:nvSpPr>
          <p:spPr>
            <a:xfrm>
              <a:off x="7239000" y="3695700"/>
              <a:ext cx="812704" cy="2743200"/>
            </a:xfrm>
            <a:prstGeom prst="rightBrac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id="{826467B8-3E5A-F1C9-5811-113E162AE0B3}"/>
              </a:ext>
            </a:extLst>
          </p:cNvPr>
          <p:cNvGrpSpPr/>
          <p:nvPr/>
        </p:nvGrpSpPr>
        <p:grpSpPr>
          <a:xfrm>
            <a:off x="4704920" y="6512448"/>
            <a:ext cx="1104508" cy="718066"/>
            <a:chOff x="2438400" y="3238500"/>
            <a:chExt cx="1104508" cy="718066"/>
          </a:xfrm>
        </p:grpSpPr>
        <p:cxnSp>
          <p:nvCxnSpPr>
            <p:cNvPr id="14" name="Conector: Curvo 13">
              <a:extLst>
                <a:ext uri="{FF2B5EF4-FFF2-40B4-BE49-F238E27FC236}">
                  <a16:creationId xmlns:a16="http://schemas.microsoft.com/office/drawing/2014/main" id="{B3E2562A-6FC3-5F30-FDFA-E9BA13412852}"/>
                </a:ext>
              </a:extLst>
            </p:cNvPr>
            <p:cNvCxnSpPr>
              <a:cxnSpLocks/>
            </p:cNvCxnSpPr>
            <p:nvPr/>
          </p:nvCxnSpPr>
          <p:spPr>
            <a:xfrm rot="16200000" flipH="1">
              <a:off x="2362200" y="3314700"/>
              <a:ext cx="533400" cy="381000"/>
            </a:xfrm>
            <a:prstGeom prst="curvedConnector3">
              <a:avLst>
                <a:gd name="adj1" fmla="val 98614"/>
              </a:avLst>
            </a:prstGeom>
            <a:ln w="38100">
              <a:prstDash val="sysDash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CaixaDeTexto 27">
              <a:extLst>
                <a:ext uri="{FF2B5EF4-FFF2-40B4-BE49-F238E27FC236}">
                  <a16:creationId xmlns:a16="http://schemas.microsoft.com/office/drawing/2014/main" id="{324005C9-2E68-15E5-01A9-63789F60DA86}"/>
                </a:ext>
              </a:extLst>
            </p:cNvPr>
            <p:cNvSpPr txBox="1"/>
            <p:nvPr/>
          </p:nvSpPr>
          <p:spPr>
            <a:xfrm>
              <a:off x="2863555" y="3587234"/>
              <a:ext cx="67935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b="1" dirty="0">
                  <a:solidFill>
                    <a:schemeClr val="bg1"/>
                  </a:solidFill>
                </a:rPr>
                <a:t>valor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1291121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uiExpand="1" build="p"/>
      <p:bldP spid="1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 de Texto 1">
            <a:extLst>
              <a:ext uri="{FF2B5EF4-FFF2-40B4-BE49-F238E27FC236}">
                <a16:creationId xmlns:a16="http://schemas.microsoft.com/office/drawing/2014/main" id="{683C1978-ED90-BEB5-BDD5-981A8FADA37D}"/>
              </a:ext>
            </a:extLst>
          </p:cNvPr>
          <p:cNvSpPr txBox="1"/>
          <p:nvPr/>
        </p:nvSpPr>
        <p:spPr>
          <a:xfrm>
            <a:off x="8077200" y="457200"/>
            <a:ext cx="9753600" cy="9372600"/>
          </a:xfrm>
          <a:prstGeom prst="rect">
            <a:avLst/>
          </a:prstGeom>
          <a:solidFill>
            <a:schemeClr val="tx1"/>
          </a:solidFill>
          <a:ln w="6350">
            <a:noFill/>
          </a:ln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&lt;!DOCTYPE html&gt;</a:t>
            </a:r>
            <a:endParaRPr lang="pt-BR" sz="28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&lt;html lang="</a:t>
            </a:r>
            <a:r>
              <a:rPr lang="en-US" sz="3600" kern="100" dirty="0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pt-</a:t>
            </a:r>
            <a:r>
              <a:rPr lang="en-US" sz="3600" kern="100" dirty="0" err="1">
                <a:solidFill>
                  <a:schemeClr val="bg1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br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"&gt;</a:t>
            </a:r>
            <a:endParaRPr lang="pt-BR" sz="28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15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&lt;head&gt;</a:t>
            </a:r>
            <a:endParaRPr lang="pt-BR" sz="28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49580" indent="449580">
              <a:lnSpc>
                <a:spcPct val="115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&lt;meta charset="</a:t>
            </a:r>
            <a:r>
              <a:rPr lang="en-US" sz="3600" kern="1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UTF-8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"&gt;</a:t>
            </a:r>
            <a:endParaRPr lang="pt-BR" sz="28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899160">
              <a:lnSpc>
                <a:spcPct val="115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&lt;meta name="</a:t>
            </a:r>
            <a:r>
              <a:rPr lang="en-US" sz="3600" kern="1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viewport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 content="</a:t>
            </a:r>
            <a:r>
              <a:rPr lang="en-US" sz="3600" kern="1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width=device-width, initial-scale=1.0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"&gt;</a:t>
            </a:r>
            <a:endParaRPr lang="pt-BR" sz="28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49580" indent="449580">
              <a:lnSpc>
                <a:spcPct val="115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&lt;title&gt;</a:t>
            </a:r>
            <a:r>
              <a:rPr lang="en-US" sz="3600" kern="1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Document</a:t>
            </a:r>
            <a:r>
              <a:rPr lang="en-US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&lt;/title&gt;</a:t>
            </a:r>
            <a:endParaRPr lang="pt-BR" sz="28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15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&lt;/head&gt;</a:t>
            </a:r>
            <a:endParaRPr lang="pt-BR" sz="28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15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&lt;body&gt;</a:t>
            </a:r>
            <a:endParaRPr lang="pt-BR" sz="28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US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  		</a:t>
            </a:r>
            <a:r>
              <a:rPr lang="pt-BR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&lt;h1&gt;</a:t>
            </a:r>
            <a:r>
              <a:rPr lang="pt-BR" sz="3600" kern="100" dirty="0">
                <a:solidFill>
                  <a:schemeClr val="bg1"/>
                </a:solidFill>
                <a:latin typeface="Aptos" panose="020B0004020202020204" pitchFamily="34" charset="0"/>
                <a:cs typeface="Times New Roman" panose="02020603050405020304" pitchFamily="18" charset="0"/>
              </a:rPr>
              <a:t>Olá, Mundo!</a:t>
            </a:r>
            <a:r>
              <a:rPr lang="pt-BR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&lt;/h1&gt;</a:t>
            </a:r>
            <a:endParaRPr lang="pt-BR" sz="28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indent="449580">
              <a:lnSpc>
                <a:spcPct val="115000"/>
              </a:lnSpc>
              <a:spcAft>
                <a:spcPts val="800"/>
              </a:spcAft>
            </a:pPr>
            <a:r>
              <a:rPr lang="pt-BR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&lt;/body&gt;</a:t>
            </a:r>
            <a:endParaRPr lang="pt-BR" sz="28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pt-BR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&lt;/</a:t>
            </a:r>
            <a:r>
              <a:rPr lang="pt-BR" sz="3600" b="1" kern="100" dirty="0" err="1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html</a:t>
            </a:r>
            <a:r>
              <a:rPr lang="pt-BR" sz="3600" b="1" kern="100" dirty="0">
                <a:solidFill>
                  <a:srgbClr val="FF0000"/>
                </a:solidFill>
                <a:effectLst/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&gt;</a:t>
            </a:r>
            <a:endParaRPr lang="pt-BR" sz="2800" kern="100" dirty="0">
              <a:solidFill>
                <a:srgbClr val="FF0000"/>
              </a:solidFill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A62A810C-D5EE-C4F1-3165-D555AF1902DC}"/>
              </a:ext>
            </a:extLst>
          </p:cNvPr>
          <p:cNvSpPr txBox="1"/>
          <p:nvPr/>
        </p:nvSpPr>
        <p:spPr>
          <a:xfrm>
            <a:off x="838200" y="3250674"/>
            <a:ext cx="657513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8000" dirty="0">
                <a:solidFill>
                  <a:schemeClr val="bg1"/>
                </a:solidFill>
              </a:rPr>
              <a:t>Estrutura Básica</a:t>
            </a:r>
          </a:p>
          <a:p>
            <a:pPr algn="ctr"/>
            <a:r>
              <a:rPr lang="pt-BR" sz="8000" dirty="0">
                <a:solidFill>
                  <a:schemeClr val="bg1"/>
                </a:solidFill>
              </a:rPr>
              <a:t>HTML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o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o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o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304</TotalTime>
  <Words>495</Words>
  <Application>Microsoft Office PowerPoint</Application>
  <PresentationFormat>Personalizar</PresentationFormat>
  <Paragraphs>133</Paragraphs>
  <Slides>10</Slides>
  <Notes>3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Space Mono</vt:lpstr>
      <vt:lpstr>Agrandir Bold</vt:lpstr>
      <vt:lpstr>Arial</vt:lpstr>
      <vt:lpstr>Tw Cen MT</vt:lpstr>
      <vt:lpstr>Aptos</vt:lpstr>
      <vt:lpstr>Circuito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Olá!</dc:title>
  <cp:lastModifiedBy>Prentys Assis</cp:lastModifiedBy>
  <cp:revision>1</cp:revision>
  <dcterms:created xsi:type="dcterms:W3CDTF">2006-08-16T00:00:00Z</dcterms:created>
  <dcterms:modified xsi:type="dcterms:W3CDTF">2024-09-02T01:52:11Z</dcterms:modified>
  <dc:identifier>DAGI5dgXDUc</dc:identifier>
</cp:coreProperties>
</file>