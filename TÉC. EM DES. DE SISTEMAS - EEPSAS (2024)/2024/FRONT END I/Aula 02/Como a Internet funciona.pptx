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58" r:id="rId5"/>
    <p:sldId id="259" r:id="rId6"/>
    <p:sldId id="269" r:id="rId7"/>
    <p:sldId id="260" r:id="rId8"/>
    <p:sldId id="261" r:id="rId9"/>
    <p:sldId id="270" r:id="rId10"/>
    <p:sldId id="263" r:id="rId11"/>
    <p:sldId id="271" r:id="rId12"/>
    <p:sldId id="273" r:id="rId13"/>
    <p:sldId id="274" r:id="rId14"/>
    <p:sldId id="264" r:id="rId15"/>
    <p:sldId id="276" r:id="rId16"/>
    <p:sldId id="266" r:id="rId17"/>
  </p:sldIdLst>
  <p:sldSz cx="18288000" cy="10287000"/>
  <p:notesSz cx="6858000" cy="9144000"/>
  <p:embeddedFontLst>
    <p:embeddedFont>
      <p:font typeface="Agrandir Bold" panose="020B0604020202020204" charset="0"/>
      <p:regular r:id="rId19"/>
    </p:embeddedFont>
    <p:embeddedFont>
      <p:font typeface="Agrandir Grand Medium" panose="020B0604020202020204" charset="0"/>
      <p:regular r:id="rId20"/>
    </p:embeddedFont>
    <p:embeddedFont>
      <p:font typeface="Anton" pitchFamily="2" charset="0"/>
      <p:regular r:id="rId21"/>
    </p:embeddedFont>
    <p:embeddedFont>
      <p:font typeface="Montserrat Classic" panose="020B0604020202020204" charset="0"/>
      <p:regular r:id="rId22"/>
    </p:embeddedFont>
    <p:embeddedFont>
      <p:font typeface="Montserrat Ultra-Bold" panose="020B0604020202020204" charset="0"/>
      <p:regular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Bold" panose="020B0806030504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F1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86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ntys Assis" userId="9e9e1f5991e00f07" providerId="LiveId" clId="{86D3DC38-B914-4586-8B08-5970566DAAE3}"/>
    <pc:docChg chg="custSel modSld">
      <pc:chgData name="Prentys Assis" userId="9e9e1f5991e00f07" providerId="LiveId" clId="{86D3DC38-B914-4586-8B08-5970566DAAE3}" dt="2025-03-10T12:21:28.690" v="0" actId="478"/>
      <pc:docMkLst>
        <pc:docMk/>
      </pc:docMkLst>
      <pc:sldChg chg="delSp mod delAnim">
        <pc:chgData name="Prentys Assis" userId="9e9e1f5991e00f07" providerId="LiveId" clId="{86D3DC38-B914-4586-8B08-5970566DAAE3}" dt="2025-03-10T12:21:28.690" v="0" actId="478"/>
        <pc:sldMkLst>
          <pc:docMk/>
          <pc:sldMk cId="0" sldId="260"/>
        </pc:sldMkLst>
        <pc:grpChg chg="del">
          <ac:chgData name="Prentys Assis" userId="9e9e1f5991e00f07" providerId="LiveId" clId="{86D3DC38-B914-4586-8B08-5970566DAAE3}" dt="2025-03-10T12:21:28.690" v="0" actId="478"/>
          <ac:grpSpMkLst>
            <pc:docMk/>
            <pc:sldMk cId="0" sldId="260"/>
            <ac:grpSpMk id="46" creationId="{82F1EDB2-763D-88A7-FB81-0DF7793EAAE0}"/>
          </ac:grpSpMkLst>
        </pc:grpChg>
      </pc:sldChg>
    </pc:docChg>
  </pc:docChgLst>
  <pc:docChgLst>
    <pc:chgData name="Prentys Assis" userId="9e9e1f5991e00f07" providerId="LiveId" clId="{DD0B6604-A160-45AB-9063-FB85CEC359B6}"/>
    <pc:docChg chg="undo custSel addSld delSld modSld sldOrd">
      <pc:chgData name="Prentys Assis" userId="9e9e1f5991e00f07" providerId="LiveId" clId="{DD0B6604-A160-45AB-9063-FB85CEC359B6}" dt="2024-06-10T19:11:25.623" v="6817" actId="20577"/>
      <pc:docMkLst>
        <pc:docMk/>
      </pc:docMkLst>
      <pc:sldChg chg="addSp delSp modSp mod modAnim">
        <pc:chgData name="Prentys Assis" userId="9e9e1f5991e00f07" providerId="LiveId" clId="{DD0B6604-A160-45AB-9063-FB85CEC359B6}" dt="2024-05-10T03:01:55.507" v="1302"/>
        <pc:sldMkLst>
          <pc:docMk/>
          <pc:sldMk cId="0" sldId="257"/>
        </pc:sldMkLst>
      </pc:sldChg>
      <pc:sldChg chg="addSp delSp modSp mod modAnim">
        <pc:chgData name="Prentys Assis" userId="9e9e1f5991e00f07" providerId="LiveId" clId="{DD0B6604-A160-45AB-9063-FB85CEC359B6}" dt="2024-05-10T03:32:31.275" v="1757" actId="2710"/>
        <pc:sldMkLst>
          <pc:docMk/>
          <pc:sldMk cId="0" sldId="258"/>
        </pc:sldMkLst>
      </pc:sldChg>
      <pc:sldChg chg="addSp delSp modSp mod addAnim delAnim modAnim">
        <pc:chgData name="Prentys Assis" userId="9e9e1f5991e00f07" providerId="LiveId" clId="{DD0B6604-A160-45AB-9063-FB85CEC359B6}" dt="2024-05-10T03:32:56.562" v="1763"/>
        <pc:sldMkLst>
          <pc:docMk/>
          <pc:sldMk cId="0" sldId="259"/>
        </pc:sldMkLst>
      </pc:sldChg>
      <pc:sldChg chg="addSp delSp modSp mod modTransition addAnim delAnim modAnim">
        <pc:chgData name="Prentys Assis" userId="9e9e1f5991e00f07" providerId="LiveId" clId="{DD0B6604-A160-45AB-9063-FB85CEC359B6}" dt="2024-05-10T03:45:32.484" v="1942"/>
        <pc:sldMkLst>
          <pc:docMk/>
          <pc:sldMk cId="0" sldId="260"/>
        </pc:sldMkLst>
      </pc:sldChg>
      <pc:sldChg chg="addSp delSp modSp mod modTransition addAnim delAnim modAnim">
        <pc:chgData name="Prentys Assis" userId="9e9e1f5991e00f07" providerId="LiveId" clId="{DD0B6604-A160-45AB-9063-FB85CEC359B6}" dt="2024-05-10T04:04:13.265" v="2282"/>
        <pc:sldMkLst>
          <pc:docMk/>
          <pc:sldMk cId="0" sldId="261"/>
        </pc:sldMkLst>
      </pc:sldChg>
      <pc:sldChg chg="del">
        <pc:chgData name="Prentys Assis" userId="9e9e1f5991e00f07" providerId="LiveId" clId="{DD0B6604-A160-45AB-9063-FB85CEC359B6}" dt="2024-05-10T04:48:47.541" v="2913" actId="47"/>
        <pc:sldMkLst>
          <pc:docMk/>
          <pc:sldMk cId="0" sldId="262"/>
        </pc:sldMkLst>
      </pc:sldChg>
      <pc:sldChg chg="addSp delSp modSp mod ord modTransition addAnim delAnim modAnim">
        <pc:chgData name="Prentys Assis" userId="9e9e1f5991e00f07" providerId="LiveId" clId="{DD0B6604-A160-45AB-9063-FB85CEC359B6}" dt="2024-06-10T19:10:49.770" v="6721" actId="478"/>
        <pc:sldMkLst>
          <pc:docMk/>
          <pc:sldMk cId="0" sldId="263"/>
        </pc:sldMkLst>
      </pc:sldChg>
      <pc:sldChg chg="addSp delSp modSp mod ord modTransition addAnim delAnim modAnim">
        <pc:chgData name="Prentys Assis" userId="9e9e1f5991e00f07" providerId="LiveId" clId="{DD0B6604-A160-45AB-9063-FB85CEC359B6}" dt="2024-05-10T08:34:47.303" v="6704" actId="404"/>
        <pc:sldMkLst>
          <pc:docMk/>
          <pc:sldMk cId="0" sldId="264"/>
        </pc:sldMkLst>
      </pc:sldChg>
      <pc:sldChg chg="del">
        <pc:chgData name="Prentys Assis" userId="9e9e1f5991e00f07" providerId="LiveId" clId="{DD0B6604-A160-45AB-9063-FB85CEC359B6}" dt="2024-05-10T08:31:32.194" v="6264" actId="47"/>
        <pc:sldMkLst>
          <pc:docMk/>
          <pc:sldMk cId="0" sldId="265"/>
        </pc:sldMkLst>
      </pc:sldChg>
      <pc:sldChg chg="addSp delSp modSp mod">
        <pc:chgData name="Prentys Assis" userId="9e9e1f5991e00f07" providerId="LiveId" clId="{DD0B6604-A160-45AB-9063-FB85CEC359B6}" dt="2024-05-17T00:40:26.245" v="6715" actId="1076"/>
        <pc:sldMkLst>
          <pc:docMk/>
          <pc:sldMk cId="0" sldId="266"/>
        </pc:sldMkLst>
      </pc:sldChg>
      <pc:sldChg chg="addSp delSp modSp del mod ord">
        <pc:chgData name="Prentys Assis" userId="9e9e1f5991e00f07" providerId="LiveId" clId="{DD0B6604-A160-45AB-9063-FB85CEC359B6}" dt="2024-05-10T08:31:29.373" v="6262" actId="47"/>
        <pc:sldMkLst>
          <pc:docMk/>
          <pc:sldMk cId="0" sldId="267"/>
        </pc:sldMkLst>
      </pc:sldChg>
      <pc:sldChg chg="add">
        <pc:chgData name="Prentys Assis" userId="9e9e1f5991e00f07" providerId="LiveId" clId="{DD0B6604-A160-45AB-9063-FB85CEC359B6}" dt="2024-05-10T02:39:12.235" v="25" actId="2890"/>
        <pc:sldMkLst>
          <pc:docMk/>
          <pc:sldMk cId="1784936530" sldId="268"/>
        </pc:sldMkLst>
      </pc:sldChg>
      <pc:sldChg chg="add del setBg">
        <pc:chgData name="Prentys Assis" userId="9e9e1f5991e00f07" providerId="LiveId" clId="{DD0B6604-A160-45AB-9063-FB85CEC359B6}" dt="2024-05-10T02:39:09.379" v="24"/>
        <pc:sldMkLst>
          <pc:docMk/>
          <pc:sldMk cId="2816135340" sldId="268"/>
        </pc:sldMkLst>
      </pc:sldChg>
      <pc:sldChg chg="add del setBg">
        <pc:chgData name="Prentys Assis" userId="9e9e1f5991e00f07" providerId="LiveId" clId="{DD0B6604-A160-45AB-9063-FB85CEC359B6}" dt="2024-05-10T03:13:06.563" v="1375"/>
        <pc:sldMkLst>
          <pc:docMk/>
          <pc:sldMk cId="2875632810" sldId="269"/>
        </pc:sldMkLst>
      </pc:sldChg>
      <pc:sldChg chg="addSp delSp modSp add mod modTransition addAnim delAnim modAnim">
        <pc:chgData name="Prentys Assis" userId="9e9e1f5991e00f07" providerId="LiveId" clId="{DD0B6604-A160-45AB-9063-FB85CEC359B6}" dt="2024-06-10T19:04:05.613" v="6719" actId="21"/>
        <pc:sldMkLst>
          <pc:docMk/>
          <pc:sldMk cId="3815188496" sldId="269"/>
        </pc:sldMkLst>
      </pc:sldChg>
      <pc:sldChg chg="addSp delSp modSp add mod ord delAnim modAnim">
        <pc:chgData name="Prentys Assis" userId="9e9e1f5991e00f07" providerId="LiveId" clId="{DD0B6604-A160-45AB-9063-FB85CEC359B6}" dt="2024-06-10T19:11:25.623" v="6817" actId="20577"/>
        <pc:sldMkLst>
          <pc:docMk/>
          <pc:sldMk cId="3249374538" sldId="270"/>
        </pc:sldMkLst>
      </pc:sldChg>
      <pc:sldChg chg="addSp delSp modSp add mod ord modTransition delAnim modAnim">
        <pc:chgData name="Prentys Assis" userId="9e9e1f5991e00f07" providerId="LiveId" clId="{DD0B6604-A160-45AB-9063-FB85CEC359B6}" dt="2024-05-10T07:23:20.289" v="5377" actId="14100"/>
        <pc:sldMkLst>
          <pc:docMk/>
          <pc:sldMk cId="993751711" sldId="271"/>
        </pc:sldMkLst>
      </pc:sldChg>
      <pc:sldChg chg="addSp delSp modSp add del mod modTransition addAnim delAnim">
        <pc:chgData name="Prentys Assis" userId="9e9e1f5991e00f07" providerId="LiveId" clId="{DD0B6604-A160-45AB-9063-FB85CEC359B6}" dt="2024-05-10T07:21:54.956" v="5358" actId="47"/>
        <pc:sldMkLst>
          <pc:docMk/>
          <pc:sldMk cId="182391215" sldId="272"/>
        </pc:sldMkLst>
      </pc:sldChg>
      <pc:sldChg chg="add del setBg">
        <pc:chgData name="Prentys Assis" userId="9e9e1f5991e00f07" providerId="LiveId" clId="{DD0B6604-A160-45AB-9063-FB85CEC359B6}" dt="2024-05-10T07:19:27.381" v="5301" actId="47"/>
        <pc:sldMkLst>
          <pc:docMk/>
          <pc:sldMk cId="1054131813" sldId="272"/>
        </pc:sldMkLst>
      </pc:sldChg>
      <pc:sldChg chg="addSp delSp modSp add mod delAnim modAnim">
        <pc:chgData name="Prentys Assis" userId="9e9e1f5991e00f07" providerId="LiveId" clId="{DD0B6604-A160-45AB-9063-FB85CEC359B6}" dt="2024-05-10T08:33:43.150" v="6606" actId="20577"/>
        <pc:sldMkLst>
          <pc:docMk/>
          <pc:sldMk cId="506321237" sldId="273"/>
        </pc:sldMkLst>
      </pc:sldChg>
      <pc:sldChg chg="add del">
        <pc:chgData name="Prentys Assis" userId="9e9e1f5991e00f07" providerId="LiveId" clId="{DD0B6604-A160-45AB-9063-FB85CEC359B6}" dt="2024-05-10T07:21:41.840" v="5355" actId="47"/>
        <pc:sldMkLst>
          <pc:docMk/>
          <pc:sldMk cId="2257986639" sldId="273"/>
        </pc:sldMkLst>
      </pc:sldChg>
      <pc:sldChg chg="add del setBg">
        <pc:chgData name="Prentys Assis" userId="9e9e1f5991e00f07" providerId="LiveId" clId="{DD0B6604-A160-45AB-9063-FB85CEC359B6}" dt="2024-05-10T07:21:36.609" v="5353" actId="47"/>
        <pc:sldMkLst>
          <pc:docMk/>
          <pc:sldMk cId="3677267483" sldId="273"/>
        </pc:sldMkLst>
      </pc:sldChg>
      <pc:sldChg chg="addSp modSp add mod ord modTransition modAnim">
        <pc:chgData name="Prentys Assis" userId="9e9e1f5991e00f07" providerId="LiveId" clId="{DD0B6604-A160-45AB-9063-FB85CEC359B6}" dt="2024-05-10T08:34:01.737" v="6633" actId="1076"/>
        <pc:sldMkLst>
          <pc:docMk/>
          <pc:sldMk cId="1161283297" sldId="274"/>
        </pc:sldMkLst>
      </pc:sldChg>
      <pc:sldChg chg="add del">
        <pc:chgData name="Prentys Assis" userId="9e9e1f5991e00f07" providerId="LiveId" clId="{DD0B6604-A160-45AB-9063-FB85CEC359B6}" dt="2024-05-10T08:31:30.331" v="6263" actId="47"/>
        <pc:sldMkLst>
          <pc:docMk/>
          <pc:sldMk cId="3965827750" sldId="275"/>
        </pc:sldMkLst>
      </pc:sldChg>
      <pc:sldChg chg="addSp delSp modSp add mod delAnim modAnim">
        <pc:chgData name="Prentys Assis" userId="9e9e1f5991e00f07" providerId="LiveId" clId="{DD0B6604-A160-45AB-9063-FB85CEC359B6}" dt="2024-05-10T08:35:56.317" v="6711" actId="108"/>
        <pc:sldMkLst>
          <pc:docMk/>
          <pc:sldMk cId="1861124489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AB2C2-19B6-4065-80C2-F0F0AFFF05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F3F94-CD9B-457F-B2A9-6F2C34383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435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3F94-CD9B-457F-B2A9-6F2C34383F1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662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3F94-CD9B-457F-B2A9-6F2C34383F1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063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3F94-CD9B-457F-B2A9-6F2C34383F1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302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3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7.sv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1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8.png"/><Relationship Id="rId3" Type="http://schemas.openxmlformats.org/officeDocument/2006/relationships/image" Target="../media/image7.png"/><Relationship Id="rId7" Type="http://schemas.openxmlformats.org/officeDocument/2006/relationships/image" Target="../media/image33.png"/><Relationship Id="rId12" Type="http://schemas.openxmlformats.org/officeDocument/2006/relationships/image" Target="../media/image3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11" Type="http://schemas.openxmlformats.org/officeDocument/2006/relationships/image" Target="../media/image30.png"/><Relationship Id="rId5" Type="http://schemas.openxmlformats.org/officeDocument/2006/relationships/image" Target="../media/image31.png"/><Relationship Id="rId15" Type="http://schemas.openxmlformats.org/officeDocument/2006/relationships/image" Target="../media/image40.svg"/><Relationship Id="rId10" Type="http://schemas.openxmlformats.org/officeDocument/2006/relationships/image" Target="../media/image36.svg"/><Relationship Id="rId4" Type="http://schemas.openxmlformats.org/officeDocument/2006/relationships/image" Target="../media/image8.svg"/><Relationship Id="rId9" Type="http://schemas.openxmlformats.org/officeDocument/2006/relationships/image" Target="../media/image35.png"/><Relationship Id="rId1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9.png"/><Relationship Id="rId7" Type="http://schemas.openxmlformats.org/officeDocument/2006/relationships/image" Target="../media/image33.png"/><Relationship Id="rId12" Type="http://schemas.openxmlformats.org/officeDocument/2006/relationships/hyperlink" Target="https://www.iplocation.ne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11" Type="http://schemas.openxmlformats.org/officeDocument/2006/relationships/image" Target="../media/image41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40.sv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microsoft.com/office/2007/relationships/hdphoto" Target="../media/hdphoto1.wdp"/><Relationship Id="rId7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49.sv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hdphoto" Target="../media/hdphoto1.wdp"/><Relationship Id="rId7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1.svg"/><Relationship Id="rId7" Type="http://schemas.openxmlformats.org/officeDocument/2006/relationships/image" Target="../media/image52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5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21.svg"/><Relationship Id="rId5" Type="http://schemas.openxmlformats.org/officeDocument/2006/relationships/image" Target="../media/image54.svg"/><Relationship Id="rId10" Type="http://schemas.openxmlformats.org/officeDocument/2006/relationships/image" Target="../media/image20.png"/><Relationship Id="rId4" Type="http://schemas.openxmlformats.org/officeDocument/2006/relationships/image" Target="../media/image53.png"/><Relationship Id="rId9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5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9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19820" y="4494566"/>
            <a:ext cx="11448361" cy="314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</a:pPr>
            <a:r>
              <a:rPr lang="en-US" sz="10537">
                <a:solidFill>
                  <a:srgbClr val="0E073F"/>
                </a:solidFill>
                <a:latin typeface="Agrandir Bold"/>
              </a:rPr>
              <a:t>Como a Internet funciona?</a:t>
            </a:r>
          </a:p>
        </p:txBody>
      </p:sp>
      <p:sp>
        <p:nvSpPr>
          <p:cNvPr id="3" name="Freeform 3"/>
          <p:cNvSpPr/>
          <p:nvPr/>
        </p:nvSpPr>
        <p:spPr>
          <a:xfrm>
            <a:off x="14324762" y="847376"/>
            <a:ext cx="4455250" cy="3993524"/>
          </a:xfrm>
          <a:custGeom>
            <a:avLst/>
            <a:gdLst/>
            <a:ahLst/>
            <a:cxnLst/>
            <a:rect l="l" t="t" r="r" b="b"/>
            <a:pathLst>
              <a:path w="4455250" h="3993524">
                <a:moveTo>
                  <a:pt x="0" y="0"/>
                </a:moveTo>
                <a:lnTo>
                  <a:pt x="4455250" y="0"/>
                </a:lnTo>
                <a:lnTo>
                  <a:pt x="4455250" y="3993525"/>
                </a:lnTo>
                <a:lnTo>
                  <a:pt x="0" y="39935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7249057" y="4028838"/>
            <a:ext cx="3423905" cy="32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1"/>
              </a:lnSpc>
              <a:spcBef>
                <a:spcPct val="0"/>
              </a:spcBef>
            </a:pPr>
            <a:r>
              <a:rPr lang="en-US" sz="1644">
                <a:solidFill>
                  <a:srgbClr val="FFFFFF"/>
                </a:solidFill>
                <a:latin typeface="Agrandir Bold"/>
              </a:rPr>
              <a:t>Prentys Assis</a:t>
            </a:r>
          </a:p>
        </p:txBody>
      </p:sp>
      <p:sp>
        <p:nvSpPr>
          <p:cNvPr id="5" name="AutoShape 5"/>
          <p:cNvSpPr/>
          <p:nvPr/>
        </p:nvSpPr>
        <p:spPr>
          <a:xfrm>
            <a:off x="14224635" y="8720122"/>
            <a:ext cx="4345195" cy="0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7772149" y="2838252"/>
            <a:ext cx="2499518" cy="8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5515" dirty="0">
                <a:solidFill>
                  <a:srgbClr val="FFFFFF"/>
                </a:solidFill>
                <a:latin typeface="Agrandir Grand Medium"/>
              </a:rPr>
              <a:t>END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32651" y="2402818"/>
            <a:ext cx="2656717" cy="552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2"/>
              </a:lnSpc>
            </a:pPr>
            <a:r>
              <a:rPr lang="en-US" sz="5176" spc="-471" dirty="0">
                <a:solidFill>
                  <a:srgbClr val="0E073F"/>
                </a:solidFill>
                <a:latin typeface="Montserrat Ultra-Bold"/>
              </a:rPr>
              <a:t>Front</a:t>
            </a:r>
          </a:p>
        </p:txBody>
      </p:sp>
      <p:sp>
        <p:nvSpPr>
          <p:cNvPr id="8" name="Freeform 8"/>
          <p:cNvSpPr/>
          <p:nvPr/>
        </p:nvSpPr>
        <p:spPr>
          <a:xfrm>
            <a:off x="7432048" y="2335092"/>
            <a:ext cx="436609" cy="1140889"/>
          </a:xfrm>
          <a:custGeom>
            <a:avLst/>
            <a:gdLst/>
            <a:ahLst/>
            <a:cxnLst/>
            <a:rect l="l" t="t" r="r" b="b"/>
            <a:pathLst>
              <a:path w="436609" h="1140889">
                <a:moveTo>
                  <a:pt x="0" y="0"/>
                </a:moveTo>
                <a:lnTo>
                  <a:pt x="436609" y="0"/>
                </a:lnTo>
                <a:lnTo>
                  <a:pt x="436609" y="1140889"/>
                </a:lnTo>
                <a:lnTo>
                  <a:pt x="0" y="11408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0334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10053362" y="2335092"/>
            <a:ext cx="436609" cy="1140889"/>
          </a:xfrm>
          <a:custGeom>
            <a:avLst/>
            <a:gdLst/>
            <a:ahLst/>
            <a:cxnLst/>
            <a:rect l="l" t="t" r="r" b="b"/>
            <a:pathLst>
              <a:path w="436609" h="1140889">
                <a:moveTo>
                  <a:pt x="0" y="0"/>
                </a:moveTo>
                <a:lnTo>
                  <a:pt x="436609" y="0"/>
                </a:lnTo>
                <a:lnTo>
                  <a:pt x="436609" y="1140889"/>
                </a:lnTo>
                <a:lnTo>
                  <a:pt x="0" y="11408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1767" r="-157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-1600092" y="6778832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5"/>
                </a:lnTo>
                <a:lnTo>
                  <a:pt x="0" y="44821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 flipH="1">
            <a:off x="-960629" y="198819"/>
            <a:ext cx="4380449" cy="4571626"/>
          </a:xfrm>
          <a:custGeom>
            <a:avLst/>
            <a:gdLst/>
            <a:ahLst/>
            <a:cxnLst/>
            <a:rect l="l" t="t" r="r" b="b"/>
            <a:pathLst>
              <a:path w="4380449" h="4571626">
                <a:moveTo>
                  <a:pt x="4380449" y="0"/>
                </a:moveTo>
                <a:lnTo>
                  <a:pt x="0" y="0"/>
                </a:lnTo>
                <a:lnTo>
                  <a:pt x="0" y="4571625"/>
                </a:lnTo>
                <a:lnTo>
                  <a:pt x="4380449" y="4571625"/>
                </a:lnTo>
                <a:lnTo>
                  <a:pt x="4380449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Freeform 12"/>
          <p:cNvSpPr/>
          <p:nvPr/>
        </p:nvSpPr>
        <p:spPr>
          <a:xfrm>
            <a:off x="7650352" y="8505298"/>
            <a:ext cx="4484110" cy="2755690"/>
          </a:xfrm>
          <a:custGeom>
            <a:avLst/>
            <a:gdLst/>
            <a:ahLst/>
            <a:cxnLst/>
            <a:rect l="l" t="t" r="r" b="b"/>
            <a:pathLst>
              <a:path w="4484110" h="2755690">
                <a:moveTo>
                  <a:pt x="0" y="0"/>
                </a:moveTo>
                <a:lnTo>
                  <a:pt x="4484110" y="0"/>
                </a:lnTo>
                <a:lnTo>
                  <a:pt x="4484110" y="2755689"/>
                </a:lnTo>
                <a:lnTo>
                  <a:pt x="0" y="27556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606543"/>
            <a:ext cx="7122750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396502" y="513502"/>
            <a:ext cx="9289020" cy="75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4122" dirty="0" err="1">
                <a:solidFill>
                  <a:srgbClr val="FFFFFF"/>
                </a:solidFill>
                <a:latin typeface="Montserrat Classic"/>
              </a:rPr>
              <a:t>Resumão</a:t>
            </a:r>
            <a:endParaRPr lang="en-US" sz="4122" dirty="0">
              <a:solidFill>
                <a:srgbClr val="FFFFFF"/>
              </a:solidFill>
              <a:latin typeface="Montserrat Classic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3F9EFDB-F3C8-10F3-7CE9-EFF78E202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042" y="1046902"/>
            <a:ext cx="7072858" cy="729699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A0B5D75-4181-4E86-BF3A-48CC2E5F69EF}"/>
              </a:ext>
            </a:extLst>
          </p:cNvPr>
          <p:cNvSpPr txBox="1"/>
          <p:nvPr/>
        </p:nvSpPr>
        <p:spPr>
          <a:xfrm>
            <a:off x="1271042" y="1562100"/>
            <a:ext cx="9414480" cy="589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Qual o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nome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da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primeira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rede e que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futuramente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viria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ser a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nossa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internet?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FE266D-83E7-4D7B-EBF2-93C4783CDF03}"/>
              </a:ext>
            </a:extLst>
          </p:cNvPr>
          <p:cNvSpPr txBox="1"/>
          <p:nvPr/>
        </p:nvSpPr>
        <p:spPr>
          <a:xfrm>
            <a:off x="1271042" y="2039764"/>
            <a:ext cx="9144000" cy="589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1924" lvl="2">
              <a:lnSpc>
                <a:spcPts val="4657"/>
              </a:lnSpc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Montserrat Classic"/>
              </a:rPr>
              <a:t>ARPANET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A84BF52-5AB7-FFCC-EDAD-BD3A69281468}"/>
              </a:ext>
            </a:extLst>
          </p:cNvPr>
          <p:cNvSpPr txBox="1"/>
          <p:nvPr/>
        </p:nvSpPr>
        <p:spPr>
          <a:xfrm>
            <a:off x="1271042" y="43053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724" lvl="1" algn="l"/>
            <a:r>
              <a:rPr lang="en-US" dirty="0">
                <a:solidFill>
                  <a:srgbClr val="FFFFFF"/>
                </a:solidFill>
                <a:latin typeface="Montserrat Classic"/>
              </a:rPr>
              <a:t>3. Qual o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nome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do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protocolo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localização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identificação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que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usamos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até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hoje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mas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foi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criado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no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início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da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década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de 60?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BEAF40-6DFB-2FE5-41DA-17BC17693F2F}"/>
              </a:ext>
            </a:extLst>
          </p:cNvPr>
          <p:cNvSpPr txBox="1"/>
          <p:nvPr/>
        </p:nvSpPr>
        <p:spPr>
          <a:xfrm>
            <a:off x="1271042" y="4782964"/>
            <a:ext cx="9144000" cy="589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1924" lvl="2">
              <a:lnSpc>
                <a:spcPts val="4657"/>
              </a:lnSpc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Montserrat Classic"/>
              </a:rPr>
              <a:t>TCP/IP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55837C4-CC0B-10A7-9C36-17B942D69FAF}"/>
              </a:ext>
            </a:extLst>
          </p:cNvPr>
          <p:cNvSpPr txBox="1"/>
          <p:nvPr/>
        </p:nvSpPr>
        <p:spPr>
          <a:xfrm>
            <a:off x="1271042" y="2911729"/>
            <a:ext cx="9144000" cy="53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724" lvl="1" algn="l"/>
            <a:r>
              <a:rPr lang="en-US" sz="1800" dirty="0">
                <a:solidFill>
                  <a:srgbClr val="FFFFFF"/>
                </a:solidFill>
                <a:latin typeface="Montserrat Classic"/>
              </a:rPr>
              <a:t>2. Qual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nome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se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dá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a “lingua” que é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criada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para que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os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computadores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se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comuniquem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de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maneira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 Classic"/>
              </a:rPr>
              <a:t>correta</a:t>
            </a:r>
            <a:r>
              <a:rPr lang="en-US" sz="1800" dirty="0">
                <a:solidFill>
                  <a:srgbClr val="FFFFFF"/>
                </a:solidFill>
                <a:latin typeface="Montserrat Classic"/>
              </a:rPr>
              <a:t>?</a:t>
            </a:r>
            <a:endParaRPr lang="en-US" dirty="0">
              <a:solidFill>
                <a:srgbClr val="FFFFFF"/>
              </a:solidFill>
              <a:latin typeface="Montserrat Classic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A1165D7-E6F2-7F77-724A-9045E26D4EBB}"/>
              </a:ext>
            </a:extLst>
          </p:cNvPr>
          <p:cNvSpPr txBox="1"/>
          <p:nvPr/>
        </p:nvSpPr>
        <p:spPr>
          <a:xfrm>
            <a:off x="1271042" y="3444972"/>
            <a:ext cx="9144000" cy="59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1924" lvl="2">
              <a:lnSpc>
                <a:spcPts val="4657"/>
              </a:lnSpc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Montserrat Classic"/>
              </a:rPr>
              <a:t>PROTOCOLO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C82DF70-3FAC-413D-8393-FEAD6E53A897}"/>
              </a:ext>
            </a:extLst>
          </p:cNvPr>
          <p:cNvSpPr txBox="1"/>
          <p:nvPr/>
        </p:nvSpPr>
        <p:spPr>
          <a:xfrm>
            <a:off x="1271042" y="5759929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724" lvl="1" algn="l"/>
            <a:r>
              <a:rPr lang="en-US" dirty="0">
                <a:solidFill>
                  <a:srgbClr val="FFFFFF"/>
                </a:solidFill>
                <a:latin typeface="Montserrat Classic"/>
              </a:rPr>
              <a:t>4. O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caminho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percorrido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pela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informação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na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internet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84CD6E3-5A3E-E9C8-019E-62B2CEDE85CA}"/>
              </a:ext>
            </a:extLst>
          </p:cNvPr>
          <p:cNvSpPr txBox="1"/>
          <p:nvPr/>
        </p:nvSpPr>
        <p:spPr>
          <a:xfrm>
            <a:off x="1271042" y="5957678"/>
            <a:ext cx="9144000" cy="589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1924" lvl="2">
              <a:lnSpc>
                <a:spcPts val="4657"/>
              </a:lnSpc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Montserrat Classic"/>
              </a:rPr>
              <a:t>ROTA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ED6B83C-1EA7-066C-F2F4-05CF36566B63}"/>
              </a:ext>
            </a:extLst>
          </p:cNvPr>
          <p:cNvSpPr txBox="1"/>
          <p:nvPr/>
        </p:nvSpPr>
        <p:spPr>
          <a:xfrm>
            <a:off x="1271042" y="6922458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724" lvl="1"/>
            <a:r>
              <a:rPr lang="en-US" dirty="0">
                <a:solidFill>
                  <a:srgbClr val="FFFFFF"/>
                </a:solidFill>
                <a:latin typeface="Montserrat Classic"/>
              </a:rPr>
              <a:t>5.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Embora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uma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parte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da internet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seja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composta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por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satélites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torres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de cellular, a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parte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que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compõe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mais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90% do volume de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informações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é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realizada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por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ontserrat Classic"/>
              </a:rPr>
              <a:t>onde</a:t>
            </a:r>
            <a:r>
              <a:rPr lang="en-US" dirty="0">
                <a:solidFill>
                  <a:srgbClr val="FFFFFF"/>
                </a:solidFill>
                <a:latin typeface="Montserrat Classic"/>
              </a:rPr>
              <a:t>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3B8B5B7-2A8F-26BC-07FE-ABECAB5DB1FD}"/>
              </a:ext>
            </a:extLst>
          </p:cNvPr>
          <p:cNvSpPr txBox="1"/>
          <p:nvPr/>
        </p:nvSpPr>
        <p:spPr>
          <a:xfrm>
            <a:off x="1271042" y="7709462"/>
            <a:ext cx="9144000" cy="30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1924" lvl="2">
              <a:lnSpc>
                <a:spcPts val="4657"/>
              </a:lnSpc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Montserrat Classic"/>
              </a:rPr>
              <a:t>CABOS SUBMARINOS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build="p"/>
      <p:bldP spid="13" grpId="0"/>
      <p:bldP spid="14" grpId="0"/>
      <p:bldP spid="15" grpId="0"/>
      <p:bldP spid="16" grpId="0" build="p"/>
      <p:bldP spid="17" grpId="0"/>
      <p:bldP spid="18" grpId="0" build="p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606543"/>
            <a:ext cx="7122750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396502" y="513502"/>
            <a:ext cx="9289020" cy="7888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4122" dirty="0" err="1">
                <a:solidFill>
                  <a:srgbClr val="FFFFFF"/>
                </a:solidFill>
                <a:latin typeface="Montserrat Classic"/>
              </a:rPr>
              <a:t>Sumário</a:t>
            </a:r>
            <a:endParaRPr lang="en-US" sz="4122" dirty="0">
              <a:solidFill>
                <a:srgbClr val="FFFFFF"/>
              </a:solidFill>
              <a:latin typeface="Montserrat Classic"/>
            </a:endParaRPr>
          </a:p>
          <a:p>
            <a:pPr algn="l">
              <a:lnSpc>
                <a:spcPts val="4327"/>
              </a:lnSpc>
            </a:pPr>
            <a:endParaRPr lang="en-US" sz="4122" dirty="0">
              <a:solidFill>
                <a:srgbClr val="FFFFFF"/>
              </a:solidFill>
              <a:latin typeface="Montserrat Classic"/>
            </a:endParaRPr>
          </a:p>
          <a:p>
            <a:pPr algn="l">
              <a:lnSpc>
                <a:spcPts val="4657"/>
              </a:lnSpc>
            </a:pPr>
            <a:endParaRPr lang="en-US" sz="4122" dirty="0">
              <a:solidFill>
                <a:srgbClr val="FFFFFF"/>
              </a:solidFill>
              <a:latin typeface="Montserrat Classic"/>
            </a:endParaRP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O que é bit e byte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múltiplos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do byte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Como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nos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conectamos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na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Internet?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O que é um modem?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Como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chegamos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aos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servidores</a:t>
            </a:r>
            <a:endParaRPr lang="en-US" sz="2822" dirty="0">
              <a:solidFill>
                <a:srgbClr val="FFFFFF"/>
              </a:solidFill>
              <a:latin typeface="Montserrat Classic"/>
            </a:endParaRP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Como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descobrir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meu IP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Como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descobrir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o IP de um site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O que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são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os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servidores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DNS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passo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a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passo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do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funcionamento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da Internet</a:t>
            </a:r>
          </a:p>
          <a:p>
            <a:pPr marL="609447" lvl="1" indent="-304723" algn="l">
              <a:lnSpc>
                <a:spcPts val="4657"/>
              </a:lnSpc>
              <a:buAutoNum type="arabicPeriod"/>
            </a:pP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Entendendo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as </a:t>
            </a:r>
            <a:r>
              <a:rPr lang="en-US" sz="2822" dirty="0" err="1">
                <a:solidFill>
                  <a:srgbClr val="FFFFFF"/>
                </a:solidFill>
                <a:latin typeface="Montserrat Classic"/>
              </a:rPr>
              <a:t>rotas</a:t>
            </a:r>
            <a:r>
              <a:rPr lang="en-US" sz="2822" dirty="0">
                <a:solidFill>
                  <a:srgbClr val="FFFFFF"/>
                </a:solidFill>
                <a:latin typeface="Montserrat Classic"/>
              </a:rPr>
              <a:t> da Internet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1025" y="-105170"/>
            <a:ext cx="7933413" cy="9363470"/>
          </a:xfrm>
          <a:custGeom>
            <a:avLst/>
            <a:gdLst/>
            <a:ahLst/>
            <a:cxnLst/>
            <a:rect l="l" t="t" r="r" b="b"/>
            <a:pathLst>
              <a:path w="7933413" h="9363470">
                <a:moveTo>
                  <a:pt x="0" y="0"/>
                </a:moveTo>
                <a:lnTo>
                  <a:pt x="7933413" y="0"/>
                </a:lnTo>
                <a:lnTo>
                  <a:pt x="7933413" y="9363470"/>
                </a:lnTo>
                <a:lnTo>
                  <a:pt x="0" y="9363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93653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683483" y="3334706"/>
            <a:ext cx="7585634" cy="6090438"/>
            <a:chOff x="0" y="0"/>
            <a:chExt cx="7467600" cy="59956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t="-9411" b="-941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63387" y="739704"/>
            <a:ext cx="13194836" cy="122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949" dirty="0">
                <a:solidFill>
                  <a:srgbClr val="0E073F"/>
                </a:solidFill>
                <a:latin typeface="Agrandir Bold"/>
              </a:rPr>
              <a:t>O que é um </a:t>
            </a:r>
            <a:r>
              <a:rPr lang="en-US" sz="5949" dirty="0" err="1">
                <a:solidFill>
                  <a:srgbClr val="0E073F"/>
                </a:solidFill>
                <a:latin typeface="Agrandir Bold"/>
              </a:rPr>
              <a:t>computador</a:t>
            </a:r>
            <a:r>
              <a:rPr lang="en-US" sz="5949" dirty="0">
                <a:solidFill>
                  <a:srgbClr val="0E073F"/>
                </a:solidFill>
                <a:latin typeface="Agrandir Bold"/>
              </a:rPr>
              <a:t>?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Agrandir Bold"/>
              </a:rPr>
              <a:t>Vamos </a:t>
            </a:r>
            <a:r>
              <a:rPr lang="en-US" sz="2000" dirty="0" err="1">
                <a:solidFill>
                  <a:schemeClr val="bg1"/>
                </a:solidFill>
                <a:latin typeface="Agrandir Bold"/>
              </a:rPr>
              <a:t>entender</a:t>
            </a:r>
            <a:r>
              <a:rPr lang="en-US" sz="2000" dirty="0">
                <a:solidFill>
                  <a:schemeClr val="bg1"/>
                </a:solidFill>
                <a:latin typeface="Agrandir Bold"/>
              </a:rPr>
              <a:t> o que </a:t>
            </a:r>
            <a:r>
              <a:rPr lang="en-US" sz="2000" dirty="0" err="1">
                <a:solidFill>
                  <a:schemeClr val="bg1"/>
                </a:solidFill>
                <a:latin typeface="Agrandir Bold"/>
              </a:rPr>
              <a:t>ele</a:t>
            </a:r>
            <a:r>
              <a:rPr lang="en-US" sz="2000" dirty="0">
                <a:solidFill>
                  <a:schemeClr val="bg1"/>
                </a:solidFill>
                <a:latin typeface="Agrandir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grandir Bold"/>
              </a:rPr>
              <a:t>realmente</a:t>
            </a:r>
            <a:r>
              <a:rPr lang="en-US" sz="2000" dirty="0">
                <a:solidFill>
                  <a:schemeClr val="bg1"/>
                </a:solidFill>
                <a:latin typeface="Agrandir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grandir Bold"/>
              </a:rPr>
              <a:t>funciona</a:t>
            </a:r>
            <a:r>
              <a:rPr lang="en-US" sz="2000" dirty="0">
                <a:solidFill>
                  <a:schemeClr val="bg1"/>
                </a:solidFill>
                <a:latin typeface="Agrandir Bold"/>
              </a:rPr>
              <a:t>.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86C09A2-C01E-4485-A85E-F7DA69200499}"/>
              </a:ext>
            </a:extLst>
          </p:cNvPr>
          <p:cNvGrpSpPr/>
          <p:nvPr/>
        </p:nvGrpSpPr>
        <p:grpSpPr>
          <a:xfrm>
            <a:off x="10896600" y="3579292"/>
            <a:ext cx="6578823" cy="5233907"/>
            <a:chOff x="10896600" y="3579292"/>
            <a:chExt cx="6578823" cy="5233907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6421899B-52B2-2334-84CE-699F2034C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49200" y="3579292"/>
              <a:ext cx="3400425" cy="4095750"/>
            </a:xfrm>
            <a:prstGeom prst="rect">
              <a:avLst/>
            </a:prstGeom>
          </p:spPr>
        </p:pic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266022A9-6D37-BD35-59D5-FE7ACC362740}"/>
                </a:ext>
              </a:extLst>
            </p:cNvPr>
            <p:cNvSpPr txBox="1"/>
            <p:nvPr/>
          </p:nvSpPr>
          <p:spPr>
            <a:xfrm>
              <a:off x="10896600" y="7735596"/>
              <a:ext cx="6578823" cy="10776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92"/>
                </a:lnSpc>
                <a:spcBef>
                  <a:spcPct val="0"/>
                </a:spcBef>
              </a:pPr>
              <a:r>
                <a:rPr lang="en-US" sz="2722" u="none" dirty="0">
                  <a:solidFill>
                    <a:srgbClr val="FFFFFF"/>
                  </a:solidFill>
                  <a:latin typeface="Montserrat Classic"/>
                </a:rPr>
                <a:t>“O </a:t>
              </a:r>
              <a:r>
                <a:rPr lang="en-US" sz="2722" u="none" dirty="0" err="1">
                  <a:solidFill>
                    <a:srgbClr val="FFFFFF"/>
                  </a:solidFill>
                  <a:latin typeface="Montserrat Classic"/>
                </a:rPr>
                <a:t>computador</a:t>
              </a:r>
              <a:r>
                <a:rPr lang="en-US" sz="2722" u="none" dirty="0">
                  <a:solidFill>
                    <a:srgbClr val="FFFFFF"/>
                  </a:solidFill>
                  <a:latin typeface="Montserrat Classic"/>
                </a:rPr>
                <a:t> é </a:t>
              </a:r>
              <a:r>
                <a:rPr lang="en-US" sz="2722" dirty="0">
                  <a:solidFill>
                    <a:srgbClr val="FFFFFF"/>
                  </a:solidFill>
                  <a:latin typeface="Montserrat Classic"/>
                </a:rPr>
                <a:t>um burro </a:t>
              </a:r>
              <a:r>
                <a:rPr lang="en-US" sz="2722" dirty="0" err="1">
                  <a:solidFill>
                    <a:srgbClr val="FFFFFF"/>
                  </a:solidFill>
                  <a:latin typeface="Montserrat Classic"/>
                </a:rPr>
                <a:t>muito</a:t>
              </a:r>
              <a:r>
                <a:rPr lang="en-US" sz="2722" dirty="0">
                  <a:solidFill>
                    <a:srgbClr val="FFFFFF"/>
                  </a:solidFill>
                  <a:latin typeface="Montserrat Classic"/>
                </a:rPr>
                <a:t> </a:t>
              </a:r>
              <a:r>
                <a:rPr lang="en-US" sz="2722" dirty="0" err="1">
                  <a:solidFill>
                    <a:srgbClr val="FFFFFF"/>
                  </a:solidFill>
                  <a:latin typeface="Montserrat Classic"/>
                </a:rPr>
                <a:t>rápido</a:t>
              </a:r>
              <a:r>
                <a:rPr lang="en-US" sz="2722" dirty="0">
                  <a:solidFill>
                    <a:srgbClr val="FFFFFF"/>
                  </a:solidFill>
                  <a:latin typeface="Montserrat Classic"/>
                </a:rPr>
                <a:t>”</a:t>
              </a:r>
              <a:endParaRPr lang="en-US" sz="2722" u="none" dirty="0">
                <a:solidFill>
                  <a:srgbClr val="FFFFFF"/>
                </a:solidFill>
                <a:latin typeface="Montserrat Classic"/>
              </a:endParaRPr>
            </a:p>
          </p:txBody>
        </p:sp>
      </p:grp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2683483" y="3334706"/>
            <a:ext cx="7585634" cy="6096888"/>
            <a:chOff x="0" y="0"/>
            <a:chExt cx="7467600" cy="60020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A3D538AD-5B29-AB8E-1BF5-C725B78EBB0B}"/>
              </a:ext>
            </a:extLst>
          </p:cNvPr>
          <p:cNvGrpSpPr/>
          <p:nvPr/>
        </p:nvGrpSpPr>
        <p:grpSpPr>
          <a:xfrm>
            <a:off x="13463277" y="539679"/>
            <a:ext cx="3330381" cy="2990157"/>
            <a:chOff x="13463277" y="539679"/>
            <a:chExt cx="3330381" cy="2990157"/>
          </a:xfrm>
        </p:grpSpPr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261B2875-B1BF-FDC3-545A-8BE0FA94FBCD}"/>
                </a:ext>
              </a:extLst>
            </p:cNvPr>
            <p:cNvSpPr txBox="1"/>
            <p:nvPr/>
          </p:nvSpPr>
          <p:spPr>
            <a:xfrm>
              <a:off x="13463277" y="539679"/>
              <a:ext cx="1094858" cy="2990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1"/>
                </a:lnSpc>
              </a:pPr>
              <a:r>
                <a:rPr lang="en-US" sz="17451" dirty="0">
                  <a:solidFill>
                    <a:srgbClr val="0E073F"/>
                  </a:solidFill>
                  <a:latin typeface="Anton"/>
                </a:rPr>
                <a:t>0</a:t>
              </a:r>
            </a:p>
          </p:txBody>
        </p:sp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7390A193-DA5F-9A59-F24F-816413053D6B}"/>
                </a:ext>
              </a:extLst>
            </p:cNvPr>
            <p:cNvSpPr txBox="1"/>
            <p:nvPr/>
          </p:nvSpPr>
          <p:spPr>
            <a:xfrm>
              <a:off x="16060073" y="539679"/>
              <a:ext cx="733585" cy="2990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1"/>
                </a:lnSpc>
              </a:pPr>
              <a:r>
                <a:rPr lang="en-US" sz="17451" dirty="0">
                  <a:solidFill>
                    <a:srgbClr val="0E073F"/>
                  </a:solidFill>
                  <a:latin typeface="Anton"/>
                </a:rPr>
                <a:t>1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C5E82177-D554-39D3-611E-100E2EFF6AC7}"/>
              </a:ext>
            </a:extLst>
          </p:cNvPr>
          <p:cNvGrpSpPr/>
          <p:nvPr/>
        </p:nvGrpSpPr>
        <p:grpSpPr>
          <a:xfrm>
            <a:off x="2895600" y="3543300"/>
            <a:ext cx="7162800" cy="4267200"/>
            <a:chOff x="2895600" y="3543300"/>
            <a:chExt cx="7162800" cy="4267200"/>
          </a:xfrm>
        </p:grpSpPr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9F70B6C1-E7E3-D98F-4BBA-FA91B8C80B87}"/>
                </a:ext>
              </a:extLst>
            </p:cNvPr>
            <p:cNvSpPr/>
            <p:nvPr/>
          </p:nvSpPr>
          <p:spPr>
            <a:xfrm>
              <a:off x="2895600" y="3543300"/>
              <a:ext cx="7162800" cy="426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ACACABA4-6039-BCB3-3B90-C3923C0F7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84411" y="4442092"/>
              <a:ext cx="6974655" cy="2392765"/>
            </a:xfrm>
            <a:prstGeom prst="rect">
              <a:avLst/>
            </a:prstGeom>
          </p:spPr>
        </p:pic>
      </p:grpSp>
      <p:sp>
        <p:nvSpPr>
          <p:cNvPr id="26" name="Freeform 13">
            <a:extLst>
              <a:ext uri="{FF2B5EF4-FFF2-40B4-BE49-F238E27FC236}">
                <a16:creationId xmlns:a16="http://schemas.microsoft.com/office/drawing/2014/main" id="{15370095-A819-C521-B59E-41E25C5C5886}"/>
              </a:ext>
            </a:extLst>
          </p:cNvPr>
          <p:cNvSpPr/>
          <p:nvPr/>
        </p:nvSpPr>
        <p:spPr>
          <a:xfrm>
            <a:off x="2797309" y="3529836"/>
            <a:ext cx="7348857" cy="4356864"/>
          </a:xfrm>
          <a:custGeom>
            <a:avLst/>
            <a:gdLst/>
            <a:ahLst/>
            <a:cxnLst/>
            <a:rect l="l" t="t" r="r" b="b"/>
            <a:pathLst>
              <a:path w="6827520" h="3835400">
                <a:moveTo>
                  <a:pt x="0" y="0"/>
                </a:moveTo>
                <a:lnTo>
                  <a:pt x="6827520" y="0"/>
                </a:lnTo>
                <a:lnTo>
                  <a:pt x="6827520" y="3835400"/>
                </a:lnTo>
                <a:lnTo>
                  <a:pt x="0" y="3835400"/>
                </a:lnTo>
                <a:close/>
              </a:path>
            </a:pathLst>
          </a:custGeom>
          <a:blipFill>
            <a:blip r:embed="rId3"/>
            <a:stretch>
              <a:fillRect t="-733" b="-7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8123E0BD-FEE7-5C6F-700C-071A581541F6}"/>
              </a:ext>
            </a:extLst>
          </p:cNvPr>
          <p:cNvSpPr txBox="1"/>
          <p:nvPr/>
        </p:nvSpPr>
        <p:spPr>
          <a:xfrm>
            <a:off x="1363387" y="739704"/>
            <a:ext cx="13194836" cy="122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949" dirty="0">
                <a:solidFill>
                  <a:srgbClr val="0E073F"/>
                </a:solidFill>
                <a:latin typeface="Agrandir Bold"/>
              </a:rPr>
              <a:t>O que é um </a:t>
            </a:r>
            <a:r>
              <a:rPr lang="en-US" sz="5949" dirty="0" err="1">
                <a:solidFill>
                  <a:srgbClr val="0E073F"/>
                </a:solidFill>
                <a:latin typeface="Agrandir Bold"/>
              </a:rPr>
              <a:t>computador</a:t>
            </a:r>
            <a:r>
              <a:rPr lang="en-US" sz="5949" dirty="0">
                <a:solidFill>
                  <a:srgbClr val="0E073F"/>
                </a:solidFill>
                <a:latin typeface="Agrandir Bold"/>
              </a:rPr>
              <a:t>?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Agrandir Bold"/>
              </a:rPr>
              <a:t>Vamos </a:t>
            </a:r>
            <a:r>
              <a:rPr lang="en-US" sz="2000" dirty="0" err="1">
                <a:solidFill>
                  <a:schemeClr val="bg1"/>
                </a:solidFill>
                <a:latin typeface="Agrandir Bold"/>
              </a:rPr>
              <a:t>entender</a:t>
            </a:r>
            <a:r>
              <a:rPr lang="en-US" sz="2000" dirty="0">
                <a:solidFill>
                  <a:schemeClr val="bg1"/>
                </a:solidFill>
                <a:latin typeface="Agrandir Bold"/>
              </a:rPr>
              <a:t> o que </a:t>
            </a:r>
            <a:r>
              <a:rPr lang="en-US" sz="2000" dirty="0" err="1">
                <a:solidFill>
                  <a:schemeClr val="bg1"/>
                </a:solidFill>
                <a:latin typeface="Agrandir Bold"/>
              </a:rPr>
              <a:t>ele</a:t>
            </a:r>
            <a:r>
              <a:rPr lang="en-US" sz="2000" dirty="0">
                <a:solidFill>
                  <a:schemeClr val="bg1"/>
                </a:solidFill>
                <a:latin typeface="Agrandir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grandir Bold"/>
              </a:rPr>
              <a:t>realmente</a:t>
            </a:r>
            <a:r>
              <a:rPr lang="en-US" sz="2000" dirty="0">
                <a:solidFill>
                  <a:schemeClr val="bg1"/>
                </a:solidFill>
                <a:latin typeface="Agrandir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grandir Bold"/>
              </a:rPr>
              <a:t>funciona</a:t>
            </a:r>
            <a:r>
              <a:rPr lang="en-US" sz="2000" dirty="0">
                <a:solidFill>
                  <a:schemeClr val="bg1"/>
                </a:solidFill>
                <a:latin typeface="Agrandir Bold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Agrupar 27">
            <a:extLst>
              <a:ext uri="{FF2B5EF4-FFF2-40B4-BE49-F238E27FC236}">
                <a16:creationId xmlns:a16="http://schemas.microsoft.com/office/drawing/2014/main" id="{1E20A638-F376-1A96-D7BC-C6A7D4FEA7D0}"/>
              </a:ext>
            </a:extLst>
          </p:cNvPr>
          <p:cNvGrpSpPr/>
          <p:nvPr/>
        </p:nvGrpSpPr>
        <p:grpSpPr>
          <a:xfrm>
            <a:off x="2971800" y="3547021"/>
            <a:ext cx="7162800" cy="4267200"/>
            <a:chOff x="2895600" y="3543300"/>
            <a:chExt cx="7162800" cy="4267200"/>
          </a:xfrm>
        </p:grpSpPr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7A290B67-2EB4-BE22-2650-035929A98911}"/>
                </a:ext>
              </a:extLst>
            </p:cNvPr>
            <p:cNvSpPr/>
            <p:nvPr/>
          </p:nvSpPr>
          <p:spPr>
            <a:xfrm>
              <a:off x="2895600" y="3543300"/>
              <a:ext cx="7162800" cy="426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65207CCA-0A41-3690-8889-42091E762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84411" y="4442092"/>
              <a:ext cx="6974655" cy="2392765"/>
            </a:xfrm>
            <a:prstGeom prst="rect">
              <a:avLst/>
            </a:prstGeom>
          </p:spPr>
        </p:pic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FDD61069-9B26-DCD0-1715-6EDE69FA77BF}"/>
              </a:ext>
            </a:extLst>
          </p:cNvPr>
          <p:cNvGrpSpPr/>
          <p:nvPr/>
        </p:nvGrpSpPr>
        <p:grpSpPr>
          <a:xfrm>
            <a:off x="13463277" y="539679"/>
            <a:ext cx="3330381" cy="2990157"/>
            <a:chOff x="13463277" y="539679"/>
            <a:chExt cx="3330381" cy="2990157"/>
          </a:xfrm>
        </p:grpSpPr>
        <p:sp>
          <p:nvSpPr>
            <p:cNvPr id="4" name="TextBox 4"/>
            <p:cNvSpPr txBox="1"/>
            <p:nvPr/>
          </p:nvSpPr>
          <p:spPr>
            <a:xfrm>
              <a:off x="13463277" y="539679"/>
              <a:ext cx="1094858" cy="2990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1"/>
                </a:lnSpc>
              </a:pPr>
              <a:r>
                <a:rPr lang="en-US" sz="17451" dirty="0">
                  <a:solidFill>
                    <a:srgbClr val="0E073F"/>
                  </a:solidFill>
                  <a:latin typeface="Anton"/>
                </a:rPr>
                <a:t>0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60073" y="539679"/>
              <a:ext cx="733585" cy="2990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1"/>
                </a:lnSpc>
              </a:pPr>
              <a:r>
                <a:rPr lang="en-US" sz="17451" dirty="0">
                  <a:solidFill>
                    <a:srgbClr val="0E073F"/>
                  </a:solidFill>
                  <a:latin typeface="Anton"/>
                </a:rPr>
                <a:t>1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368636" y="3453635"/>
            <a:ext cx="3890664" cy="71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2"/>
              </a:lnSpc>
            </a:pPr>
            <a:r>
              <a:rPr lang="en-US" sz="4222" dirty="0" err="1">
                <a:solidFill>
                  <a:srgbClr val="FFFFFF"/>
                </a:solidFill>
                <a:latin typeface="Open Sans Bold"/>
              </a:rPr>
              <a:t>Digito</a:t>
            </a:r>
            <a:r>
              <a:rPr lang="en-US" sz="4222" dirty="0">
                <a:solidFill>
                  <a:srgbClr val="FFFFFF"/>
                </a:solidFill>
                <a:latin typeface="Open Sans Bold"/>
              </a:rPr>
              <a:t> </a:t>
            </a:r>
            <a:r>
              <a:rPr lang="en-US" sz="4222" dirty="0" err="1">
                <a:solidFill>
                  <a:srgbClr val="FFFFFF"/>
                </a:solidFill>
                <a:latin typeface="Open Sans Bold"/>
              </a:rPr>
              <a:t>Binário</a:t>
            </a:r>
            <a:endParaRPr lang="en-US" sz="4222" dirty="0">
              <a:solidFill>
                <a:srgbClr val="FFFFFF"/>
              </a:solidFill>
              <a:latin typeface="Open Sans Bold"/>
            </a:endParaRP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479433B3-2AFC-79CB-F3D3-B905F22924C9}"/>
              </a:ext>
            </a:extLst>
          </p:cNvPr>
          <p:cNvGrpSpPr/>
          <p:nvPr/>
        </p:nvGrpSpPr>
        <p:grpSpPr>
          <a:xfrm>
            <a:off x="14439456" y="4345333"/>
            <a:ext cx="1749024" cy="2726265"/>
            <a:chOff x="14439456" y="4345333"/>
            <a:chExt cx="1749024" cy="2726265"/>
          </a:xfrm>
        </p:grpSpPr>
        <p:sp>
          <p:nvSpPr>
            <p:cNvPr id="2" name="Freeform 2"/>
            <p:cNvSpPr/>
            <p:nvPr/>
          </p:nvSpPr>
          <p:spPr>
            <a:xfrm rot="5400000">
              <a:off x="14719896" y="4656646"/>
              <a:ext cx="1283768" cy="661141"/>
            </a:xfrm>
            <a:custGeom>
              <a:avLst/>
              <a:gdLst/>
              <a:ahLst/>
              <a:cxnLst/>
              <a:rect l="l" t="t" r="r" b="b"/>
              <a:pathLst>
                <a:path w="1283768" h="661141">
                  <a:moveTo>
                    <a:pt x="0" y="0"/>
                  </a:moveTo>
                  <a:lnTo>
                    <a:pt x="1283768" y="0"/>
                  </a:lnTo>
                  <a:lnTo>
                    <a:pt x="1283768" y="661141"/>
                  </a:lnTo>
                  <a:lnTo>
                    <a:pt x="0" y="661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439456" y="5612051"/>
              <a:ext cx="1749024" cy="1459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12"/>
                </a:lnSpc>
              </a:pPr>
              <a:r>
                <a:rPr lang="en-US" sz="4222" dirty="0">
                  <a:solidFill>
                    <a:srgbClr val="F4C611"/>
                  </a:solidFill>
                  <a:latin typeface="Open Sans Bold"/>
                </a:rPr>
                <a:t>Bi</a:t>
              </a:r>
              <a:r>
                <a:rPr lang="en-US" sz="4222" dirty="0">
                  <a:solidFill>
                    <a:srgbClr val="FFFFFF"/>
                  </a:solidFill>
                  <a:latin typeface="Open Sans Bold"/>
                </a:rPr>
                <a:t>nary</a:t>
              </a:r>
            </a:p>
            <a:p>
              <a:pPr algn="ctr">
                <a:lnSpc>
                  <a:spcPts val="5912"/>
                </a:lnSpc>
              </a:pPr>
              <a:r>
                <a:rPr lang="en-US" sz="4222" dirty="0">
                  <a:solidFill>
                    <a:srgbClr val="FFFFFF"/>
                  </a:solidFill>
                  <a:latin typeface="Open Sans Bold"/>
                </a:rPr>
                <a:t>Dig</a:t>
              </a:r>
              <a:r>
                <a:rPr lang="en-US" sz="4222" dirty="0">
                  <a:solidFill>
                    <a:srgbClr val="F4C611"/>
                  </a:solidFill>
                  <a:latin typeface="Open Sans Bold"/>
                </a:rPr>
                <a:t>it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A6F1C7AC-7024-729F-4A6D-D9EE1B84BE12}"/>
              </a:ext>
            </a:extLst>
          </p:cNvPr>
          <p:cNvGrpSpPr/>
          <p:nvPr/>
        </p:nvGrpSpPr>
        <p:grpSpPr>
          <a:xfrm>
            <a:off x="14790504" y="7391016"/>
            <a:ext cx="1059096" cy="2051943"/>
            <a:chOff x="14790504" y="7391016"/>
            <a:chExt cx="1059096" cy="2051943"/>
          </a:xfrm>
        </p:grpSpPr>
        <p:sp>
          <p:nvSpPr>
            <p:cNvPr id="3" name="Freeform 3"/>
            <p:cNvSpPr/>
            <p:nvPr/>
          </p:nvSpPr>
          <p:spPr>
            <a:xfrm rot="5400000">
              <a:off x="14672084" y="7702329"/>
              <a:ext cx="1283768" cy="661141"/>
            </a:xfrm>
            <a:custGeom>
              <a:avLst/>
              <a:gdLst/>
              <a:ahLst/>
              <a:cxnLst/>
              <a:rect l="l" t="t" r="r" b="b"/>
              <a:pathLst>
                <a:path w="1283768" h="661141">
                  <a:moveTo>
                    <a:pt x="0" y="0"/>
                  </a:moveTo>
                  <a:lnTo>
                    <a:pt x="1283768" y="0"/>
                  </a:lnTo>
                  <a:lnTo>
                    <a:pt x="1283768" y="661140"/>
                  </a:lnTo>
                  <a:lnTo>
                    <a:pt x="0" y="661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790504" y="8728716"/>
              <a:ext cx="1059096" cy="7142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912"/>
                </a:lnSpc>
              </a:pPr>
              <a:r>
                <a:rPr lang="en-US" sz="4222" dirty="0">
                  <a:solidFill>
                    <a:srgbClr val="F4C611"/>
                  </a:solidFill>
                  <a:latin typeface="Open Sans Bold"/>
                </a:rPr>
                <a:t>bit</a:t>
              </a: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2683483" y="3334706"/>
            <a:ext cx="7585634" cy="6096888"/>
            <a:chOff x="0" y="0"/>
            <a:chExt cx="7467600" cy="60020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63387" y="739704"/>
            <a:ext cx="13194836" cy="188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5949">
                <a:solidFill>
                  <a:srgbClr val="0E073F"/>
                </a:solidFill>
                <a:latin typeface="Agrandir Bold"/>
              </a:rPr>
              <a:t>O que é um computador?</a:t>
            </a:r>
          </a:p>
          <a:p>
            <a:pPr algn="l">
              <a:lnSpc>
                <a:spcPts val="6723"/>
              </a:lnSpc>
            </a:pPr>
            <a:endParaRPr lang="en-US" sz="5949">
              <a:solidFill>
                <a:srgbClr val="0E073F"/>
              </a:solidFill>
              <a:latin typeface="Agrandir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4537" y="81037"/>
            <a:ext cx="6285243" cy="5531014"/>
            <a:chOff x="0" y="0"/>
            <a:chExt cx="9538824" cy="83941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38824" cy="8394165"/>
            </a:xfrm>
            <a:custGeom>
              <a:avLst/>
              <a:gdLst/>
              <a:ahLst/>
              <a:cxnLst/>
              <a:rect l="l" t="t" r="r" b="b"/>
              <a:pathLst>
                <a:path w="9538824" h="8394165">
                  <a:moveTo>
                    <a:pt x="0" y="0"/>
                  </a:moveTo>
                  <a:lnTo>
                    <a:pt x="9538824" y="0"/>
                  </a:lnTo>
                  <a:lnTo>
                    <a:pt x="9538824" y="8394165"/>
                  </a:lnTo>
                  <a:lnTo>
                    <a:pt x="0" y="8394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405743" y="709471"/>
              <a:ext cx="2201797" cy="1377124"/>
            </a:xfrm>
            <a:custGeom>
              <a:avLst/>
              <a:gdLst/>
              <a:ahLst/>
              <a:cxnLst/>
              <a:rect l="l" t="t" r="r" b="b"/>
              <a:pathLst>
                <a:path w="2201797" h="1377124">
                  <a:moveTo>
                    <a:pt x="0" y="0"/>
                  </a:moveTo>
                  <a:lnTo>
                    <a:pt x="2201798" y="0"/>
                  </a:lnTo>
                  <a:lnTo>
                    <a:pt x="2201798" y="1377124"/>
                  </a:lnTo>
                  <a:lnTo>
                    <a:pt x="0" y="1377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773" y="1013378"/>
              <a:ext cx="8653276" cy="3695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000" dirty="0" err="1">
                  <a:solidFill>
                    <a:srgbClr val="EFF0F2"/>
                  </a:solidFill>
                  <a:latin typeface="Open Sans Bold"/>
                </a:rPr>
                <a:t>Anote</a:t>
              </a:r>
              <a:r>
                <a:rPr lang="en-US" sz="2000" dirty="0">
                  <a:solidFill>
                    <a:srgbClr val="EFF0F2"/>
                  </a:solidFill>
                  <a:latin typeface="Open Sans Bold"/>
                </a:rPr>
                <a:t> no </a:t>
              </a:r>
              <a:r>
                <a:rPr lang="en-US" sz="2000" dirty="0" err="1">
                  <a:solidFill>
                    <a:srgbClr val="EFF0F2"/>
                  </a:solidFill>
                  <a:latin typeface="Open Sans Bold"/>
                </a:rPr>
                <a:t>Caderno</a:t>
              </a:r>
              <a:r>
                <a:rPr lang="en-US" sz="2000" dirty="0">
                  <a:solidFill>
                    <a:srgbClr val="EFF0F2"/>
                  </a:solidFill>
                  <a:latin typeface="Open Sans Bold"/>
                </a:rPr>
                <a:t>::</a:t>
              </a:r>
            </a:p>
            <a:p>
              <a:pPr algn="ctr">
                <a:lnSpc>
                  <a:spcPts val="3919"/>
                </a:lnSpc>
              </a:pPr>
              <a:endParaRPr lang="en-US" sz="2000" dirty="0">
                <a:solidFill>
                  <a:srgbClr val="EFF0F2"/>
                </a:solidFill>
                <a:latin typeface="Open Sans Bold"/>
              </a:endParaRPr>
            </a:p>
            <a:p>
              <a:pPr algn="l">
                <a:lnSpc>
                  <a:spcPts val="3919"/>
                </a:lnSpc>
              </a:pP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Computadores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entendem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informação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através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do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código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Binário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. A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menor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unidade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dessa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informação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é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chamada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de bit, é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pode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valor 0 </a:t>
              </a:r>
              <a:r>
                <a:rPr lang="en-US" dirty="0" err="1">
                  <a:solidFill>
                    <a:srgbClr val="000000"/>
                  </a:solidFill>
                  <a:latin typeface="Open Sans Bold"/>
                </a:rPr>
                <a:t>ou</a:t>
              </a:r>
              <a:r>
                <a:rPr lang="en-US" dirty="0">
                  <a:solidFill>
                    <a:srgbClr val="000000"/>
                  </a:solidFill>
                  <a:latin typeface="Open Sans Bold"/>
                </a:rPr>
                <a:t> 1. </a:t>
              </a:r>
              <a:endParaRPr lang="en-US" sz="2000" dirty="0">
                <a:solidFill>
                  <a:srgbClr val="000000"/>
                </a:solidFill>
                <a:latin typeface="Open Sans Bold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9636" y="895563"/>
              <a:ext cx="6227335" cy="762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43"/>
                </a:lnSpc>
              </a:pPr>
              <a:r>
                <a:rPr lang="en-US" sz="3459" u="sng">
                  <a:solidFill>
                    <a:srgbClr val="606CF5"/>
                  </a:solidFill>
                  <a:latin typeface="Open Sans Bold"/>
                </a:rPr>
                <a:t>Anote no caderno: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518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367">
            <a:off x="15770270" y="7170330"/>
            <a:ext cx="1887136" cy="2907353"/>
          </a:xfrm>
          <a:custGeom>
            <a:avLst/>
            <a:gdLst/>
            <a:ahLst/>
            <a:cxnLst/>
            <a:rect l="l" t="t" r="r" b="b"/>
            <a:pathLst>
              <a:path w="1887136" h="2907353">
                <a:moveTo>
                  <a:pt x="0" y="0"/>
                </a:moveTo>
                <a:lnTo>
                  <a:pt x="1887137" y="0"/>
                </a:lnTo>
                <a:lnTo>
                  <a:pt x="1887137" y="2907353"/>
                </a:lnTo>
                <a:lnTo>
                  <a:pt x="0" y="2907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3693903" y="-761913"/>
            <a:ext cx="4594097" cy="4117981"/>
          </a:xfrm>
          <a:custGeom>
            <a:avLst/>
            <a:gdLst/>
            <a:ahLst/>
            <a:cxnLst/>
            <a:rect l="l" t="t" r="r" b="b"/>
            <a:pathLst>
              <a:path w="4594097" h="4117981">
                <a:moveTo>
                  <a:pt x="0" y="0"/>
                </a:moveTo>
                <a:lnTo>
                  <a:pt x="4594097" y="0"/>
                </a:lnTo>
                <a:lnTo>
                  <a:pt x="4594097" y="4117981"/>
                </a:lnTo>
                <a:lnTo>
                  <a:pt x="0" y="4117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0" y="1834129"/>
            <a:ext cx="7122750" cy="0"/>
          </a:xfrm>
          <a:prstGeom prst="line">
            <a:avLst/>
          </a:prstGeom>
          <a:ln w="28575" cap="flat">
            <a:solidFill>
              <a:srgbClr val="A531B4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746023" y="3874547"/>
          <a:ext cx="12795952" cy="2514571"/>
        </p:xfrm>
        <a:graphic>
          <a:graphicData uri="http://schemas.openxmlformats.org/drawingml/2006/table">
            <a:tbl>
              <a:tblPr/>
              <a:tblGrid>
                <a:gridCol w="1599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994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4571"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 dirty="0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 dirty="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 dirty="0">
                          <a:solidFill>
                            <a:srgbClr val="000000"/>
                          </a:solidFill>
                          <a:latin typeface="Anton"/>
                        </a:rPr>
                        <a:t>1</a:t>
                      </a:r>
                      <a:endParaRPr lang="en-US" sz="1100" dirty="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>
                          <a:solidFill>
                            <a:srgbClr val="000000"/>
                          </a:solidFill>
                          <a:latin typeface="Anton"/>
                        </a:rPr>
                        <a:t>0</a:t>
                      </a:r>
                      <a:endParaRPr lang="en-US" sz="110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799"/>
                        </a:lnSpc>
                        <a:defRPr/>
                      </a:pPr>
                      <a:r>
                        <a:rPr lang="en-US" sz="6999" dirty="0">
                          <a:solidFill>
                            <a:srgbClr val="000000"/>
                          </a:solidFill>
                          <a:latin typeface="Anton"/>
                        </a:rPr>
                        <a:t>1</a:t>
                      </a:r>
                      <a:endParaRPr lang="en-US" sz="1100" dirty="0"/>
                    </a:p>
                  </a:txBody>
                  <a:tcPr marL="333228" marR="333228" marT="333228" marB="333228" anchor="ctr">
                    <a:lnL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CB61DB2-8FD4-3FD4-DDEC-A225420C86DE}"/>
              </a:ext>
            </a:extLst>
          </p:cNvPr>
          <p:cNvGrpSpPr/>
          <p:nvPr/>
        </p:nvGrpSpPr>
        <p:grpSpPr>
          <a:xfrm>
            <a:off x="2746023" y="6589142"/>
            <a:ext cx="12795953" cy="853579"/>
            <a:chOff x="2746023" y="6589142"/>
            <a:chExt cx="12795953" cy="853579"/>
          </a:xfrm>
        </p:grpSpPr>
        <p:sp>
          <p:nvSpPr>
            <p:cNvPr id="6" name="AutoShape 6"/>
            <p:cNvSpPr/>
            <p:nvPr/>
          </p:nvSpPr>
          <p:spPr>
            <a:xfrm>
              <a:off x="2746023" y="6589142"/>
              <a:ext cx="12795953" cy="0"/>
            </a:xfrm>
            <a:prstGeom prst="line">
              <a:avLst/>
            </a:prstGeom>
            <a:ln w="142875" cap="flat">
              <a:solidFill>
                <a:srgbClr val="A531B4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AutoShape 7"/>
            <p:cNvSpPr/>
            <p:nvPr/>
          </p:nvSpPr>
          <p:spPr>
            <a:xfrm>
              <a:off x="4794289" y="6589142"/>
              <a:ext cx="958250" cy="853579"/>
            </a:xfrm>
            <a:prstGeom prst="line">
              <a:avLst/>
            </a:prstGeom>
            <a:ln w="142875" cap="flat">
              <a:solidFill>
                <a:srgbClr val="A531B4"/>
              </a:solidFill>
              <a:prstDash val="sysDash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72818" y="3152810"/>
            <a:ext cx="1731783" cy="336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67"/>
              </a:lnSpc>
            </a:pPr>
            <a:r>
              <a:rPr lang="en-US" sz="19762" dirty="0">
                <a:solidFill>
                  <a:srgbClr val="A531B4"/>
                </a:solidFill>
                <a:latin typeface="Open Sans Bold"/>
              </a:rPr>
              <a:t>A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684342" y="3047954"/>
            <a:ext cx="1651348" cy="1032843"/>
          </a:xfrm>
          <a:custGeom>
            <a:avLst/>
            <a:gdLst/>
            <a:ahLst/>
            <a:cxnLst/>
            <a:rect l="l" t="t" r="r" b="b"/>
            <a:pathLst>
              <a:path w="1651348" h="1032843">
                <a:moveTo>
                  <a:pt x="0" y="0"/>
                </a:moveTo>
                <a:lnTo>
                  <a:pt x="1651348" y="0"/>
                </a:lnTo>
                <a:lnTo>
                  <a:pt x="1651348" y="1032844"/>
                </a:lnTo>
                <a:lnTo>
                  <a:pt x="0" y="1032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TextBox 16"/>
          <p:cNvSpPr txBox="1"/>
          <p:nvPr/>
        </p:nvSpPr>
        <p:spPr>
          <a:xfrm>
            <a:off x="2204601" y="355423"/>
            <a:ext cx="12172408" cy="1559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9388">
                <a:solidFill>
                  <a:srgbClr val="0E073F"/>
                </a:solidFill>
                <a:latin typeface="Agrandir Bold"/>
              </a:rPr>
              <a:t>O que é bit e Byte?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89015" y="1934141"/>
            <a:ext cx="7077958" cy="54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>
                <a:solidFill>
                  <a:srgbClr val="606CF5"/>
                </a:solidFill>
                <a:latin typeface="Agrandir Bold"/>
              </a:rPr>
              <a:t>Como o computador vê os dados?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7993" y="7064896"/>
            <a:ext cx="3022079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606CF5"/>
                </a:solidFill>
                <a:latin typeface="Open Sans Bold"/>
              </a:rPr>
              <a:t>08 bits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29605" y="7064896"/>
            <a:ext cx="2465962" cy="67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606CF5"/>
                </a:solidFill>
                <a:latin typeface="Open Sans Bold"/>
              </a:rPr>
              <a:t>==&gt; Byte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1F37807-F03E-A1C5-B154-82990D9BBAB2}"/>
              </a:ext>
            </a:extLst>
          </p:cNvPr>
          <p:cNvGrpSpPr/>
          <p:nvPr/>
        </p:nvGrpSpPr>
        <p:grpSpPr>
          <a:xfrm>
            <a:off x="472818" y="6068442"/>
            <a:ext cx="7077958" cy="3265861"/>
            <a:chOff x="472818" y="6068442"/>
            <a:chExt cx="7077958" cy="3265861"/>
          </a:xfrm>
        </p:grpSpPr>
        <p:sp>
          <p:nvSpPr>
            <p:cNvPr id="9" name="AutoShape 9"/>
            <p:cNvSpPr/>
            <p:nvPr/>
          </p:nvSpPr>
          <p:spPr>
            <a:xfrm flipH="1">
              <a:off x="1338710" y="6068442"/>
              <a:ext cx="0" cy="2555564"/>
            </a:xfrm>
            <a:prstGeom prst="line">
              <a:avLst/>
            </a:prstGeom>
            <a:ln w="142875" cap="flat">
              <a:solidFill>
                <a:srgbClr val="A531B4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2818" y="8785931"/>
              <a:ext cx="7077958" cy="548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15"/>
                </a:lnSpc>
                <a:spcBef>
                  <a:spcPct val="0"/>
                </a:spcBef>
              </a:pPr>
              <a:r>
                <a:rPr lang="en-US" sz="2725" dirty="0">
                  <a:solidFill>
                    <a:srgbClr val="606CF5"/>
                  </a:solidFill>
                  <a:latin typeface="Agrandir Bold"/>
                </a:rPr>
                <a:t>Código Multibyte: UTF-8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0D0717E-19C8-9D9B-E0C1-4F462AF90DDB}"/>
              </a:ext>
            </a:extLst>
          </p:cNvPr>
          <p:cNvGrpSpPr/>
          <p:nvPr/>
        </p:nvGrpSpPr>
        <p:grpSpPr>
          <a:xfrm>
            <a:off x="671400" y="9353353"/>
            <a:ext cx="2765622" cy="690999"/>
            <a:chOff x="671400" y="9353353"/>
            <a:chExt cx="2765622" cy="690999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24F78E1C-AF82-058C-5F47-C56B9C874FA1}"/>
                </a:ext>
              </a:extLst>
            </p:cNvPr>
            <p:cNvSpPr txBox="1"/>
            <p:nvPr/>
          </p:nvSpPr>
          <p:spPr>
            <a:xfrm>
              <a:off x="671400" y="9353889"/>
              <a:ext cx="23086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dirty="0"/>
                <a:t>Ç ^ ~ $ % # </a:t>
              </a:r>
            </a:p>
          </p:txBody>
        </p:sp>
        <p:pic>
          <p:nvPicPr>
            <p:cNvPr id="25" name="Gráfico 24" descr="Contorno de rosto diabólico com preenchimento sólido">
              <a:extLst>
                <a:ext uri="{FF2B5EF4-FFF2-40B4-BE49-F238E27FC236}">
                  <a16:creationId xmlns:a16="http://schemas.microsoft.com/office/drawing/2014/main" id="{CD867FB7-06D5-F683-3980-1FA1091EC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46023" y="9353353"/>
              <a:ext cx="690999" cy="690999"/>
            </a:xfrm>
            <a:prstGeom prst="rect">
              <a:avLst/>
            </a:prstGeom>
          </p:spPr>
        </p:pic>
      </p:grpSp>
      <p:pic>
        <p:nvPicPr>
          <p:cNvPr id="43" name="Imagem 42">
            <a:extLst>
              <a:ext uri="{FF2B5EF4-FFF2-40B4-BE49-F238E27FC236}">
                <a16:creationId xmlns:a16="http://schemas.microsoft.com/office/drawing/2014/main" id="{C20D4892-AD79-C45F-16B1-07076957C66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1154"/>
          <a:stretch/>
        </p:blipFill>
        <p:spPr>
          <a:xfrm>
            <a:off x="2731850" y="2407071"/>
            <a:ext cx="12717700" cy="135176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367">
            <a:off x="16118809" y="4324799"/>
            <a:ext cx="1475217" cy="2272744"/>
          </a:xfrm>
          <a:custGeom>
            <a:avLst/>
            <a:gdLst/>
            <a:ahLst/>
            <a:cxnLst/>
            <a:rect l="l" t="t" r="r" b="b"/>
            <a:pathLst>
              <a:path w="1475217" h="2272744">
                <a:moveTo>
                  <a:pt x="0" y="0"/>
                </a:moveTo>
                <a:lnTo>
                  <a:pt x="1475217" y="0"/>
                </a:lnTo>
                <a:lnTo>
                  <a:pt x="1475217" y="2272744"/>
                </a:lnTo>
                <a:lnTo>
                  <a:pt x="0" y="2272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3693903" y="-761913"/>
            <a:ext cx="4594097" cy="4117981"/>
          </a:xfrm>
          <a:custGeom>
            <a:avLst/>
            <a:gdLst/>
            <a:ahLst/>
            <a:cxnLst/>
            <a:rect l="l" t="t" r="r" b="b"/>
            <a:pathLst>
              <a:path w="4594097" h="4117981">
                <a:moveTo>
                  <a:pt x="0" y="0"/>
                </a:moveTo>
                <a:lnTo>
                  <a:pt x="4594097" y="0"/>
                </a:lnTo>
                <a:lnTo>
                  <a:pt x="4594097" y="4117981"/>
                </a:lnTo>
                <a:lnTo>
                  <a:pt x="0" y="4117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0" y="1834129"/>
            <a:ext cx="7122750" cy="0"/>
          </a:xfrm>
          <a:prstGeom prst="line">
            <a:avLst/>
          </a:prstGeom>
          <a:ln w="28575" cap="flat">
            <a:solidFill>
              <a:srgbClr val="A531B4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845901"/>
              </p:ext>
            </p:extLst>
          </p:nvPr>
        </p:nvGraphicFramePr>
        <p:xfrm>
          <a:off x="775445" y="7224815"/>
          <a:ext cx="16737110" cy="2407431"/>
        </p:xfrm>
        <a:graphic>
          <a:graphicData uri="http://schemas.openxmlformats.org/drawingml/2006/table">
            <a:tbl>
              <a:tblPr/>
              <a:tblGrid>
                <a:gridCol w="2390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11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07431"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Exa</a:t>
                      </a:r>
                    </a:p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Peta</a:t>
                      </a:r>
                    </a:p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Tera</a:t>
                      </a:r>
                    </a:p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 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Giga</a:t>
                      </a:r>
                    </a:p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Mega 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Kilo</a:t>
                      </a:r>
                    </a:p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4"/>
                        </a:lnSpc>
                        <a:defRPr/>
                      </a:pPr>
                      <a:r>
                        <a:rPr lang="en-US" sz="3103" dirty="0">
                          <a:solidFill>
                            <a:srgbClr val="000000"/>
                          </a:solidFill>
                          <a:latin typeface="Anton"/>
                        </a:rPr>
                        <a:t>Byte</a:t>
                      </a:r>
                      <a:endParaRPr lang="en-US" sz="1100" dirty="0"/>
                    </a:p>
                  </a:txBody>
                  <a:tcPr marL="451533" marR="451533" marT="451533" marB="451533" anchor="ctr">
                    <a:lnL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2204601" y="355423"/>
            <a:ext cx="12172408" cy="1559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9388" dirty="0">
                <a:solidFill>
                  <a:srgbClr val="0E073F"/>
                </a:solidFill>
                <a:latin typeface="Agrandir Bold"/>
              </a:rPr>
              <a:t>O que é bit e Byte?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9015" y="1934141"/>
            <a:ext cx="7077958" cy="54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>
                <a:solidFill>
                  <a:srgbClr val="606CF5"/>
                </a:solidFill>
                <a:latin typeface="Agrandir Bold"/>
              </a:rPr>
              <a:t>Os Múltiplos do Byte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09648" y="3837639"/>
            <a:ext cx="441721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</a:rPr>
              <a:t>1024 Bytes = Kilo Byte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91206" y="4570429"/>
            <a:ext cx="575042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</a:rPr>
              <a:t>1024 Kilo Bytes =  Mega Byte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8257" y="5303219"/>
            <a:ext cx="638146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</a:rPr>
              <a:t>1024 Mega Byte = Giga Byte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27994" y="6036009"/>
            <a:ext cx="638146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</a:rPr>
              <a:t>1024 Giga Byte = Tera Byte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37974" y="3117150"/>
            <a:ext cx="638146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4C611"/>
                </a:solidFill>
                <a:latin typeface="Open Sans"/>
              </a:rPr>
              <a:t>Mas </a:t>
            </a:r>
            <a:r>
              <a:rPr lang="en-US" sz="3399" dirty="0" err="1">
                <a:solidFill>
                  <a:srgbClr val="F4C611"/>
                </a:solidFill>
                <a:latin typeface="Open Sans"/>
              </a:rPr>
              <a:t>por</a:t>
            </a:r>
            <a:r>
              <a:rPr lang="en-US" sz="3399" dirty="0">
                <a:solidFill>
                  <a:srgbClr val="F4C611"/>
                </a:solidFill>
                <a:latin typeface="Open Sans"/>
              </a:rPr>
              <a:t> </a:t>
            </a:r>
            <a:r>
              <a:rPr lang="en-US" sz="3399" dirty="0" err="1">
                <a:solidFill>
                  <a:srgbClr val="F4C611"/>
                </a:solidFill>
                <a:latin typeface="Open Sans"/>
              </a:rPr>
              <a:t>quê</a:t>
            </a:r>
            <a:r>
              <a:rPr lang="en-US" sz="3399" dirty="0">
                <a:solidFill>
                  <a:srgbClr val="F4C611"/>
                </a:solidFill>
                <a:latin typeface="Open Sans"/>
              </a:rPr>
              <a:t> 1024, e </a:t>
            </a:r>
            <a:r>
              <a:rPr lang="en-US" sz="3399" dirty="0" err="1">
                <a:solidFill>
                  <a:srgbClr val="F4C611"/>
                </a:solidFill>
                <a:latin typeface="Open Sans"/>
              </a:rPr>
              <a:t>não</a:t>
            </a:r>
            <a:r>
              <a:rPr lang="en-US" sz="3399" dirty="0">
                <a:solidFill>
                  <a:srgbClr val="F4C611"/>
                </a:solidFill>
                <a:latin typeface="Open Sans"/>
              </a:rPr>
              <a:t> 1000?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37974" y="3268449"/>
            <a:ext cx="6381463" cy="144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9"/>
              </a:lnSpc>
            </a:pPr>
            <a:r>
              <a:rPr lang="en-US" sz="6000" dirty="0">
                <a:solidFill>
                  <a:srgbClr val="05F1C7"/>
                </a:solidFill>
                <a:latin typeface="Open Sans Bold"/>
              </a:rPr>
              <a:t>2e10 = 1024</a:t>
            </a:r>
          </a:p>
        </p:txBody>
      </p:sp>
      <p:grpSp>
        <p:nvGrpSpPr>
          <p:cNvPr id="22" name="Group 14"/>
          <p:cNvGrpSpPr/>
          <p:nvPr/>
        </p:nvGrpSpPr>
        <p:grpSpPr>
          <a:xfrm>
            <a:off x="10882056" y="4206020"/>
            <a:ext cx="6788817" cy="6119080"/>
            <a:chOff x="0" y="0"/>
            <a:chExt cx="9051756" cy="8158773"/>
          </a:xfrm>
        </p:grpSpPr>
        <p:sp>
          <p:nvSpPr>
            <p:cNvPr id="23" name="Freeform 15"/>
            <p:cNvSpPr/>
            <p:nvPr/>
          </p:nvSpPr>
          <p:spPr>
            <a:xfrm>
              <a:off x="0" y="0"/>
              <a:ext cx="9051756" cy="8158773"/>
            </a:xfrm>
            <a:custGeom>
              <a:avLst/>
              <a:gdLst/>
              <a:ahLst/>
              <a:cxnLst/>
              <a:rect l="l" t="t" r="r" b="b"/>
              <a:pathLst>
                <a:path w="9051756" h="8158773">
                  <a:moveTo>
                    <a:pt x="0" y="0"/>
                  </a:moveTo>
                  <a:lnTo>
                    <a:pt x="9051756" y="0"/>
                  </a:lnTo>
                  <a:lnTo>
                    <a:pt x="9051756" y="8158773"/>
                  </a:lnTo>
                  <a:lnTo>
                    <a:pt x="0" y="8158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212" r="-121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Box 16"/>
            <p:cNvSpPr txBox="1"/>
            <p:nvPr/>
          </p:nvSpPr>
          <p:spPr>
            <a:xfrm>
              <a:off x="597485" y="1241130"/>
              <a:ext cx="7806633" cy="4090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68"/>
                </a:lnSpc>
              </a:pPr>
              <a:endParaRPr dirty="0"/>
            </a:p>
            <a:p>
              <a:pPr algn="just">
                <a:lnSpc>
                  <a:spcPts val="4166"/>
                </a:lnSpc>
              </a:pPr>
              <a:endParaRPr dirty="0"/>
            </a:p>
            <a:p>
              <a:pPr algn="just">
                <a:lnSpc>
                  <a:spcPts val="4166"/>
                </a:lnSpc>
              </a:pP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Bytes e bits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são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representados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por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 B (Byte) e b (bit), Byte para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armazenamento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 e bit para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velocidade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 de </a:t>
              </a:r>
              <a:r>
                <a:rPr lang="en-US" sz="2975" dirty="0" err="1">
                  <a:solidFill>
                    <a:srgbClr val="000000"/>
                  </a:solidFill>
                  <a:latin typeface="Open Sans Bold"/>
                </a:rPr>
                <a:t>transmissão</a:t>
              </a:r>
              <a:r>
                <a:rPr lang="en-US" sz="2975" dirty="0">
                  <a:solidFill>
                    <a:srgbClr val="000000"/>
                  </a:solidFill>
                  <a:latin typeface="Open Sans Bold"/>
                </a:rPr>
                <a:t>.</a:t>
              </a:r>
            </a:p>
          </p:txBody>
        </p:sp>
        <p:sp>
          <p:nvSpPr>
            <p:cNvPr id="25" name="TextBox 17"/>
            <p:cNvSpPr txBox="1"/>
            <p:nvPr/>
          </p:nvSpPr>
          <p:spPr>
            <a:xfrm>
              <a:off x="597485" y="957674"/>
              <a:ext cx="5909357" cy="807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6"/>
                </a:lnSpc>
              </a:pPr>
              <a:r>
                <a:rPr lang="en-US" sz="3682" u="sng">
                  <a:solidFill>
                    <a:srgbClr val="606CF5"/>
                  </a:solidFill>
                  <a:latin typeface="Open Sans Bold"/>
                </a:rPr>
                <a:t>Anote no caderno:</a:t>
              </a:r>
            </a:p>
          </p:txBody>
        </p:sp>
      </p:grpSp>
      <p:sp>
        <p:nvSpPr>
          <p:cNvPr id="26" name="TextBox 8">
            <a:extLst>
              <a:ext uri="{FF2B5EF4-FFF2-40B4-BE49-F238E27FC236}">
                <a16:creationId xmlns:a16="http://schemas.microsoft.com/office/drawing/2014/main" id="{330C9E9F-1C83-6F40-8180-32F843531BA3}"/>
              </a:ext>
            </a:extLst>
          </p:cNvPr>
          <p:cNvSpPr txBox="1"/>
          <p:nvPr/>
        </p:nvSpPr>
        <p:spPr>
          <a:xfrm>
            <a:off x="2528698" y="2503471"/>
            <a:ext cx="441721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</a:rPr>
              <a:t>8 bits = Byte</a:t>
            </a:r>
          </a:p>
        </p:txBody>
      </p:sp>
      <p:sp>
        <p:nvSpPr>
          <p:cNvPr id="30" name="Balão de Fala: Oval 29">
            <a:extLst>
              <a:ext uri="{FF2B5EF4-FFF2-40B4-BE49-F238E27FC236}">
                <a16:creationId xmlns:a16="http://schemas.microsoft.com/office/drawing/2014/main" id="{83D67508-698E-DBE4-117B-46ECCC6D3439}"/>
              </a:ext>
            </a:extLst>
          </p:cNvPr>
          <p:cNvSpPr/>
          <p:nvPr/>
        </p:nvSpPr>
        <p:spPr>
          <a:xfrm>
            <a:off x="6504593" y="2048191"/>
            <a:ext cx="3572424" cy="1752272"/>
          </a:xfrm>
          <a:prstGeom prst="wedgeEllipseCallout">
            <a:avLst>
              <a:gd name="adj1" fmla="val -36702"/>
              <a:gd name="adj2" fmla="val 6024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Lembrando que 1024 bytes pode ser pensado como 1024 conjuntinhos de 8 bits</a:t>
            </a: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EDD5FB6B-FCE2-0FD3-28C9-B620C88C3309}"/>
              </a:ext>
            </a:extLst>
          </p:cNvPr>
          <p:cNvSpPr txBox="1"/>
          <p:nvPr/>
        </p:nvSpPr>
        <p:spPr>
          <a:xfrm>
            <a:off x="693251" y="5492307"/>
            <a:ext cx="3107772" cy="1169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MB e Mb 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são</a:t>
            </a:r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coisas</a:t>
            </a:r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diferentes</a:t>
            </a:r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</a:rPr>
              <a:t>!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26" grpId="0"/>
      <p:bldP spid="30" grpId="0" animBg="1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3">
            <a:extLst>
              <a:ext uri="{FF2B5EF4-FFF2-40B4-BE49-F238E27FC236}">
                <a16:creationId xmlns:a16="http://schemas.microsoft.com/office/drawing/2014/main" id="{4FEE055E-4520-726A-C364-4FBB8C3ADC16}"/>
              </a:ext>
            </a:extLst>
          </p:cNvPr>
          <p:cNvSpPr/>
          <p:nvPr/>
        </p:nvSpPr>
        <p:spPr>
          <a:xfrm flipH="1">
            <a:off x="170679" y="8879443"/>
            <a:ext cx="1953545" cy="2038804"/>
          </a:xfrm>
          <a:custGeom>
            <a:avLst/>
            <a:gdLst/>
            <a:ahLst/>
            <a:cxnLst/>
            <a:rect l="l" t="t" r="r" b="b"/>
            <a:pathLst>
              <a:path w="8541914" h="8914711">
                <a:moveTo>
                  <a:pt x="8541914" y="0"/>
                </a:moveTo>
                <a:lnTo>
                  <a:pt x="0" y="0"/>
                </a:lnTo>
                <a:lnTo>
                  <a:pt x="0" y="8914711"/>
                </a:lnTo>
                <a:lnTo>
                  <a:pt x="8541914" y="8914711"/>
                </a:lnTo>
                <a:lnTo>
                  <a:pt x="854191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" name="AutoShape 2"/>
          <p:cNvSpPr/>
          <p:nvPr/>
        </p:nvSpPr>
        <p:spPr>
          <a:xfrm>
            <a:off x="0" y="8439120"/>
            <a:ext cx="7122750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395FA981-2A6B-49EB-F980-04C0CEBE75A3}"/>
              </a:ext>
            </a:extLst>
          </p:cNvPr>
          <p:cNvGrpSpPr/>
          <p:nvPr/>
        </p:nvGrpSpPr>
        <p:grpSpPr>
          <a:xfrm>
            <a:off x="-913419" y="2638290"/>
            <a:ext cx="7273438" cy="5689064"/>
            <a:chOff x="-914293" y="2764344"/>
            <a:chExt cx="7273438" cy="5689064"/>
          </a:xfrm>
        </p:grpSpPr>
        <p:sp>
          <p:nvSpPr>
            <p:cNvPr id="3" name="Freeform 3"/>
            <p:cNvSpPr/>
            <p:nvPr/>
          </p:nvSpPr>
          <p:spPr>
            <a:xfrm>
              <a:off x="205572" y="3694266"/>
              <a:ext cx="5033708" cy="4759142"/>
            </a:xfrm>
            <a:custGeom>
              <a:avLst/>
              <a:gdLst/>
              <a:ahLst/>
              <a:cxnLst/>
              <a:rect l="l" t="t" r="r" b="b"/>
              <a:pathLst>
                <a:path w="5033708" h="4759142">
                  <a:moveTo>
                    <a:pt x="0" y="0"/>
                  </a:moveTo>
                  <a:lnTo>
                    <a:pt x="5033708" y="0"/>
                  </a:lnTo>
                  <a:lnTo>
                    <a:pt x="5033708" y="4759142"/>
                  </a:lnTo>
                  <a:lnTo>
                    <a:pt x="0" y="4759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-914293" y="2764344"/>
              <a:ext cx="7273438" cy="6304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__________</a:t>
              </a: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488AF5DC-ED7C-1145-AF3A-6506574AF38E}"/>
              </a:ext>
            </a:extLst>
          </p:cNvPr>
          <p:cNvGrpSpPr/>
          <p:nvPr/>
        </p:nvGrpSpPr>
        <p:grpSpPr>
          <a:xfrm>
            <a:off x="7353979" y="6288800"/>
            <a:ext cx="3134306" cy="3339496"/>
            <a:chOff x="7641231" y="6331076"/>
            <a:chExt cx="3134306" cy="3339496"/>
          </a:xfrm>
        </p:grpSpPr>
        <p:sp>
          <p:nvSpPr>
            <p:cNvPr id="16" name="TextBox 16"/>
            <p:cNvSpPr txBox="1"/>
            <p:nvPr/>
          </p:nvSpPr>
          <p:spPr>
            <a:xfrm>
              <a:off x="7641231" y="9040078"/>
              <a:ext cx="3134306" cy="6304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__________</a:t>
              </a:r>
            </a:p>
          </p:txBody>
        </p:sp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4E5A671F-BC36-9ABF-7553-01D68683A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32534" y="6331076"/>
              <a:ext cx="2351700" cy="2590643"/>
            </a:xfrm>
            <a:prstGeom prst="rect">
              <a:avLst/>
            </a:prstGeom>
          </p:spPr>
        </p:pic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DFA15B84-59C7-D8D5-1919-9C0005E7E6AC}"/>
              </a:ext>
            </a:extLst>
          </p:cNvPr>
          <p:cNvGrpSpPr/>
          <p:nvPr/>
        </p:nvGrpSpPr>
        <p:grpSpPr>
          <a:xfrm>
            <a:off x="11506200" y="6126914"/>
            <a:ext cx="6069293" cy="3882561"/>
            <a:chOff x="11990558" y="4885320"/>
            <a:chExt cx="6639325" cy="4552876"/>
          </a:xfrm>
        </p:grpSpPr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5C030E5F-D83E-12C0-37FF-0CAD119917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952"/>
            <a:stretch/>
          </p:blipFill>
          <p:spPr>
            <a:xfrm>
              <a:off x="11990558" y="4885320"/>
              <a:ext cx="6107673" cy="3721947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4574617" y="8607267"/>
              <a:ext cx="4055266" cy="8309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74"/>
                </a:lnSpc>
              </a:pPr>
              <a:r>
                <a:rPr lang="en-US" sz="5213" dirty="0">
                  <a:solidFill>
                    <a:srgbClr val="0E073F"/>
                  </a:solidFill>
                  <a:latin typeface="Agrandir Bold"/>
                </a:rPr>
                <a:t>___________</a:t>
              </a:r>
            </a:p>
          </p:txBody>
        </p:sp>
      </p:grpSp>
      <p:sp>
        <p:nvSpPr>
          <p:cNvPr id="45" name="AutoShape 7">
            <a:extLst>
              <a:ext uri="{FF2B5EF4-FFF2-40B4-BE49-F238E27FC236}">
                <a16:creationId xmlns:a16="http://schemas.microsoft.com/office/drawing/2014/main" id="{FE052802-B0BF-5887-57A2-5BE545E77224}"/>
              </a:ext>
            </a:extLst>
          </p:cNvPr>
          <p:cNvSpPr/>
          <p:nvPr/>
        </p:nvSpPr>
        <p:spPr>
          <a:xfrm flipV="1">
            <a:off x="5687660" y="3647013"/>
            <a:ext cx="2351700" cy="1025910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55" name="AutoShape 4">
            <a:extLst>
              <a:ext uri="{FF2B5EF4-FFF2-40B4-BE49-F238E27FC236}">
                <a16:creationId xmlns:a16="http://schemas.microsoft.com/office/drawing/2014/main" id="{D61D14A6-29EC-B59C-A2D4-A322439C96A4}"/>
              </a:ext>
            </a:extLst>
          </p:cNvPr>
          <p:cNvSpPr/>
          <p:nvPr/>
        </p:nvSpPr>
        <p:spPr>
          <a:xfrm>
            <a:off x="1143000" y="1834129"/>
            <a:ext cx="5979750" cy="0"/>
          </a:xfrm>
          <a:prstGeom prst="line">
            <a:avLst/>
          </a:prstGeom>
          <a:ln w="28575" cap="flat">
            <a:solidFill>
              <a:srgbClr val="A531B4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D3AB24BD-DB2E-957E-A886-D4015D2163AA}"/>
              </a:ext>
            </a:extLst>
          </p:cNvPr>
          <p:cNvSpPr txBox="1"/>
          <p:nvPr/>
        </p:nvSpPr>
        <p:spPr>
          <a:xfrm>
            <a:off x="1506732" y="1791760"/>
            <a:ext cx="7077958" cy="448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400" dirty="0">
                <a:solidFill>
                  <a:srgbClr val="606CF5"/>
                </a:solidFill>
                <a:latin typeface="Agrandir Bold"/>
              </a:rPr>
              <a:t>Como a </a:t>
            </a:r>
            <a:r>
              <a:rPr lang="en-US" sz="2400" dirty="0" err="1">
                <a:solidFill>
                  <a:srgbClr val="606CF5"/>
                </a:solidFill>
                <a:latin typeface="Agrandir Bold"/>
              </a:rPr>
              <a:t>informação</a:t>
            </a:r>
            <a:r>
              <a:rPr lang="en-US" sz="2400" dirty="0">
                <a:solidFill>
                  <a:srgbClr val="606CF5"/>
                </a:solidFill>
                <a:latin typeface="Agrandir Bold"/>
              </a:rPr>
              <a:t> se </a:t>
            </a:r>
            <a:r>
              <a:rPr lang="en-US" sz="2400" dirty="0" err="1">
                <a:solidFill>
                  <a:srgbClr val="606CF5"/>
                </a:solidFill>
                <a:latin typeface="Agrandir Bold"/>
              </a:rPr>
              <a:t>locomove</a:t>
            </a:r>
            <a:r>
              <a:rPr lang="en-US" sz="2400" dirty="0">
                <a:solidFill>
                  <a:srgbClr val="606CF5"/>
                </a:solidFill>
                <a:latin typeface="Agrandir Bold"/>
              </a:rPr>
              <a:t> </a:t>
            </a:r>
            <a:r>
              <a:rPr lang="en-US" sz="2400" dirty="0" err="1">
                <a:solidFill>
                  <a:srgbClr val="606CF5"/>
                </a:solidFill>
                <a:latin typeface="Agrandir Bold"/>
              </a:rPr>
              <a:t>na</a:t>
            </a:r>
            <a:r>
              <a:rPr lang="en-US" sz="2400" dirty="0">
                <a:solidFill>
                  <a:srgbClr val="606CF5"/>
                </a:solidFill>
                <a:latin typeface="Agrandir Bold"/>
              </a:rPr>
              <a:t> rede?</a:t>
            </a: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1781C6FD-7699-ACBD-DEAD-6C203AA67DE0}"/>
              </a:ext>
            </a:extLst>
          </p:cNvPr>
          <p:cNvGrpSpPr/>
          <p:nvPr/>
        </p:nvGrpSpPr>
        <p:grpSpPr>
          <a:xfrm>
            <a:off x="6057726" y="1499074"/>
            <a:ext cx="6790541" cy="2314316"/>
            <a:chOff x="5486400" y="611763"/>
            <a:chExt cx="6790541" cy="2314316"/>
          </a:xfrm>
        </p:grpSpPr>
        <p:sp>
          <p:nvSpPr>
            <p:cNvPr id="17" name="TextBox 17"/>
            <p:cNvSpPr txBox="1"/>
            <p:nvPr/>
          </p:nvSpPr>
          <p:spPr>
            <a:xfrm>
              <a:off x="5486400" y="611763"/>
              <a:ext cx="6790541" cy="6304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__________</a:t>
              </a:r>
            </a:p>
          </p:txBody>
        </p:sp>
        <p:sp>
          <p:nvSpPr>
            <p:cNvPr id="63" name="Freeform 5"/>
            <p:cNvSpPr/>
            <p:nvPr/>
          </p:nvSpPr>
          <p:spPr>
            <a:xfrm>
              <a:off x="7929324" y="1543937"/>
              <a:ext cx="1854093" cy="1382142"/>
            </a:xfrm>
            <a:custGeom>
              <a:avLst/>
              <a:gdLst/>
              <a:ahLst/>
              <a:cxnLst/>
              <a:rect l="l" t="t" r="r" b="b"/>
              <a:pathLst>
                <a:path w="1854093" h="1382142">
                  <a:moveTo>
                    <a:pt x="0" y="0"/>
                  </a:moveTo>
                  <a:lnTo>
                    <a:pt x="1854094" y="0"/>
                  </a:lnTo>
                  <a:lnTo>
                    <a:pt x="1854094" y="1382142"/>
                  </a:lnTo>
                  <a:lnTo>
                    <a:pt x="0" y="138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4" name="TextBox 6">
            <a:extLst>
              <a:ext uri="{FF2B5EF4-FFF2-40B4-BE49-F238E27FC236}">
                <a16:creationId xmlns:a16="http://schemas.microsoft.com/office/drawing/2014/main" id="{F74A0EEA-FC52-17F7-E127-6A03E555470A}"/>
              </a:ext>
            </a:extLst>
          </p:cNvPr>
          <p:cNvSpPr txBox="1"/>
          <p:nvPr/>
        </p:nvSpPr>
        <p:spPr>
          <a:xfrm>
            <a:off x="1490122" y="710107"/>
            <a:ext cx="11776567" cy="108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3200" dirty="0">
                <a:solidFill>
                  <a:srgbClr val="0E073F"/>
                </a:solidFill>
                <a:latin typeface="Agrandir Bold"/>
              </a:rPr>
              <a:t>Como a Internet se </a:t>
            </a:r>
            <a:r>
              <a:rPr lang="en-US" sz="3200" dirty="0" err="1">
                <a:solidFill>
                  <a:srgbClr val="0E073F"/>
                </a:solidFill>
                <a:latin typeface="Agrandir Bold"/>
              </a:rPr>
              <a:t>Comunica</a:t>
            </a:r>
            <a:r>
              <a:rPr lang="en-US" sz="3200" dirty="0">
                <a:solidFill>
                  <a:srgbClr val="0E073F"/>
                </a:solidFill>
                <a:latin typeface="Agrandir Bold"/>
              </a:rPr>
              <a:t>?</a:t>
            </a:r>
          </a:p>
        </p:txBody>
      </p:sp>
      <p:sp>
        <p:nvSpPr>
          <p:cNvPr id="70" name="AutoShape 8">
            <a:extLst>
              <a:ext uri="{FF2B5EF4-FFF2-40B4-BE49-F238E27FC236}">
                <a16:creationId xmlns:a16="http://schemas.microsoft.com/office/drawing/2014/main" id="{1135BFB2-056F-3E3F-F009-0EABA85191D0}"/>
              </a:ext>
            </a:extLst>
          </p:cNvPr>
          <p:cNvSpPr/>
          <p:nvPr/>
        </p:nvSpPr>
        <p:spPr>
          <a:xfrm flipV="1">
            <a:off x="10911757" y="3338370"/>
            <a:ext cx="3375144" cy="29065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>
            <a:off x="15834049" y="4457700"/>
            <a:ext cx="0" cy="2128715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0E495589-DC46-FAFA-B571-DFFC04F333D9}"/>
              </a:ext>
            </a:extLst>
          </p:cNvPr>
          <p:cNvSpPr/>
          <p:nvPr/>
        </p:nvSpPr>
        <p:spPr>
          <a:xfrm flipH="1">
            <a:off x="10234559" y="7865491"/>
            <a:ext cx="1134063" cy="1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F30EED6-B21A-39B4-995F-8BDD177F205C}"/>
              </a:ext>
            </a:extLst>
          </p:cNvPr>
          <p:cNvGrpSpPr/>
          <p:nvPr/>
        </p:nvGrpSpPr>
        <p:grpSpPr>
          <a:xfrm>
            <a:off x="4916838" y="3304375"/>
            <a:ext cx="3435177" cy="965235"/>
            <a:chOff x="5491196" y="4372702"/>
            <a:chExt cx="6541064" cy="1837944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1E6876FA-F4BA-BA54-4ED6-70E4EED930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1154"/>
            <a:stretch/>
          </p:blipFill>
          <p:spPr>
            <a:xfrm rot="20099414" flipV="1">
              <a:off x="5491196" y="5821689"/>
              <a:ext cx="3659383" cy="388957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9BEB7293-10D9-3A4B-3328-967E913972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1154"/>
            <a:stretch/>
          </p:blipFill>
          <p:spPr>
            <a:xfrm rot="20099414">
              <a:off x="8383084" y="4372702"/>
              <a:ext cx="3649176" cy="387872"/>
            </a:xfrm>
            <a:prstGeom prst="rect">
              <a:avLst/>
            </a:prstGeom>
          </p:spPr>
        </p:pic>
      </p:grpSp>
      <p:pic>
        <p:nvPicPr>
          <p:cNvPr id="1026" name="Picture 2" descr="به زبان ساده با تفاوت سیگنال‌های آنالوگ و دیجیتال آشنا شوید! | همیار آی‌تی">
            <a:extLst>
              <a:ext uri="{FF2B5EF4-FFF2-40B4-BE49-F238E27FC236}">
                <a16:creationId xmlns:a16="http://schemas.microsoft.com/office/drawing/2014/main" id="{7C75250F-4215-A3DD-892F-C0E7E956B9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6" r="10768" b="8039"/>
          <a:stretch/>
        </p:blipFill>
        <p:spPr bwMode="auto">
          <a:xfrm rot="5400000" flipV="1">
            <a:off x="15415786" y="5095885"/>
            <a:ext cx="2128716" cy="85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4F152FF-FAA9-4846-0F97-390DA230F6B9}"/>
              </a:ext>
            </a:extLst>
          </p:cNvPr>
          <p:cNvGrpSpPr/>
          <p:nvPr/>
        </p:nvGrpSpPr>
        <p:grpSpPr>
          <a:xfrm>
            <a:off x="11368622" y="2299270"/>
            <a:ext cx="1877437" cy="869397"/>
            <a:chOff x="11368622" y="2299270"/>
            <a:chExt cx="1877437" cy="869397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273A837-38D2-9A25-06F7-EE0A64F865A2}"/>
                </a:ext>
              </a:extLst>
            </p:cNvPr>
            <p:cNvSpPr txBox="1"/>
            <p:nvPr/>
          </p:nvSpPr>
          <p:spPr>
            <a:xfrm>
              <a:off x="11368622" y="2299270"/>
              <a:ext cx="18774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highlight>
                    <a:srgbClr val="FFFF00"/>
                  </a:highlight>
                  <a:latin typeface="Agrandir Bold" panose="020B0604020202020204" charset="0"/>
                </a:rPr>
                <a:t>Mo</a:t>
              </a:r>
              <a:r>
                <a:rPr lang="pt-BR" sz="2400" dirty="0">
                  <a:latin typeface="Agrandir Bold" panose="020B0604020202020204" charset="0"/>
                </a:rPr>
                <a:t>dulação</a:t>
              </a:r>
            </a:p>
          </p:txBody>
        </p:sp>
        <p:sp>
          <p:nvSpPr>
            <p:cNvPr id="19" name="Seta: para Baixo 18">
              <a:extLst>
                <a:ext uri="{FF2B5EF4-FFF2-40B4-BE49-F238E27FC236}">
                  <a16:creationId xmlns:a16="http://schemas.microsoft.com/office/drawing/2014/main" id="{8381489F-2942-1FB7-AC95-908DED758A0D}"/>
                </a:ext>
              </a:extLst>
            </p:cNvPr>
            <p:cNvSpPr/>
            <p:nvPr/>
          </p:nvSpPr>
          <p:spPr>
            <a:xfrm rot="16200000">
              <a:off x="12065024" y="2437147"/>
              <a:ext cx="484632" cy="978408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13E74BAC-03C0-CA58-2AE9-BA0A3B179A67}"/>
              </a:ext>
            </a:extLst>
          </p:cNvPr>
          <p:cNvGrpSpPr/>
          <p:nvPr/>
        </p:nvGrpSpPr>
        <p:grpSpPr>
          <a:xfrm>
            <a:off x="11282439" y="3627662"/>
            <a:ext cx="2271776" cy="892364"/>
            <a:chOff x="11282439" y="3627662"/>
            <a:chExt cx="2271776" cy="892364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24D7C69A-325F-69DC-D256-A8B9F077CB04}"/>
                </a:ext>
              </a:extLst>
            </p:cNvPr>
            <p:cNvSpPr txBox="1"/>
            <p:nvPr/>
          </p:nvSpPr>
          <p:spPr>
            <a:xfrm>
              <a:off x="11282439" y="3627662"/>
              <a:ext cx="2271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highlight>
                    <a:srgbClr val="FFFF00"/>
                  </a:highlight>
                  <a:latin typeface="Agrandir Bold" panose="020B0604020202020204" charset="0"/>
                </a:rPr>
                <a:t>Dem</a:t>
              </a:r>
              <a:r>
                <a:rPr lang="pt-BR" sz="2400" dirty="0">
                  <a:latin typeface="Agrandir Bold" panose="020B0604020202020204" charset="0"/>
                </a:rPr>
                <a:t>odulação</a:t>
              </a:r>
            </a:p>
          </p:txBody>
        </p:sp>
        <p:sp>
          <p:nvSpPr>
            <p:cNvPr id="20" name="Seta: para Baixo 19">
              <a:extLst>
                <a:ext uri="{FF2B5EF4-FFF2-40B4-BE49-F238E27FC236}">
                  <a16:creationId xmlns:a16="http://schemas.microsoft.com/office/drawing/2014/main" id="{45E0797C-E302-E628-7A34-9DACC0EE3100}"/>
                </a:ext>
              </a:extLst>
            </p:cNvPr>
            <p:cNvSpPr/>
            <p:nvPr/>
          </p:nvSpPr>
          <p:spPr>
            <a:xfrm rot="5400000">
              <a:off x="12021737" y="3788506"/>
              <a:ext cx="484632" cy="978408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4641C726-D491-D1C6-C278-86932FBDAD29}"/>
              </a:ext>
            </a:extLst>
          </p:cNvPr>
          <p:cNvGrpSpPr/>
          <p:nvPr/>
        </p:nvGrpSpPr>
        <p:grpSpPr>
          <a:xfrm>
            <a:off x="12326678" y="1091379"/>
            <a:ext cx="6790541" cy="3143034"/>
            <a:chOff x="12326678" y="1091379"/>
            <a:chExt cx="6790541" cy="3143034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1CFE6A61-C12B-0634-B74B-660363F251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16630" t="18186" r="14271" b="9177"/>
            <a:stretch/>
          </p:blipFill>
          <p:spPr>
            <a:xfrm>
              <a:off x="14845460" y="1814320"/>
              <a:ext cx="1855880" cy="2420093"/>
            </a:xfrm>
            <a:prstGeom prst="rect">
              <a:avLst/>
            </a:prstGeom>
          </p:spPr>
        </p:pic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A01425AE-A8BE-E9FF-3E21-1E3941B064C0}"/>
                </a:ext>
              </a:extLst>
            </p:cNvPr>
            <p:cNvSpPr txBox="1"/>
            <p:nvPr/>
          </p:nvSpPr>
          <p:spPr>
            <a:xfrm>
              <a:off x="12326678" y="1091379"/>
              <a:ext cx="6790541" cy="6304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________________</a:t>
              </a:r>
            </a:p>
          </p:txBody>
        </p: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3C14FB3-CD2F-A30B-4D8B-CD6E5BD70556}"/>
              </a:ext>
            </a:extLst>
          </p:cNvPr>
          <p:cNvSpPr txBox="1"/>
          <p:nvPr/>
        </p:nvSpPr>
        <p:spPr>
          <a:xfrm>
            <a:off x="8815602" y="3903634"/>
            <a:ext cx="1324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highlight>
                  <a:srgbClr val="FFFF00"/>
                </a:highlight>
                <a:latin typeface="Agrandir Bold" panose="020B0604020202020204" charset="0"/>
              </a:rPr>
              <a:t>Modem</a:t>
            </a:r>
            <a:endParaRPr lang="pt-BR" sz="2400" dirty="0">
              <a:latin typeface="Agrandir Bold" panose="020B0604020202020204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9542C3E-2624-7C72-515D-4A603B97F745}"/>
              </a:ext>
            </a:extLst>
          </p:cNvPr>
          <p:cNvSpPr txBox="1"/>
          <p:nvPr/>
        </p:nvSpPr>
        <p:spPr>
          <a:xfrm>
            <a:off x="8687299" y="4404196"/>
            <a:ext cx="1667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highlight>
                  <a:srgbClr val="FFFF00"/>
                </a:highlight>
                <a:latin typeface="Agrandir Bold" panose="020B0604020202020204" charset="0"/>
              </a:rPr>
              <a:t>Roteador</a:t>
            </a:r>
            <a:endParaRPr lang="pt-BR" sz="2400" dirty="0">
              <a:latin typeface="Agrandir Bold" panose="020B0604020202020204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9FF97E1-D7E7-4D23-B234-A69AF64C638D}"/>
              </a:ext>
            </a:extLst>
          </p:cNvPr>
          <p:cNvSpPr txBox="1"/>
          <p:nvPr/>
        </p:nvSpPr>
        <p:spPr>
          <a:xfrm>
            <a:off x="8734280" y="4896977"/>
            <a:ext cx="1500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highlight>
                  <a:srgbClr val="FFFF00"/>
                </a:highlight>
                <a:latin typeface="Agrandir Bold" panose="020B0604020202020204" charset="0"/>
              </a:rPr>
              <a:t>Switch</a:t>
            </a:r>
            <a:endParaRPr lang="pt-BR" sz="2400" dirty="0">
              <a:latin typeface="Agrandir Bold" panose="020B0604020202020204" charset="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981200" y="-419100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5"/>
                </a:lnTo>
                <a:lnTo>
                  <a:pt x="0" y="44821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3745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70" grpId="0" animBg="1"/>
      <p:bldP spid="8" grpId="0" animBg="1"/>
      <p:bldP spid="7" grpId="0" animBg="1"/>
      <p:bldP spid="25" grpId="0"/>
      <p:bldP spid="28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218076"/>
            <a:ext cx="7122750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-3101527" y="-1409700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5"/>
                </a:lnTo>
                <a:lnTo>
                  <a:pt x="0" y="4482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395FA981-2A6B-49EB-F980-04C0CEBE75A3}"/>
              </a:ext>
            </a:extLst>
          </p:cNvPr>
          <p:cNvGrpSpPr/>
          <p:nvPr/>
        </p:nvGrpSpPr>
        <p:grpSpPr>
          <a:xfrm>
            <a:off x="-914293" y="3543300"/>
            <a:ext cx="7273438" cy="5689064"/>
            <a:chOff x="-914293" y="2764344"/>
            <a:chExt cx="7273438" cy="5689064"/>
          </a:xfrm>
        </p:grpSpPr>
        <p:sp>
          <p:nvSpPr>
            <p:cNvPr id="3" name="Freeform 3"/>
            <p:cNvSpPr/>
            <p:nvPr/>
          </p:nvSpPr>
          <p:spPr>
            <a:xfrm>
              <a:off x="205572" y="3694266"/>
              <a:ext cx="5033708" cy="4759142"/>
            </a:xfrm>
            <a:custGeom>
              <a:avLst/>
              <a:gdLst/>
              <a:ahLst/>
              <a:cxnLst/>
              <a:rect l="l" t="t" r="r" b="b"/>
              <a:pathLst>
                <a:path w="5033708" h="4759142">
                  <a:moveTo>
                    <a:pt x="0" y="0"/>
                  </a:moveTo>
                  <a:lnTo>
                    <a:pt x="5033708" y="0"/>
                  </a:lnTo>
                  <a:lnTo>
                    <a:pt x="5033708" y="4759142"/>
                  </a:lnTo>
                  <a:lnTo>
                    <a:pt x="0" y="4759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-914293" y="2764344"/>
              <a:ext cx="7273438" cy="764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 err="1">
                  <a:solidFill>
                    <a:srgbClr val="0E073F"/>
                  </a:solidFill>
                  <a:latin typeface="Agrandir Bold"/>
                </a:rPr>
                <a:t>Cliente</a:t>
              </a:r>
              <a:endParaRPr lang="en-US" sz="4621" dirty="0">
                <a:solidFill>
                  <a:srgbClr val="0E073F"/>
                </a:solidFill>
                <a:latin typeface="Agrandir Bold"/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488AF5DC-ED7C-1145-AF3A-6506574AF38E}"/>
              </a:ext>
            </a:extLst>
          </p:cNvPr>
          <p:cNvGrpSpPr/>
          <p:nvPr/>
        </p:nvGrpSpPr>
        <p:grpSpPr>
          <a:xfrm>
            <a:off x="12514743" y="6736007"/>
            <a:ext cx="5378844" cy="2590643"/>
            <a:chOff x="5005390" y="6331076"/>
            <a:chExt cx="5378844" cy="2590643"/>
          </a:xfrm>
        </p:grpSpPr>
        <p:sp>
          <p:nvSpPr>
            <p:cNvPr id="16" name="TextBox 16"/>
            <p:cNvSpPr txBox="1"/>
            <p:nvPr/>
          </p:nvSpPr>
          <p:spPr>
            <a:xfrm>
              <a:off x="5005390" y="8267906"/>
              <a:ext cx="3134306" cy="6304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4621" dirty="0" err="1">
                  <a:solidFill>
                    <a:srgbClr val="0E073F"/>
                  </a:solidFill>
                  <a:latin typeface="Agrandir Bold"/>
                </a:rPr>
                <a:t>Servidor</a:t>
              </a:r>
              <a:endParaRPr lang="en-US" sz="4621" dirty="0">
                <a:solidFill>
                  <a:srgbClr val="0E073F"/>
                </a:solidFill>
                <a:latin typeface="Agrandir Bold"/>
              </a:endParaRPr>
            </a:p>
          </p:txBody>
        </p:sp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4E5A671F-BC36-9ABF-7553-01D68683A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32534" y="6331076"/>
              <a:ext cx="2351700" cy="2590643"/>
            </a:xfrm>
            <a:prstGeom prst="rect">
              <a:avLst/>
            </a:prstGeom>
          </p:spPr>
        </p:pic>
      </p:grpSp>
      <p:sp>
        <p:nvSpPr>
          <p:cNvPr id="8" name="AutoShape 8"/>
          <p:cNvSpPr/>
          <p:nvPr/>
        </p:nvSpPr>
        <p:spPr>
          <a:xfrm>
            <a:off x="15849601" y="5183517"/>
            <a:ext cx="0" cy="1284222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DFA15B84-59C7-D8D5-1919-9C0005E7E6AC}"/>
              </a:ext>
            </a:extLst>
          </p:cNvPr>
          <p:cNvGrpSpPr/>
          <p:nvPr/>
        </p:nvGrpSpPr>
        <p:grpSpPr>
          <a:xfrm>
            <a:off x="8669255" y="1598302"/>
            <a:ext cx="8990754" cy="5893691"/>
            <a:chOff x="11988693" y="4302605"/>
            <a:chExt cx="6107673" cy="4291891"/>
          </a:xfrm>
        </p:grpSpPr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5C030E5F-D83E-12C0-37FF-0CAD119917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952"/>
            <a:stretch/>
          </p:blipFill>
          <p:spPr>
            <a:xfrm>
              <a:off x="11988693" y="4302605"/>
              <a:ext cx="6107673" cy="3721947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3496378" y="8091993"/>
              <a:ext cx="2806787" cy="502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74"/>
                </a:lnSpc>
              </a:pPr>
              <a:r>
                <a:rPr lang="en-US" sz="5213" dirty="0">
                  <a:solidFill>
                    <a:srgbClr val="0E073F"/>
                  </a:solidFill>
                  <a:latin typeface="Agrandir Bold"/>
                </a:rPr>
                <a:t>Internet</a:t>
              </a:r>
            </a:p>
          </p:txBody>
        </p:sp>
      </p:grpSp>
      <p:sp>
        <p:nvSpPr>
          <p:cNvPr id="45" name="AutoShape 7">
            <a:extLst>
              <a:ext uri="{FF2B5EF4-FFF2-40B4-BE49-F238E27FC236}">
                <a16:creationId xmlns:a16="http://schemas.microsoft.com/office/drawing/2014/main" id="{FE052802-B0BF-5887-57A2-5BE545E77224}"/>
              </a:ext>
            </a:extLst>
          </p:cNvPr>
          <p:cNvSpPr/>
          <p:nvPr/>
        </p:nvSpPr>
        <p:spPr>
          <a:xfrm flipV="1">
            <a:off x="4776665" y="4586405"/>
            <a:ext cx="828483" cy="259555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55" name="AutoShape 4">
            <a:extLst>
              <a:ext uri="{FF2B5EF4-FFF2-40B4-BE49-F238E27FC236}">
                <a16:creationId xmlns:a16="http://schemas.microsoft.com/office/drawing/2014/main" id="{D61D14A6-29EC-B59C-A2D4-A322439C96A4}"/>
              </a:ext>
            </a:extLst>
          </p:cNvPr>
          <p:cNvSpPr/>
          <p:nvPr/>
        </p:nvSpPr>
        <p:spPr>
          <a:xfrm>
            <a:off x="0" y="1834129"/>
            <a:ext cx="7122750" cy="0"/>
          </a:xfrm>
          <a:prstGeom prst="line">
            <a:avLst/>
          </a:prstGeom>
          <a:ln w="28575" cap="flat">
            <a:solidFill>
              <a:srgbClr val="A531B4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D3AB24BD-DB2E-957E-A886-D4015D2163AA}"/>
              </a:ext>
            </a:extLst>
          </p:cNvPr>
          <p:cNvSpPr txBox="1"/>
          <p:nvPr/>
        </p:nvSpPr>
        <p:spPr>
          <a:xfrm>
            <a:off x="456976" y="1234192"/>
            <a:ext cx="7077958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815"/>
              </a:lnSpc>
              <a:spcBef>
                <a:spcPct val="0"/>
              </a:spcBef>
            </a:pPr>
            <a:r>
              <a:rPr lang="en-US" sz="2725" dirty="0">
                <a:solidFill>
                  <a:srgbClr val="606CF5"/>
                </a:solidFill>
                <a:latin typeface="Agrandir Bold"/>
              </a:rPr>
              <a:t>O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caminho</a:t>
            </a:r>
            <a:r>
              <a:rPr lang="en-US" sz="2725" dirty="0">
                <a:solidFill>
                  <a:srgbClr val="606CF5"/>
                </a:solidFill>
                <a:latin typeface="Agrandir Bold"/>
              </a:rPr>
              <a:t> da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informação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1781C6FD-7699-ACBD-DEAD-6C203AA67DE0}"/>
              </a:ext>
            </a:extLst>
          </p:cNvPr>
          <p:cNvGrpSpPr/>
          <p:nvPr/>
        </p:nvGrpSpPr>
        <p:grpSpPr>
          <a:xfrm>
            <a:off x="5566815" y="2431988"/>
            <a:ext cx="4761774" cy="2314316"/>
            <a:chOff x="7515167" y="611763"/>
            <a:chExt cx="4761774" cy="2314316"/>
          </a:xfrm>
        </p:grpSpPr>
        <p:sp>
          <p:nvSpPr>
            <p:cNvPr id="17" name="TextBox 17"/>
            <p:cNvSpPr txBox="1"/>
            <p:nvPr/>
          </p:nvSpPr>
          <p:spPr>
            <a:xfrm>
              <a:off x="7515167" y="611763"/>
              <a:ext cx="4761774" cy="6304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852"/>
                </a:lnSpc>
              </a:pP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Gateway</a:t>
              </a:r>
            </a:p>
          </p:txBody>
        </p:sp>
        <p:sp>
          <p:nvSpPr>
            <p:cNvPr id="63" name="Freeform 5"/>
            <p:cNvSpPr/>
            <p:nvPr/>
          </p:nvSpPr>
          <p:spPr>
            <a:xfrm>
              <a:off x="7929324" y="1543937"/>
              <a:ext cx="1854093" cy="1382142"/>
            </a:xfrm>
            <a:custGeom>
              <a:avLst/>
              <a:gdLst/>
              <a:ahLst/>
              <a:cxnLst/>
              <a:rect l="l" t="t" r="r" b="b"/>
              <a:pathLst>
                <a:path w="1854093" h="1382142">
                  <a:moveTo>
                    <a:pt x="0" y="0"/>
                  </a:moveTo>
                  <a:lnTo>
                    <a:pt x="1854094" y="0"/>
                  </a:lnTo>
                  <a:lnTo>
                    <a:pt x="1854094" y="1382142"/>
                  </a:lnTo>
                  <a:lnTo>
                    <a:pt x="0" y="138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4" name="TextBox 6">
            <a:extLst>
              <a:ext uri="{FF2B5EF4-FFF2-40B4-BE49-F238E27FC236}">
                <a16:creationId xmlns:a16="http://schemas.microsoft.com/office/drawing/2014/main" id="{F74A0EEA-FC52-17F7-E127-6A03E555470A}"/>
              </a:ext>
            </a:extLst>
          </p:cNvPr>
          <p:cNvSpPr txBox="1"/>
          <p:nvPr/>
        </p:nvSpPr>
        <p:spPr>
          <a:xfrm>
            <a:off x="456976" y="35906"/>
            <a:ext cx="12954224" cy="108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3200" dirty="0">
                <a:solidFill>
                  <a:srgbClr val="0E073F"/>
                </a:solidFill>
                <a:latin typeface="Agrandir Bold"/>
              </a:rPr>
              <a:t>Como a Internet se </a:t>
            </a:r>
            <a:r>
              <a:rPr lang="en-US" sz="3200" dirty="0" err="1">
                <a:solidFill>
                  <a:srgbClr val="0E073F"/>
                </a:solidFill>
                <a:latin typeface="Agrandir Bold"/>
              </a:rPr>
              <a:t>Comunica</a:t>
            </a:r>
            <a:r>
              <a:rPr lang="en-US" sz="3200" dirty="0">
                <a:solidFill>
                  <a:srgbClr val="0E073F"/>
                </a:solidFill>
                <a:latin typeface="Agrandir Bold"/>
              </a:rPr>
              <a:t>?</a:t>
            </a:r>
          </a:p>
        </p:txBody>
      </p:sp>
      <p:sp>
        <p:nvSpPr>
          <p:cNvPr id="70" name="AutoShape 8">
            <a:extLst>
              <a:ext uri="{FF2B5EF4-FFF2-40B4-BE49-F238E27FC236}">
                <a16:creationId xmlns:a16="http://schemas.microsoft.com/office/drawing/2014/main" id="{1135BFB2-056F-3E3F-F009-0EABA85191D0}"/>
              </a:ext>
            </a:extLst>
          </p:cNvPr>
          <p:cNvSpPr/>
          <p:nvPr/>
        </p:nvSpPr>
        <p:spPr>
          <a:xfrm>
            <a:off x="15849601" y="6801948"/>
            <a:ext cx="457198" cy="472418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1EF7F25E-F6B7-32AE-A25B-07B34152D193}"/>
              </a:ext>
            </a:extLst>
          </p:cNvPr>
          <p:cNvSpPr/>
          <p:nvPr/>
        </p:nvSpPr>
        <p:spPr>
          <a:xfrm flipV="1">
            <a:off x="8001000" y="4307610"/>
            <a:ext cx="719641" cy="25793"/>
          </a:xfrm>
          <a:prstGeom prst="line">
            <a:avLst/>
          </a:prstGeom>
          <a:ln w="95250" cap="rnd">
            <a:solidFill>
              <a:srgbClr val="F4C61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D0F675A-2A7E-F3B5-12FE-BA425904A3D0}"/>
              </a:ext>
            </a:extLst>
          </p:cNvPr>
          <p:cNvGrpSpPr/>
          <p:nvPr/>
        </p:nvGrpSpPr>
        <p:grpSpPr>
          <a:xfrm>
            <a:off x="12344400" y="100035"/>
            <a:ext cx="5549185" cy="1809816"/>
            <a:chOff x="12344400" y="100035"/>
            <a:chExt cx="5549185" cy="1809816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1B89BE55-EB23-EF1D-60D9-6ADB2DB70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344400" y="100035"/>
              <a:ext cx="1497330" cy="1809816"/>
            </a:xfrm>
            <a:prstGeom prst="rect">
              <a:avLst/>
            </a:prstGeom>
          </p:spPr>
        </p:pic>
        <p:sp>
          <p:nvSpPr>
            <p:cNvPr id="10" name="TextBox 17">
              <a:extLst>
                <a:ext uri="{FF2B5EF4-FFF2-40B4-BE49-F238E27FC236}">
                  <a16:creationId xmlns:a16="http://schemas.microsoft.com/office/drawing/2014/main" id="{1771161C-F514-E7BF-7F5C-BBC68F6C1A1A}"/>
                </a:ext>
              </a:extLst>
            </p:cNvPr>
            <p:cNvSpPr txBox="1"/>
            <p:nvPr/>
          </p:nvSpPr>
          <p:spPr>
            <a:xfrm>
              <a:off x="13841730" y="495390"/>
              <a:ext cx="4051855" cy="12650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4621" dirty="0" err="1">
                  <a:solidFill>
                    <a:srgbClr val="0E073F"/>
                  </a:solidFill>
                  <a:latin typeface="Agrandir Bold"/>
                </a:rPr>
                <a:t>Servidor</a:t>
              </a:r>
              <a:r>
                <a:rPr lang="en-US" sz="4621" dirty="0">
                  <a:solidFill>
                    <a:srgbClr val="0E073F"/>
                  </a:solidFill>
                  <a:latin typeface="Agrandir Bold"/>
                </a:rPr>
                <a:t> DNS</a:t>
              </a:r>
            </a:p>
            <a:p>
              <a:r>
                <a:rPr lang="en-US" dirty="0">
                  <a:solidFill>
                    <a:srgbClr val="0E073F"/>
                  </a:solidFill>
                  <a:latin typeface="Agrandir Bold"/>
                </a:rPr>
                <a:t>Domain Name System</a:t>
              </a:r>
            </a:p>
            <a:p>
              <a:r>
                <a:rPr lang="en-US" dirty="0">
                  <a:solidFill>
                    <a:srgbClr val="FF0000"/>
                  </a:solidFill>
                  <a:latin typeface="+mj-lt"/>
                </a:rPr>
                <a:t>Agenda da Internet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42BCA3E-2886-FADB-88E8-BF3091A55443}"/>
              </a:ext>
            </a:extLst>
          </p:cNvPr>
          <p:cNvSpPr txBox="1"/>
          <p:nvPr/>
        </p:nvSpPr>
        <p:spPr>
          <a:xfrm>
            <a:off x="988866" y="4039197"/>
            <a:ext cx="3397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latin typeface="Agrandir Bold" panose="020B0604020202020204" charset="0"/>
              </a:rPr>
              <a:t>www.instagram.com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550C059-1D99-842A-9BDD-6B7552E114E4}"/>
              </a:ext>
            </a:extLst>
          </p:cNvPr>
          <p:cNvSpPr txBox="1"/>
          <p:nvPr/>
        </p:nvSpPr>
        <p:spPr>
          <a:xfrm>
            <a:off x="15358781" y="9422337"/>
            <a:ext cx="2717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Agrandir Bold" panose="020B0604020202020204" charset="0"/>
              </a:rPr>
              <a:t>3.224.112.47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6C04B6-1520-3AF8-2C91-851301E12583}"/>
              </a:ext>
            </a:extLst>
          </p:cNvPr>
          <p:cNvSpPr txBox="1"/>
          <p:nvPr/>
        </p:nvSpPr>
        <p:spPr>
          <a:xfrm>
            <a:off x="5566815" y="4755596"/>
            <a:ext cx="2717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Agrandir Bold" panose="020B0604020202020204" charset="0"/>
              </a:rPr>
              <a:t>201.17.81.22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9BEEC93-D66B-4D0F-8199-E03460A22DEA}"/>
              </a:ext>
            </a:extLst>
          </p:cNvPr>
          <p:cNvSpPr/>
          <p:nvPr/>
        </p:nvSpPr>
        <p:spPr>
          <a:xfrm>
            <a:off x="8983462" y="4165394"/>
            <a:ext cx="446625" cy="4466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76200">
            <a:solidFill>
              <a:schemeClr val="accent2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divo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A529808-4B35-F6A6-17F7-94C7940F3CA1}"/>
              </a:ext>
            </a:extLst>
          </p:cNvPr>
          <p:cNvSpPr/>
          <p:nvPr/>
        </p:nvSpPr>
        <p:spPr>
          <a:xfrm>
            <a:off x="12865066" y="2083415"/>
            <a:ext cx="446625" cy="4466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76200">
            <a:solidFill>
              <a:schemeClr val="accent2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divo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EDF2D6C-6AE5-5DA0-2EC2-97414B72C522}"/>
              </a:ext>
            </a:extLst>
          </p:cNvPr>
          <p:cNvSpPr txBox="1"/>
          <p:nvPr/>
        </p:nvSpPr>
        <p:spPr>
          <a:xfrm>
            <a:off x="1355995" y="3975889"/>
            <a:ext cx="2717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Agrandir Bold" panose="020B0604020202020204" charset="0"/>
              </a:rPr>
              <a:t>3.224.112.47</a:t>
            </a:r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8D49EB19-4205-E680-C68A-79E0320600B6}"/>
              </a:ext>
            </a:extLst>
          </p:cNvPr>
          <p:cNvSpPr/>
          <p:nvPr/>
        </p:nvSpPr>
        <p:spPr>
          <a:xfrm>
            <a:off x="9181322" y="4381500"/>
            <a:ext cx="6456784" cy="2034073"/>
          </a:xfrm>
          <a:custGeom>
            <a:avLst/>
            <a:gdLst>
              <a:gd name="connsiteX0" fmla="*/ 0 w 6456784"/>
              <a:gd name="connsiteY0" fmla="*/ 0 h 2034073"/>
              <a:gd name="connsiteX1" fmla="*/ 167951 w 6456784"/>
              <a:gd name="connsiteY1" fmla="*/ 37322 h 2034073"/>
              <a:gd name="connsiteX2" fmla="*/ 205274 w 6456784"/>
              <a:gd name="connsiteY2" fmla="*/ 93306 h 2034073"/>
              <a:gd name="connsiteX3" fmla="*/ 317241 w 6456784"/>
              <a:gd name="connsiteY3" fmla="*/ 130628 h 2034073"/>
              <a:gd name="connsiteX4" fmla="*/ 391886 w 6456784"/>
              <a:gd name="connsiteY4" fmla="*/ 167951 h 2034073"/>
              <a:gd name="connsiteX5" fmla="*/ 503854 w 6456784"/>
              <a:gd name="connsiteY5" fmla="*/ 205273 h 2034073"/>
              <a:gd name="connsiteX6" fmla="*/ 559837 w 6456784"/>
              <a:gd name="connsiteY6" fmla="*/ 261257 h 2034073"/>
              <a:gd name="connsiteX7" fmla="*/ 690466 w 6456784"/>
              <a:gd name="connsiteY7" fmla="*/ 317241 h 2034073"/>
              <a:gd name="connsiteX8" fmla="*/ 821094 w 6456784"/>
              <a:gd name="connsiteY8" fmla="*/ 391885 h 2034073"/>
              <a:gd name="connsiteX9" fmla="*/ 858417 w 6456784"/>
              <a:gd name="connsiteY9" fmla="*/ 429208 h 2034073"/>
              <a:gd name="connsiteX10" fmla="*/ 1045029 w 6456784"/>
              <a:gd name="connsiteY10" fmla="*/ 503853 h 2034073"/>
              <a:gd name="connsiteX11" fmla="*/ 1119674 w 6456784"/>
              <a:gd name="connsiteY11" fmla="*/ 541175 h 2034073"/>
              <a:gd name="connsiteX12" fmla="*/ 1231641 w 6456784"/>
              <a:gd name="connsiteY12" fmla="*/ 578498 h 2034073"/>
              <a:gd name="connsiteX13" fmla="*/ 1268964 w 6456784"/>
              <a:gd name="connsiteY13" fmla="*/ 615820 h 2034073"/>
              <a:gd name="connsiteX14" fmla="*/ 1418254 w 6456784"/>
              <a:gd name="connsiteY14" fmla="*/ 653143 h 2034073"/>
              <a:gd name="connsiteX15" fmla="*/ 1642188 w 6456784"/>
              <a:gd name="connsiteY15" fmla="*/ 765110 h 2034073"/>
              <a:gd name="connsiteX16" fmla="*/ 1828800 w 6456784"/>
              <a:gd name="connsiteY16" fmla="*/ 802432 h 2034073"/>
              <a:gd name="connsiteX17" fmla="*/ 1903445 w 6456784"/>
              <a:gd name="connsiteY17" fmla="*/ 821094 h 2034073"/>
              <a:gd name="connsiteX18" fmla="*/ 1940768 w 6456784"/>
              <a:gd name="connsiteY18" fmla="*/ 858416 h 2034073"/>
              <a:gd name="connsiteX19" fmla="*/ 2108719 w 6456784"/>
              <a:gd name="connsiteY19" fmla="*/ 895739 h 2034073"/>
              <a:gd name="connsiteX20" fmla="*/ 2258009 w 6456784"/>
              <a:gd name="connsiteY20" fmla="*/ 951722 h 2034073"/>
              <a:gd name="connsiteX21" fmla="*/ 2388637 w 6456784"/>
              <a:gd name="connsiteY21" fmla="*/ 1063690 h 2034073"/>
              <a:gd name="connsiteX22" fmla="*/ 2481943 w 6456784"/>
              <a:gd name="connsiteY22" fmla="*/ 1119673 h 2034073"/>
              <a:gd name="connsiteX23" fmla="*/ 2519266 w 6456784"/>
              <a:gd name="connsiteY23" fmla="*/ 1156996 h 2034073"/>
              <a:gd name="connsiteX24" fmla="*/ 2612572 w 6456784"/>
              <a:gd name="connsiteY24" fmla="*/ 1194318 h 2034073"/>
              <a:gd name="connsiteX25" fmla="*/ 2743200 w 6456784"/>
              <a:gd name="connsiteY25" fmla="*/ 1250302 h 2034073"/>
              <a:gd name="connsiteX26" fmla="*/ 2817845 w 6456784"/>
              <a:gd name="connsiteY26" fmla="*/ 1324947 h 2034073"/>
              <a:gd name="connsiteX27" fmla="*/ 2855168 w 6456784"/>
              <a:gd name="connsiteY27" fmla="*/ 1362269 h 2034073"/>
              <a:gd name="connsiteX28" fmla="*/ 2929813 w 6456784"/>
              <a:gd name="connsiteY28" fmla="*/ 1418253 h 2034073"/>
              <a:gd name="connsiteX29" fmla="*/ 3023119 w 6456784"/>
              <a:gd name="connsiteY29" fmla="*/ 1511559 h 2034073"/>
              <a:gd name="connsiteX30" fmla="*/ 3191070 w 6456784"/>
              <a:gd name="connsiteY30" fmla="*/ 1586204 h 2034073"/>
              <a:gd name="connsiteX31" fmla="*/ 3396343 w 6456784"/>
              <a:gd name="connsiteY31" fmla="*/ 1660849 h 2034073"/>
              <a:gd name="connsiteX32" fmla="*/ 3545633 w 6456784"/>
              <a:gd name="connsiteY32" fmla="*/ 1604865 h 2034073"/>
              <a:gd name="connsiteX33" fmla="*/ 3825551 w 6456784"/>
              <a:gd name="connsiteY33" fmla="*/ 1586204 h 2034073"/>
              <a:gd name="connsiteX34" fmla="*/ 3937519 w 6456784"/>
              <a:gd name="connsiteY34" fmla="*/ 1567543 h 2034073"/>
              <a:gd name="connsiteX35" fmla="*/ 4049486 w 6456784"/>
              <a:gd name="connsiteY35" fmla="*/ 1511559 h 2034073"/>
              <a:gd name="connsiteX36" fmla="*/ 4105470 w 6456784"/>
              <a:gd name="connsiteY36" fmla="*/ 1474236 h 2034073"/>
              <a:gd name="connsiteX37" fmla="*/ 4161454 w 6456784"/>
              <a:gd name="connsiteY37" fmla="*/ 1455575 h 2034073"/>
              <a:gd name="connsiteX38" fmla="*/ 4236098 w 6456784"/>
              <a:gd name="connsiteY38" fmla="*/ 1418253 h 2034073"/>
              <a:gd name="connsiteX39" fmla="*/ 4385388 w 6456784"/>
              <a:gd name="connsiteY39" fmla="*/ 1380930 h 2034073"/>
              <a:gd name="connsiteX40" fmla="*/ 4646645 w 6456784"/>
              <a:gd name="connsiteY40" fmla="*/ 1343608 h 2034073"/>
              <a:gd name="connsiteX41" fmla="*/ 4777274 w 6456784"/>
              <a:gd name="connsiteY41" fmla="*/ 1287624 h 2034073"/>
              <a:gd name="connsiteX42" fmla="*/ 4851919 w 6456784"/>
              <a:gd name="connsiteY42" fmla="*/ 1250302 h 2034073"/>
              <a:gd name="connsiteX43" fmla="*/ 4945225 w 6456784"/>
              <a:gd name="connsiteY43" fmla="*/ 1212979 h 2034073"/>
              <a:gd name="connsiteX44" fmla="*/ 5075854 w 6456784"/>
              <a:gd name="connsiteY44" fmla="*/ 1175657 h 2034073"/>
              <a:gd name="connsiteX45" fmla="*/ 5187821 w 6456784"/>
              <a:gd name="connsiteY45" fmla="*/ 1156996 h 2034073"/>
              <a:gd name="connsiteX46" fmla="*/ 5393094 w 6456784"/>
              <a:gd name="connsiteY46" fmla="*/ 1175657 h 2034073"/>
              <a:gd name="connsiteX47" fmla="*/ 5467739 w 6456784"/>
              <a:gd name="connsiteY47" fmla="*/ 1194318 h 2034073"/>
              <a:gd name="connsiteX48" fmla="*/ 5617029 w 6456784"/>
              <a:gd name="connsiteY48" fmla="*/ 1306285 h 2034073"/>
              <a:gd name="connsiteX49" fmla="*/ 5728996 w 6456784"/>
              <a:gd name="connsiteY49" fmla="*/ 1418253 h 2034073"/>
              <a:gd name="connsiteX50" fmla="*/ 5784980 w 6456784"/>
              <a:gd name="connsiteY50" fmla="*/ 1474236 h 2034073"/>
              <a:gd name="connsiteX51" fmla="*/ 5840964 w 6456784"/>
              <a:gd name="connsiteY51" fmla="*/ 1511559 h 2034073"/>
              <a:gd name="connsiteX52" fmla="*/ 5952931 w 6456784"/>
              <a:gd name="connsiteY52" fmla="*/ 1642188 h 2034073"/>
              <a:gd name="connsiteX53" fmla="*/ 6008915 w 6456784"/>
              <a:gd name="connsiteY53" fmla="*/ 1660849 h 2034073"/>
              <a:gd name="connsiteX54" fmla="*/ 6102221 w 6456784"/>
              <a:gd name="connsiteY54" fmla="*/ 1772816 h 2034073"/>
              <a:gd name="connsiteX55" fmla="*/ 6176866 w 6456784"/>
              <a:gd name="connsiteY55" fmla="*/ 1828800 h 2034073"/>
              <a:gd name="connsiteX56" fmla="*/ 6232849 w 6456784"/>
              <a:gd name="connsiteY56" fmla="*/ 1866122 h 2034073"/>
              <a:gd name="connsiteX57" fmla="*/ 6344817 w 6456784"/>
              <a:gd name="connsiteY57" fmla="*/ 1940767 h 2034073"/>
              <a:gd name="connsiteX58" fmla="*/ 6382139 w 6456784"/>
              <a:gd name="connsiteY58" fmla="*/ 1978090 h 2034073"/>
              <a:gd name="connsiteX59" fmla="*/ 6456784 w 6456784"/>
              <a:gd name="connsiteY59" fmla="*/ 2034073 h 2034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6456784" h="2034073">
                <a:moveTo>
                  <a:pt x="0" y="0"/>
                </a:moveTo>
                <a:cubicBezTo>
                  <a:pt x="2056" y="411"/>
                  <a:pt x="156656" y="29792"/>
                  <a:pt x="167951" y="37322"/>
                </a:cubicBezTo>
                <a:cubicBezTo>
                  <a:pt x="186612" y="49763"/>
                  <a:pt x="186255" y="81419"/>
                  <a:pt x="205274" y="93306"/>
                </a:cubicBezTo>
                <a:cubicBezTo>
                  <a:pt x="238635" y="114157"/>
                  <a:pt x="280714" y="116017"/>
                  <a:pt x="317241" y="130628"/>
                </a:cubicBezTo>
                <a:cubicBezTo>
                  <a:pt x="343070" y="140960"/>
                  <a:pt x="366057" y="157619"/>
                  <a:pt x="391886" y="167951"/>
                </a:cubicBezTo>
                <a:cubicBezTo>
                  <a:pt x="428414" y="182562"/>
                  <a:pt x="503854" y="205273"/>
                  <a:pt x="503854" y="205273"/>
                </a:cubicBezTo>
                <a:cubicBezTo>
                  <a:pt x="522515" y="223934"/>
                  <a:pt x="538362" y="245918"/>
                  <a:pt x="559837" y="261257"/>
                </a:cubicBezTo>
                <a:cubicBezTo>
                  <a:pt x="650433" y="325969"/>
                  <a:pt x="609253" y="276634"/>
                  <a:pt x="690466" y="317241"/>
                </a:cubicBezTo>
                <a:cubicBezTo>
                  <a:pt x="735322" y="339669"/>
                  <a:pt x="779366" y="364067"/>
                  <a:pt x="821094" y="391885"/>
                </a:cubicBezTo>
                <a:cubicBezTo>
                  <a:pt x="835733" y="401645"/>
                  <a:pt x="842680" y="421340"/>
                  <a:pt x="858417" y="429208"/>
                </a:cubicBezTo>
                <a:cubicBezTo>
                  <a:pt x="918340" y="459170"/>
                  <a:pt x="985106" y="473892"/>
                  <a:pt x="1045029" y="503853"/>
                </a:cubicBezTo>
                <a:cubicBezTo>
                  <a:pt x="1069911" y="516294"/>
                  <a:pt x="1093845" y="530843"/>
                  <a:pt x="1119674" y="541175"/>
                </a:cubicBezTo>
                <a:cubicBezTo>
                  <a:pt x="1156201" y="555786"/>
                  <a:pt x="1231641" y="578498"/>
                  <a:pt x="1231641" y="578498"/>
                </a:cubicBezTo>
                <a:cubicBezTo>
                  <a:pt x="1244082" y="590939"/>
                  <a:pt x="1252628" y="609286"/>
                  <a:pt x="1268964" y="615820"/>
                </a:cubicBezTo>
                <a:cubicBezTo>
                  <a:pt x="1316590" y="634870"/>
                  <a:pt x="1418254" y="653143"/>
                  <a:pt x="1418254" y="653143"/>
                </a:cubicBezTo>
                <a:cubicBezTo>
                  <a:pt x="1517691" y="712804"/>
                  <a:pt x="1523271" y="721867"/>
                  <a:pt x="1642188" y="765110"/>
                </a:cubicBezTo>
                <a:cubicBezTo>
                  <a:pt x="1695165" y="784374"/>
                  <a:pt x="1777655" y="792203"/>
                  <a:pt x="1828800" y="802432"/>
                </a:cubicBezTo>
                <a:cubicBezTo>
                  <a:pt x="1853949" y="807462"/>
                  <a:pt x="1878563" y="814873"/>
                  <a:pt x="1903445" y="821094"/>
                </a:cubicBezTo>
                <a:cubicBezTo>
                  <a:pt x="1915886" y="833535"/>
                  <a:pt x="1925031" y="850548"/>
                  <a:pt x="1940768" y="858416"/>
                </a:cubicBezTo>
                <a:cubicBezTo>
                  <a:pt x="1958334" y="867199"/>
                  <a:pt x="2098907" y="893777"/>
                  <a:pt x="2108719" y="895739"/>
                </a:cubicBezTo>
                <a:cubicBezTo>
                  <a:pt x="2280773" y="1010442"/>
                  <a:pt x="2015881" y="844110"/>
                  <a:pt x="2258009" y="951722"/>
                </a:cubicBezTo>
                <a:cubicBezTo>
                  <a:pt x="2333200" y="985140"/>
                  <a:pt x="2328113" y="1018297"/>
                  <a:pt x="2388637" y="1063690"/>
                </a:cubicBezTo>
                <a:cubicBezTo>
                  <a:pt x="2417654" y="1085452"/>
                  <a:pt x="2452428" y="1098591"/>
                  <a:pt x="2481943" y="1119673"/>
                </a:cubicBezTo>
                <a:cubicBezTo>
                  <a:pt x="2496260" y="1129899"/>
                  <a:pt x="2503990" y="1148267"/>
                  <a:pt x="2519266" y="1156996"/>
                </a:cubicBezTo>
                <a:cubicBezTo>
                  <a:pt x="2548350" y="1173616"/>
                  <a:pt x="2582611" y="1179337"/>
                  <a:pt x="2612572" y="1194318"/>
                </a:cubicBezTo>
                <a:cubicBezTo>
                  <a:pt x="2741447" y="1258755"/>
                  <a:pt x="2587848" y="1211464"/>
                  <a:pt x="2743200" y="1250302"/>
                </a:cubicBezTo>
                <a:lnTo>
                  <a:pt x="2817845" y="1324947"/>
                </a:lnTo>
                <a:cubicBezTo>
                  <a:pt x="2830286" y="1337388"/>
                  <a:pt x="2841093" y="1351713"/>
                  <a:pt x="2855168" y="1362269"/>
                </a:cubicBezTo>
                <a:cubicBezTo>
                  <a:pt x="2880050" y="1380930"/>
                  <a:pt x="2906567" y="1397590"/>
                  <a:pt x="2929813" y="1418253"/>
                </a:cubicBezTo>
                <a:cubicBezTo>
                  <a:pt x="2962688" y="1447475"/>
                  <a:pt x="2983778" y="1491888"/>
                  <a:pt x="3023119" y="1511559"/>
                </a:cubicBezTo>
                <a:cubicBezTo>
                  <a:pt x="3287846" y="1643924"/>
                  <a:pt x="3031781" y="1522488"/>
                  <a:pt x="3191070" y="1586204"/>
                </a:cubicBezTo>
                <a:cubicBezTo>
                  <a:pt x="3374646" y="1659635"/>
                  <a:pt x="3259836" y="1626723"/>
                  <a:pt x="3396343" y="1660849"/>
                </a:cubicBezTo>
                <a:cubicBezTo>
                  <a:pt x="3446106" y="1642188"/>
                  <a:pt x="3493272" y="1613971"/>
                  <a:pt x="3545633" y="1604865"/>
                </a:cubicBezTo>
                <a:cubicBezTo>
                  <a:pt x="3637763" y="1588842"/>
                  <a:pt x="3732459" y="1595070"/>
                  <a:pt x="3825551" y="1586204"/>
                </a:cubicBezTo>
                <a:cubicBezTo>
                  <a:pt x="3863218" y="1582617"/>
                  <a:pt x="3900196" y="1573763"/>
                  <a:pt x="3937519" y="1567543"/>
                </a:cubicBezTo>
                <a:cubicBezTo>
                  <a:pt x="4012637" y="1492423"/>
                  <a:pt x="3929112" y="1563148"/>
                  <a:pt x="4049486" y="1511559"/>
                </a:cubicBezTo>
                <a:cubicBezTo>
                  <a:pt x="4070101" y="1502724"/>
                  <a:pt x="4085410" y="1484266"/>
                  <a:pt x="4105470" y="1474236"/>
                </a:cubicBezTo>
                <a:cubicBezTo>
                  <a:pt x="4123064" y="1465439"/>
                  <a:pt x="4143374" y="1463324"/>
                  <a:pt x="4161454" y="1455575"/>
                </a:cubicBezTo>
                <a:cubicBezTo>
                  <a:pt x="4187023" y="1444617"/>
                  <a:pt x="4209707" y="1427050"/>
                  <a:pt x="4236098" y="1418253"/>
                </a:cubicBezTo>
                <a:cubicBezTo>
                  <a:pt x="4284761" y="1402032"/>
                  <a:pt x="4334791" y="1389363"/>
                  <a:pt x="4385388" y="1380930"/>
                </a:cubicBezTo>
                <a:cubicBezTo>
                  <a:pt x="4546824" y="1354024"/>
                  <a:pt x="4459811" y="1366962"/>
                  <a:pt x="4646645" y="1343608"/>
                </a:cubicBezTo>
                <a:cubicBezTo>
                  <a:pt x="4760097" y="1267973"/>
                  <a:pt x="4639557" y="1339267"/>
                  <a:pt x="4777274" y="1287624"/>
                </a:cubicBezTo>
                <a:cubicBezTo>
                  <a:pt x="4803321" y="1277856"/>
                  <a:pt x="4826498" y="1261600"/>
                  <a:pt x="4851919" y="1250302"/>
                </a:cubicBezTo>
                <a:cubicBezTo>
                  <a:pt x="4882530" y="1236697"/>
                  <a:pt x="4913860" y="1224741"/>
                  <a:pt x="4945225" y="1212979"/>
                </a:cubicBezTo>
                <a:cubicBezTo>
                  <a:pt x="4985876" y="1197735"/>
                  <a:pt x="5033841" y="1184060"/>
                  <a:pt x="5075854" y="1175657"/>
                </a:cubicBezTo>
                <a:cubicBezTo>
                  <a:pt x="5112956" y="1168237"/>
                  <a:pt x="5150499" y="1163216"/>
                  <a:pt x="5187821" y="1156996"/>
                </a:cubicBezTo>
                <a:cubicBezTo>
                  <a:pt x="5256245" y="1163216"/>
                  <a:pt x="5324990" y="1166577"/>
                  <a:pt x="5393094" y="1175657"/>
                </a:cubicBezTo>
                <a:cubicBezTo>
                  <a:pt x="5418516" y="1179047"/>
                  <a:pt x="5445585" y="1181395"/>
                  <a:pt x="5467739" y="1194318"/>
                </a:cubicBezTo>
                <a:cubicBezTo>
                  <a:pt x="5521470" y="1225661"/>
                  <a:pt x="5573044" y="1262300"/>
                  <a:pt x="5617029" y="1306285"/>
                </a:cubicBezTo>
                <a:lnTo>
                  <a:pt x="5728996" y="1418253"/>
                </a:lnTo>
                <a:cubicBezTo>
                  <a:pt x="5747657" y="1436914"/>
                  <a:pt x="5763022" y="1459597"/>
                  <a:pt x="5784980" y="1474236"/>
                </a:cubicBezTo>
                <a:lnTo>
                  <a:pt x="5840964" y="1511559"/>
                </a:lnTo>
                <a:cubicBezTo>
                  <a:pt x="5876829" y="1565357"/>
                  <a:pt x="5895337" y="1601049"/>
                  <a:pt x="5952931" y="1642188"/>
                </a:cubicBezTo>
                <a:cubicBezTo>
                  <a:pt x="5968938" y="1653621"/>
                  <a:pt x="5990254" y="1654629"/>
                  <a:pt x="6008915" y="1660849"/>
                </a:cubicBezTo>
                <a:cubicBezTo>
                  <a:pt x="6040508" y="1702974"/>
                  <a:pt x="6062674" y="1739860"/>
                  <a:pt x="6102221" y="1772816"/>
                </a:cubicBezTo>
                <a:cubicBezTo>
                  <a:pt x="6126114" y="1792727"/>
                  <a:pt x="6151557" y="1810722"/>
                  <a:pt x="6176866" y="1828800"/>
                </a:cubicBezTo>
                <a:cubicBezTo>
                  <a:pt x="6195116" y="1841836"/>
                  <a:pt x="6215336" y="1852111"/>
                  <a:pt x="6232849" y="1866122"/>
                </a:cubicBezTo>
                <a:cubicBezTo>
                  <a:pt x="6327837" y="1942112"/>
                  <a:pt x="6194362" y="1865541"/>
                  <a:pt x="6344817" y="1940767"/>
                </a:cubicBezTo>
                <a:cubicBezTo>
                  <a:pt x="6357258" y="1953208"/>
                  <a:pt x="6368400" y="1967099"/>
                  <a:pt x="6382139" y="1978090"/>
                </a:cubicBezTo>
                <a:cubicBezTo>
                  <a:pt x="6487650" y="2062499"/>
                  <a:pt x="6405709" y="1982998"/>
                  <a:pt x="6456784" y="2034073"/>
                </a:cubicBezTo>
              </a:path>
            </a:pathLst>
          </a:custGeom>
          <a:ln w="152400">
            <a:solidFill>
              <a:srgbClr val="FFFF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1AF75AFE-BBDB-7881-6615-ED490786D3BF}"/>
              </a:ext>
            </a:extLst>
          </p:cNvPr>
          <p:cNvSpPr txBox="1"/>
          <p:nvPr/>
        </p:nvSpPr>
        <p:spPr>
          <a:xfrm>
            <a:off x="5482173" y="7209912"/>
            <a:ext cx="3699149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0E073F"/>
                </a:solidFill>
                <a:latin typeface="Agrandir Bold"/>
              </a:rPr>
              <a:t>Ta, mas </a:t>
            </a:r>
            <a:r>
              <a:rPr lang="en-US" sz="2800" dirty="0" err="1">
                <a:solidFill>
                  <a:srgbClr val="0E073F"/>
                </a:solidFill>
                <a:latin typeface="Agrandir Bold"/>
              </a:rPr>
              <a:t>não</a:t>
            </a:r>
            <a:r>
              <a:rPr lang="en-US" sz="2800" dirty="0">
                <a:solidFill>
                  <a:srgbClr val="0E073F"/>
                </a:solidFill>
                <a:latin typeface="Agrandir Bold"/>
              </a:rPr>
              <a:t> é </a:t>
            </a:r>
            <a:r>
              <a:rPr lang="en-US" sz="2800" dirty="0" err="1">
                <a:solidFill>
                  <a:srgbClr val="0E073F"/>
                </a:solidFill>
                <a:latin typeface="Agrandir Bold"/>
              </a:rPr>
              <a:t>só</a:t>
            </a:r>
            <a:r>
              <a:rPr lang="en-US" sz="2800" dirty="0">
                <a:solidFill>
                  <a:srgbClr val="0E073F"/>
                </a:solidFill>
                <a:latin typeface="Agrandir Bold"/>
              </a:rPr>
              <a:t> </a:t>
            </a:r>
            <a:r>
              <a:rPr lang="en-US" sz="2800" dirty="0" err="1">
                <a:solidFill>
                  <a:srgbClr val="0E073F"/>
                </a:solidFill>
                <a:latin typeface="Agrandir Bold"/>
              </a:rPr>
              <a:t>fazer</a:t>
            </a:r>
            <a:r>
              <a:rPr lang="en-US" sz="2800" dirty="0">
                <a:solidFill>
                  <a:srgbClr val="0E073F"/>
                </a:solidFill>
                <a:latin typeface="Agrandir Bold"/>
              </a:rPr>
              <a:t> o </a:t>
            </a:r>
            <a:r>
              <a:rPr lang="en-US" sz="2800" dirty="0" err="1">
                <a:solidFill>
                  <a:srgbClr val="0E073F"/>
                </a:solidFill>
                <a:latin typeface="Agrandir Bold"/>
              </a:rPr>
              <a:t>mesmo</a:t>
            </a:r>
            <a:r>
              <a:rPr lang="en-US" sz="2800" dirty="0">
                <a:solidFill>
                  <a:srgbClr val="0E073F"/>
                </a:solidFill>
                <a:latin typeface="Agrandir Bold"/>
              </a:rPr>
              <a:t> </a:t>
            </a:r>
            <a:r>
              <a:rPr lang="en-US" sz="2800" dirty="0" err="1">
                <a:solidFill>
                  <a:srgbClr val="0E073F"/>
                </a:solidFill>
                <a:latin typeface="Agrandir Bold"/>
              </a:rPr>
              <a:t>caminho</a:t>
            </a:r>
            <a:r>
              <a:rPr lang="en-US" sz="2800" dirty="0">
                <a:solidFill>
                  <a:srgbClr val="0E073F"/>
                </a:solidFill>
                <a:latin typeface="Agrandir Bold"/>
              </a:rPr>
              <a:t> sempre?</a:t>
            </a:r>
          </a:p>
          <a:p>
            <a:endParaRPr lang="en-US" sz="4800" dirty="0">
              <a:solidFill>
                <a:srgbClr val="0E073F"/>
              </a:solidFill>
              <a:latin typeface="Agrandir Bold"/>
            </a:endParaRPr>
          </a:p>
        </p:txBody>
      </p:sp>
      <p:sp>
        <p:nvSpPr>
          <p:cNvPr id="26" name="Explosão: 14 Pontos 25">
            <a:extLst>
              <a:ext uri="{FF2B5EF4-FFF2-40B4-BE49-F238E27FC236}">
                <a16:creationId xmlns:a16="http://schemas.microsoft.com/office/drawing/2014/main" id="{C6D21942-A8AF-9AE7-B505-D76058574EE2}"/>
              </a:ext>
            </a:extLst>
          </p:cNvPr>
          <p:cNvSpPr/>
          <p:nvPr/>
        </p:nvSpPr>
        <p:spPr>
          <a:xfrm>
            <a:off x="11950666" y="5480731"/>
            <a:ext cx="914400" cy="914400"/>
          </a:xfrm>
          <a:prstGeom prst="irregularSeal2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xplosão: 14 Pontos 27">
            <a:extLst>
              <a:ext uri="{FF2B5EF4-FFF2-40B4-BE49-F238E27FC236}">
                <a16:creationId xmlns:a16="http://schemas.microsoft.com/office/drawing/2014/main" id="{4BC425F8-D128-2480-0B4A-5433E0FB6652}"/>
              </a:ext>
            </a:extLst>
          </p:cNvPr>
          <p:cNvSpPr/>
          <p:nvPr/>
        </p:nvSpPr>
        <p:spPr>
          <a:xfrm>
            <a:off x="14039194" y="5015718"/>
            <a:ext cx="914400" cy="914400"/>
          </a:xfrm>
          <a:prstGeom prst="irregularSeal2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17E3CC8A-5638-AF96-6AB8-990B085AB082}"/>
              </a:ext>
            </a:extLst>
          </p:cNvPr>
          <p:cNvSpPr/>
          <p:nvPr/>
        </p:nvSpPr>
        <p:spPr>
          <a:xfrm>
            <a:off x="9237306" y="2407298"/>
            <a:ext cx="7688425" cy="3097763"/>
          </a:xfrm>
          <a:custGeom>
            <a:avLst/>
            <a:gdLst>
              <a:gd name="connsiteX0" fmla="*/ 0 w 7688425"/>
              <a:gd name="connsiteY0" fmla="*/ 2034073 h 3097763"/>
              <a:gd name="connsiteX1" fmla="*/ 485192 w 7688425"/>
              <a:gd name="connsiteY1" fmla="*/ 2146041 h 3097763"/>
              <a:gd name="connsiteX2" fmla="*/ 690465 w 7688425"/>
              <a:gd name="connsiteY2" fmla="*/ 2332653 h 3097763"/>
              <a:gd name="connsiteX3" fmla="*/ 765110 w 7688425"/>
              <a:gd name="connsiteY3" fmla="*/ 2407298 h 3097763"/>
              <a:gd name="connsiteX4" fmla="*/ 877078 w 7688425"/>
              <a:gd name="connsiteY4" fmla="*/ 2444620 h 3097763"/>
              <a:gd name="connsiteX5" fmla="*/ 933061 w 7688425"/>
              <a:gd name="connsiteY5" fmla="*/ 2481943 h 3097763"/>
              <a:gd name="connsiteX6" fmla="*/ 1119674 w 7688425"/>
              <a:gd name="connsiteY6" fmla="*/ 2537926 h 3097763"/>
              <a:gd name="connsiteX7" fmla="*/ 1194318 w 7688425"/>
              <a:gd name="connsiteY7" fmla="*/ 2575249 h 3097763"/>
              <a:gd name="connsiteX8" fmla="*/ 1362270 w 7688425"/>
              <a:gd name="connsiteY8" fmla="*/ 2631233 h 3097763"/>
              <a:gd name="connsiteX9" fmla="*/ 1791478 w 7688425"/>
              <a:gd name="connsiteY9" fmla="*/ 2593910 h 3097763"/>
              <a:gd name="connsiteX10" fmla="*/ 1922106 w 7688425"/>
              <a:gd name="connsiteY10" fmla="*/ 2481943 h 3097763"/>
              <a:gd name="connsiteX11" fmla="*/ 2015412 w 7688425"/>
              <a:gd name="connsiteY11" fmla="*/ 2425959 h 3097763"/>
              <a:gd name="connsiteX12" fmla="*/ 2146041 w 7688425"/>
              <a:gd name="connsiteY12" fmla="*/ 2351314 h 3097763"/>
              <a:gd name="connsiteX13" fmla="*/ 2183363 w 7688425"/>
              <a:gd name="connsiteY13" fmla="*/ 2295331 h 3097763"/>
              <a:gd name="connsiteX14" fmla="*/ 2295331 w 7688425"/>
              <a:gd name="connsiteY14" fmla="*/ 2202024 h 3097763"/>
              <a:gd name="connsiteX15" fmla="*/ 2351314 w 7688425"/>
              <a:gd name="connsiteY15" fmla="*/ 2108718 h 3097763"/>
              <a:gd name="connsiteX16" fmla="*/ 2407298 w 7688425"/>
              <a:gd name="connsiteY16" fmla="*/ 2090057 h 3097763"/>
              <a:gd name="connsiteX17" fmla="*/ 2444621 w 7688425"/>
              <a:gd name="connsiteY17" fmla="*/ 2052735 h 3097763"/>
              <a:gd name="connsiteX18" fmla="*/ 2537927 w 7688425"/>
              <a:gd name="connsiteY18" fmla="*/ 1978090 h 3097763"/>
              <a:gd name="connsiteX19" fmla="*/ 2649894 w 7688425"/>
              <a:gd name="connsiteY19" fmla="*/ 1884784 h 3097763"/>
              <a:gd name="connsiteX20" fmla="*/ 2780523 w 7688425"/>
              <a:gd name="connsiteY20" fmla="*/ 1679510 h 3097763"/>
              <a:gd name="connsiteX21" fmla="*/ 2855167 w 7688425"/>
              <a:gd name="connsiteY21" fmla="*/ 1567543 h 3097763"/>
              <a:gd name="connsiteX22" fmla="*/ 2948474 w 7688425"/>
              <a:gd name="connsiteY22" fmla="*/ 1399592 h 3097763"/>
              <a:gd name="connsiteX23" fmla="*/ 3041780 w 7688425"/>
              <a:gd name="connsiteY23" fmla="*/ 1250302 h 3097763"/>
              <a:gd name="connsiteX24" fmla="*/ 3172408 w 7688425"/>
              <a:gd name="connsiteY24" fmla="*/ 1119673 h 3097763"/>
              <a:gd name="connsiteX25" fmla="*/ 3265714 w 7688425"/>
              <a:gd name="connsiteY25" fmla="*/ 989045 h 3097763"/>
              <a:gd name="connsiteX26" fmla="*/ 3377682 w 7688425"/>
              <a:gd name="connsiteY26" fmla="*/ 802433 h 3097763"/>
              <a:gd name="connsiteX27" fmla="*/ 3415004 w 7688425"/>
              <a:gd name="connsiteY27" fmla="*/ 746449 h 3097763"/>
              <a:gd name="connsiteX28" fmla="*/ 3452327 w 7688425"/>
              <a:gd name="connsiteY28" fmla="*/ 709126 h 3097763"/>
              <a:gd name="connsiteX29" fmla="*/ 3508310 w 7688425"/>
              <a:gd name="connsiteY29" fmla="*/ 578498 h 3097763"/>
              <a:gd name="connsiteX30" fmla="*/ 3545633 w 7688425"/>
              <a:gd name="connsiteY30" fmla="*/ 522514 h 3097763"/>
              <a:gd name="connsiteX31" fmla="*/ 3620278 w 7688425"/>
              <a:gd name="connsiteY31" fmla="*/ 391886 h 3097763"/>
              <a:gd name="connsiteX32" fmla="*/ 3657600 w 7688425"/>
              <a:gd name="connsiteY32" fmla="*/ 279918 h 3097763"/>
              <a:gd name="connsiteX33" fmla="*/ 3694923 w 7688425"/>
              <a:gd name="connsiteY33" fmla="*/ 242596 h 3097763"/>
              <a:gd name="connsiteX34" fmla="*/ 3713584 w 7688425"/>
              <a:gd name="connsiteY34" fmla="*/ 149290 h 3097763"/>
              <a:gd name="connsiteX35" fmla="*/ 3750906 w 7688425"/>
              <a:gd name="connsiteY35" fmla="*/ 93306 h 3097763"/>
              <a:gd name="connsiteX36" fmla="*/ 3788229 w 7688425"/>
              <a:gd name="connsiteY36" fmla="*/ 18661 h 3097763"/>
              <a:gd name="connsiteX37" fmla="*/ 3844212 w 7688425"/>
              <a:gd name="connsiteY37" fmla="*/ 0 h 3097763"/>
              <a:gd name="connsiteX38" fmla="*/ 3956180 w 7688425"/>
              <a:gd name="connsiteY38" fmla="*/ 37322 h 3097763"/>
              <a:gd name="connsiteX39" fmla="*/ 3993502 w 7688425"/>
              <a:gd name="connsiteY39" fmla="*/ 74645 h 3097763"/>
              <a:gd name="connsiteX40" fmla="*/ 4049486 w 7688425"/>
              <a:gd name="connsiteY40" fmla="*/ 93306 h 3097763"/>
              <a:gd name="connsiteX41" fmla="*/ 4105470 w 7688425"/>
              <a:gd name="connsiteY41" fmla="*/ 167951 h 3097763"/>
              <a:gd name="connsiteX42" fmla="*/ 4161453 w 7688425"/>
              <a:gd name="connsiteY42" fmla="*/ 186612 h 3097763"/>
              <a:gd name="connsiteX43" fmla="*/ 4180114 w 7688425"/>
              <a:gd name="connsiteY43" fmla="*/ 242596 h 3097763"/>
              <a:gd name="connsiteX44" fmla="*/ 4236098 w 7688425"/>
              <a:gd name="connsiteY44" fmla="*/ 279918 h 3097763"/>
              <a:gd name="connsiteX45" fmla="*/ 4348065 w 7688425"/>
              <a:gd name="connsiteY45" fmla="*/ 335902 h 3097763"/>
              <a:gd name="connsiteX46" fmla="*/ 4404049 w 7688425"/>
              <a:gd name="connsiteY46" fmla="*/ 373224 h 3097763"/>
              <a:gd name="connsiteX47" fmla="*/ 4441372 w 7688425"/>
              <a:gd name="connsiteY47" fmla="*/ 410547 h 3097763"/>
              <a:gd name="connsiteX48" fmla="*/ 4534678 w 7688425"/>
              <a:gd name="connsiteY48" fmla="*/ 447869 h 3097763"/>
              <a:gd name="connsiteX49" fmla="*/ 4721290 w 7688425"/>
              <a:gd name="connsiteY49" fmla="*/ 578498 h 3097763"/>
              <a:gd name="connsiteX50" fmla="*/ 4814596 w 7688425"/>
              <a:gd name="connsiteY50" fmla="*/ 634482 h 3097763"/>
              <a:gd name="connsiteX51" fmla="*/ 4945225 w 7688425"/>
              <a:gd name="connsiteY51" fmla="*/ 746449 h 3097763"/>
              <a:gd name="connsiteX52" fmla="*/ 5113176 w 7688425"/>
              <a:gd name="connsiteY52" fmla="*/ 858416 h 3097763"/>
              <a:gd name="connsiteX53" fmla="*/ 5243804 w 7688425"/>
              <a:gd name="connsiteY53" fmla="*/ 933061 h 3097763"/>
              <a:gd name="connsiteX54" fmla="*/ 5318449 w 7688425"/>
              <a:gd name="connsiteY54" fmla="*/ 1007706 h 3097763"/>
              <a:gd name="connsiteX55" fmla="*/ 5486400 w 7688425"/>
              <a:gd name="connsiteY55" fmla="*/ 1082351 h 3097763"/>
              <a:gd name="connsiteX56" fmla="*/ 5598367 w 7688425"/>
              <a:gd name="connsiteY56" fmla="*/ 1156996 h 3097763"/>
              <a:gd name="connsiteX57" fmla="*/ 5915608 w 7688425"/>
              <a:gd name="connsiteY57" fmla="*/ 1380931 h 3097763"/>
              <a:gd name="connsiteX58" fmla="*/ 5990253 w 7688425"/>
              <a:gd name="connsiteY58" fmla="*/ 1399592 h 3097763"/>
              <a:gd name="connsiteX59" fmla="*/ 6046237 w 7688425"/>
              <a:gd name="connsiteY59" fmla="*/ 1436914 h 3097763"/>
              <a:gd name="connsiteX60" fmla="*/ 6158204 w 7688425"/>
              <a:gd name="connsiteY60" fmla="*/ 1474237 h 3097763"/>
              <a:gd name="connsiteX61" fmla="*/ 6419461 w 7688425"/>
              <a:gd name="connsiteY61" fmla="*/ 1623526 h 3097763"/>
              <a:gd name="connsiteX62" fmla="*/ 6587412 w 7688425"/>
              <a:gd name="connsiteY62" fmla="*/ 1754155 h 3097763"/>
              <a:gd name="connsiteX63" fmla="*/ 6680718 w 7688425"/>
              <a:gd name="connsiteY63" fmla="*/ 1847461 h 3097763"/>
              <a:gd name="connsiteX64" fmla="*/ 6774025 w 7688425"/>
              <a:gd name="connsiteY64" fmla="*/ 1903445 h 3097763"/>
              <a:gd name="connsiteX65" fmla="*/ 6923314 w 7688425"/>
              <a:gd name="connsiteY65" fmla="*/ 2034073 h 3097763"/>
              <a:gd name="connsiteX66" fmla="*/ 6997959 w 7688425"/>
              <a:gd name="connsiteY66" fmla="*/ 2164702 h 3097763"/>
              <a:gd name="connsiteX67" fmla="*/ 7053943 w 7688425"/>
              <a:gd name="connsiteY67" fmla="*/ 2239347 h 3097763"/>
              <a:gd name="connsiteX68" fmla="*/ 7091265 w 7688425"/>
              <a:gd name="connsiteY68" fmla="*/ 2313992 h 3097763"/>
              <a:gd name="connsiteX69" fmla="*/ 7184572 w 7688425"/>
              <a:gd name="connsiteY69" fmla="*/ 2388637 h 3097763"/>
              <a:gd name="connsiteX70" fmla="*/ 7259216 w 7688425"/>
              <a:gd name="connsiteY70" fmla="*/ 2463282 h 3097763"/>
              <a:gd name="connsiteX71" fmla="*/ 7277878 w 7688425"/>
              <a:gd name="connsiteY71" fmla="*/ 2519265 h 3097763"/>
              <a:gd name="connsiteX72" fmla="*/ 7333861 w 7688425"/>
              <a:gd name="connsiteY72" fmla="*/ 2556588 h 3097763"/>
              <a:gd name="connsiteX73" fmla="*/ 7371184 w 7688425"/>
              <a:gd name="connsiteY73" fmla="*/ 2649894 h 3097763"/>
              <a:gd name="connsiteX74" fmla="*/ 7427167 w 7688425"/>
              <a:gd name="connsiteY74" fmla="*/ 2687216 h 3097763"/>
              <a:gd name="connsiteX75" fmla="*/ 7464490 w 7688425"/>
              <a:gd name="connsiteY75" fmla="*/ 2724539 h 3097763"/>
              <a:gd name="connsiteX76" fmla="*/ 7539135 w 7688425"/>
              <a:gd name="connsiteY76" fmla="*/ 2892490 h 3097763"/>
              <a:gd name="connsiteX77" fmla="*/ 7688425 w 7688425"/>
              <a:gd name="connsiteY77" fmla="*/ 3097763 h 3097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7688425" h="3097763">
                <a:moveTo>
                  <a:pt x="0" y="2034073"/>
                </a:moveTo>
                <a:cubicBezTo>
                  <a:pt x="422741" y="2134727"/>
                  <a:pt x="260213" y="2101046"/>
                  <a:pt x="485192" y="2146041"/>
                </a:cubicBezTo>
                <a:cubicBezTo>
                  <a:pt x="609101" y="2238972"/>
                  <a:pt x="537843" y="2180030"/>
                  <a:pt x="690465" y="2332653"/>
                </a:cubicBezTo>
                <a:cubicBezTo>
                  <a:pt x="715347" y="2357535"/>
                  <a:pt x="731728" y="2396171"/>
                  <a:pt x="765110" y="2407298"/>
                </a:cubicBezTo>
                <a:lnTo>
                  <a:pt x="877078" y="2444620"/>
                </a:lnTo>
                <a:cubicBezTo>
                  <a:pt x="895739" y="2457061"/>
                  <a:pt x="912566" y="2472834"/>
                  <a:pt x="933061" y="2481943"/>
                </a:cubicBezTo>
                <a:cubicBezTo>
                  <a:pt x="991472" y="2507903"/>
                  <a:pt x="1057639" y="2522417"/>
                  <a:pt x="1119674" y="2537926"/>
                </a:cubicBezTo>
                <a:cubicBezTo>
                  <a:pt x="1144555" y="2550367"/>
                  <a:pt x="1167673" y="2567255"/>
                  <a:pt x="1194318" y="2575249"/>
                </a:cubicBezTo>
                <a:cubicBezTo>
                  <a:pt x="1377171" y="2630105"/>
                  <a:pt x="1245900" y="2553652"/>
                  <a:pt x="1362270" y="2631233"/>
                </a:cubicBezTo>
                <a:cubicBezTo>
                  <a:pt x="1505339" y="2618792"/>
                  <a:pt x="1649539" y="2615747"/>
                  <a:pt x="1791478" y="2593910"/>
                </a:cubicBezTo>
                <a:cubicBezTo>
                  <a:pt x="1827207" y="2588413"/>
                  <a:pt x="1909316" y="2491891"/>
                  <a:pt x="1922106" y="2481943"/>
                </a:cubicBezTo>
                <a:cubicBezTo>
                  <a:pt x="1950736" y="2459675"/>
                  <a:pt x="1984654" y="2445183"/>
                  <a:pt x="2015412" y="2425959"/>
                </a:cubicBezTo>
                <a:cubicBezTo>
                  <a:pt x="2120915" y="2360020"/>
                  <a:pt x="2018625" y="2415023"/>
                  <a:pt x="2146041" y="2351314"/>
                </a:cubicBezTo>
                <a:cubicBezTo>
                  <a:pt x="2158482" y="2332653"/>
                  <a:pt x="2169005" y="2312560"/>
                  <a:pt x="2183363" y="2295331"/>
                </a:cubicBezTo>
                <a:cubicBezTo>
                  <a:pt x="2228265" y="2241449"/>
                  <a:pt x="2240284" y="2238722"/>
                  <a:pt x="2295331" y="2202024"/>
                </a:cubicBezTo>
                <a:cubicBezTo>
                  <a:pt x="2313992" y="2170922"/>
                  <a:pt x="2325667" y="2134365"/>
                  <a:pt x="2351314" y="2108718"/>
                </a:cubicBezTo>
                <a:cubicBezTo>
                  <a:pt x="2365223" y="2094809"/>
                  <a:pt x="2390430" y="2100177"/>
                  <a:pt x="2407298" y="2090057"/>
                </a:cubicBezTo>
                <a:cubicBezTo>
                  <a:pt x="2422385" y="2081005"/>
                  <a:pt x="2431263" y="2064185"/>
                  <a:pt x="2444621" y="2052735"/>
                </a:cubicBezTo>
                <a:cubicBezTo>
                  <a:pt x="2474862" y="2026814"/>
                  <a:pt x="2506063" y="2001988"/>
                  <a:pt x="2537927" y="1978090"/>
                </a:cubicBezTo>
                <a:cubicBezTo>
                  <a:pt x="2588286" y="1940320"/>
                  <a:pt x="2610507" y="1939925"/>
                  <a:pt x="2649894" y="1884784"/>
                </a:cubicBezTo>
                <a:cubicBezTo>
                  <a:pt x="2697035" y="1818787"/>
                  <a:pt x="2736463" y="1747603"/>
                  <a:pt x="2780523" y="1679510"/>
                </a:cubicBezTo>
                <a:cubicBezTo>
                  <a:pt x="2804891" y="1641850"/>
                  <a:pt x="2838508" y="1609190"/>
                  <a:pt x="2855167" y="1567543"/>
                </a:cubicBezTo>
                <a:cubicBezTo>
                  <a:pt x="2917699" y="1411214"/>
                  <a:pt x="2859710" y="1532738"/>
                  <a:pt x="2948474" y="1399592"/>
                </a:cubicBezTo>
                <a:cubicBezTo>
                  <a:pt x="2981026" y="1350765"/>
                  <a:pt x="3005121" y="1296126"/>
                  <a:pt x="3041780" y="1250302"/>
                </a:cubicBezTo>
                <a:cubicBezTo>
                  <a:pt x="3080248" y="1202217"/>
                  <a:pt x="3138250" y="1170909"/>
                  <a:pt x="3172408" y="1119673"/>
                </a:cubicBezTo>
                <a:cubicBezTo>
                  <a:pt x="3260376" y="987725"/>
                  <a:pt x="3149968" y="1151091"/>
                  <a:pt x="3265714" y="989045"/>
                </a:cubicBezTo>
                <a:cubicBezTo>
                  <a:pt x="3318418" y="915260"/>
                  <a:pt x="3319722" y="899034"/>
                  <a:pt x="3377682" y="802433"/>
                </a:cubicBezTo>
                <a:cubicBezTo>
                  <a:pt x="3389221" y="783201"/>
                  <a:pt x="3400993" y="763962"/>
                  <a:pt x="3415004" y="746449"/>
                </a:cubicBezTo>
                <a:cubicBezTo>
                  <a:pt x="3425995" y="732710"/>
                  <a:pt x="3439886" y="721567"/>
                  <a:pt x="3452327" y="709126"/>
                </a:cubicBezTo>
                <a:cubicBezTo>
                  <a:pt x="3473262" y="646320"/>
                  <a:pt x="3471416" y="643063"/>
                  <a:pt x="3508310" y="578498"/>
                </a:cubicBezTo>
                <a:cubicBezTo>
                  <a:pt x="3519437" y="559025"/>
                  <a:pt x="3534506" y="541987"/>
                  <a:pt x="3545633" y="522514"/>
                </a:cubicBezTo>
                <a:cubicBezTo>
                  <a:pt x="3640333" y="356788"/>
                  <a:pt x="3529351" y="528273"/>
                  <a:pt x="3620278" y="391886"/>
                </a:cubicBezTo>
                <a:cubicBezTo>
                  <a:pt x="3632719" y="354563"/>
                  <a:pt x="3640006" y="315106"/>
                  <a:pt x="3657600" y="279918"/>
                </a:cubicBezTo>
                <a:cubicBezTo>
                  <a:pt x="3665468" y="264181"/>
                  <a:pt x="3687992" y="258767"/>
                  <a:pt x="3694923" y="242596"/>
                </a:cubicBezTo>
                <a:cubicBezTo>
                  <a:pt x="3707417" y="213443"/>
                  <a:pt x="3702447" y="178988"/>
                  <a:pt x="3713584" y="149290"/>
                </a:cubicBezTo>
                <a:cubicBezTo>
                  <a:pt x="3721459" y="128290"/>
                  <a:pt x="3739779" y="112779"/>
                  <a:pt x="3750906" y="93306"/>
                </a:cubicBezTo>
                <a:cubicBezTo>
                  <a:pt x="3764708" y="69153"/>
                  <a:pt x="3768558" y="38332"/>
                  <a:pt x="3788229" y="18661"/>
                </a:cubicBezTo>
                <a:cubicBezTo>
                  <a:pt x="3802138" y="4752"/>
                  <a:pt x="3825551" y="6220"/>
                  <a:pt x="3844212" y="0"/>
                </a:cubicBezTo>
                <a:cubicBezTo>
                  <a:pt x="3881535" y="12441"/>
                  <a:pt x="3920992" y="19728"/>
                  <a:pt x="3956180" y="37322"/>
                </a:cubicBezTo>
                <a:cubicBezTo>
                  <a:pt x="3971917" y="45190"/>
                  <a:pt x="3978415" y="65593"/>
                  <a:pt x="3993502" y="74645"/>
                </a:cubicBezTo>
                <a:cubicBezTo>
                  <a:pt x="4010369" y="84766"/>
                  <a:pt x="4030825" y="87086"/>
                  <a:pt x="4049486" y="93306"/>
                </a:cubicBezTo>
                <a:cubicBezTo>
                  <a:pt x="4068147" y="118188"/>
                  <a:pt x="4081577" y="148040"/>
                  <a:pt x="4105470" y="167951"/>
                </a:cubicBezTo>
                <a:cubicBezTo>
                  <a:pt x="4120581" y="180544"/>
                  <a:pt x="4147544" y="172703"/>
                  <a:pt x="4161453" y="186612"/>
                </a:cubicBezTo>
                <a:cubicBezTo>
                  <a:pt x="4175362" y="200521"/>
                  <a:pt x="4167826" y="227236"/>
                  <a:pt x="4180114" y="242596"/>
                </a:cubicBezTo>
                <a:cubicBezTo>
                  <a:pt x="4194125" y="260109"/>
                  <a:pt x="4218585" y="265907"/>
                  <a:pt x="4236098" y="279918"/>
                </a:cubicBezTo>
                <a:cubicBezTo>
                  <a:pt x="4311724" y="340418"/>
                  <a:pt x="4226954" y="305624"/>
                  <a:pt x="4348065" y="335902"/>
                </a:cubicBezTo>
                <a:cubicBezTo>
                  <a:pt x="4366726" y="348343"/>
                  <a:pt x="4386536" y="359213"/>
                  <a:pt x="4404049" y="373224"/>
                </a:cubicBezTo>
                <a:cubicBezTo>
                  <a:pt x="4417788" y="384215"/>
                  <a:pt x="4426096" y="401818"/>
                  <a:pt x="4441372" y="410547"/>
                </a:cubicBezTo>
                <a:cubicBezTo>
                  <a:pt x="4470456" y="427167"/>
                  <a:pt x="4505270" y="431829"/>
                  <a:pt x="4534678" y="447869"/>
                </a:cubicBezTo>
                <a:cubicBezTo>
                  <a:pt x="4644267" y="507645"/>
                  <a:pt x="4630353" y="517873"/>
                  <a:pt x="4721290" y="578498"/>
                </a:cubicBezTo>
                <a:cubicBezTo>
                  <a:pt x="4751469" y="598618"/>
                  <a:pt x="4783494" y="615821"/>
                  <a:pt x="4814596" y="634482"/>
                </a:cubicBezTo>
                <a:cubicBezTo>
                  <a:pt x="4915911" y="769566"/>
                  <a:pt x="4817145" y="661062"/>
                  <a:pt x="4945225" y="746449"/>
                </a:cubicBezTo>
                <a:cubicBezTo>
                  <a:pt x="5152269" y="884479"/>
                  <a:pt x="4938639" y="771149"/>
                  <a:pt x="5113176" y="858416"/>
                </a:cubicBezTo>
                <a:cubicBezTo>
                  <a:pt x="5220250" y="965493"/>
                  <a:pt x="5046456" y="801496"/>
                  <a:pt x="5243804" y="933061"/>
                </a:cubicBezTo>
                <a:cubicBezTo>
                  <a:pt x="5273082" y="952580"/>
                  <a:pt x="5288481" y="989264"/>
                  <a:pt x="5318449" y="1007706"/>
                </a:cubicBezTo>
                <a:cubicBezTo>
                  <a:pt x="5370625" y="1039814"/>
                  <a:pt x="5432344" y="1053521"/>
                  <a:pt x="5486400" y="1082351"/>
                </a:cubicBezTo>
                <a:cubicBezTo>
                  <a:pt x="5525979" y="1103460"/>
                  <a:pt x="5561866" y="1130924"/>
                  <a:pt x="5598367" y="1156996"/>
                </a:cubicBezTo>
                <a:cubicBezTo>
                  <a:pt x="5694627" y="1225753"/>
                  <a:pt x="5811484" y="1324864"/>
                  <a:pt x="5915608" y="1380931"/>
                </a:cubicBezTo>
                <a:cubicBezTo>
                  <a:pt x="5938190" y="1393090"/>
                  <a:pt x="5965371" y="1393372"/>
                  <a:pt x="5990253" y="1399592"/>
                </a:cubicBezTo>
                <a:cubicBezTo>
                  <a:pt x="6008914" y="1412033"/>
                  <a:pt x="6025742" y="1427805"/>
                  <a:pt x="6046237" y="1436914"/>
                </a:cubicBezTo>
                <a:cubicBezTo>
                  <a:pt x="6082187" y="1452892"/>
                  <a:pt x="6158204" y="1474237"/>
                  <a:pt x="6158204" y="1474237"/>
                </a:cubicBezTo>
                <a:cubicBezTo>
                  <a:pt x="6351192" y="1624338"/>
                  <a:pt x="6256609" y="1590956"/>
                  <a:pt x="6419461" y="1623526"/>
                </a:cubicBezTo>
                <a:cubicBezTo>
                  <a:pt x="6497229" y="1675372"/>
                  <a:pt x="6498590" y="1673407"/>
                  <a:pt x="6587412" y="1754155"/>
                </a:cubicBezTo>
                <a:cubicBezTo>
                  <a:pt x="6619958" y="1783742"/>
                  <a:pt x="6646372" y="1819984"/>
                  <a:pt x="6680718" y="1847461"/>
                </a:cubicBezTo>
                <a:cubicBezTo>
                  <a:pt x="6709041" y="1870119"/>
                  <a:pt x="6743846" y="1883325"/>
                  <a:pt x="6774025" y="1903445"/>
                </a:cubicBezTo>
                <a:cubicBezTo>
                  <a:pt x="6831215" y="1941571"/>
                  <a:pt x="6878273" y="1981525"/>
                  <a:pt x="6923314" y="2034073"/>
                </a:cubicBezTo>
                <a:cubicBezTo>
                  <a:pt x="6970732" y="2089394"/>
                  <a:pt x="6957226" y="2099529"/>
                  <a:pt x="6997959" y="2164702"/>
                </a:cubicBezTo>
                <a:cubicBezTo>
                  <a:pt x="7014443" y="2191077"/>
                  <a:pt x="7037459" y="2212972"/>
                  <a:pt x="7053943" y="2239347"/>
                </a:cubicBezTo>
                <a:cubicBezTo>
                  <a:pt x="7068687" y="2262937"/>
                  <a:pt x="7072946" y="2293056"/>
                  <a:pt x="7091265" y="2313992"/>
                </a:cubicBezTo>
                <a:cubicBezTo>
                  <a:pt x="7117493" y="2343967"/>
                  <a:pt x="7153470" y="2363755"/>
                  <a:pt x="7184572" y="2388637"/>
                </a:cubicBezTo>
                <a:cubicBezTo>
                  <a:pt x="7234334" y="2537923"/>
                  <a:pt x="7159691" y="2363757"/>
                  <a:pt x="7259216" y="2463282"/>
                </a:cubicBezTo>
                <a:cubicBezTo>
                  <a:pt x="7273125" y="2477191"/>
                  <a:pt x="7265590" y="2503905"/>
                  <a:pt x="7277878" y="2519265"/>
                </a:cubicBezTo>
                <a:cubicBezTo>
                  <a:pt x="7291889" y="2536778"/>
                  <a:pt x="7315200" y="2544147"/>
                  <a:pt x="7333861" y="2556588"/>
                </a:cubicBezTo>
                <a:cubicBezTo>
                  <a:pt x="7346302" y="2587690"/>
                  <a:pt x="7351714" y="2622636"/>
                  <a:pt x="7371184" y="2649894"/>
                </a:cubicBezTo>
                <a:cubicBezTo>
                  <a:pt x="7384220" y="2668144"/>
                  <a:pt x="7409654" y="2673205"/>
                  <a:pt x="7427167" y="2687216"/>
                </a:cubicBezTo>
                <a:cubicBezTo>
                  <a:pt x="7440906" y="2698207"/>
                  <a:pt x="7452049" y="2712098"/>
                  <a:pt x="7464490" y="2724539"/>
                </a:cubicBezTo>
                <a:cubicBezTo>
                  <a:pt x="7487872" y="2818067"/>
                  <a:pt x="7475720" y="2800251"/>
                  <a:pt x="7539135" y="2892490"/>
                </a:cubicBezTo>
                <a:cubicBezTo>
                  <a:pt x="7587067" y="2962209"/>
                  <a:pt x="7688425" y="3097763"/>
                  <a:pt x="7688425" y="3097763"/>
                </a:cubicBezTo>
              </a:path>
            </a:pathLst>
          </a:custGeom>
          <a:ln w="152400">
            <a:solidFill>
              <a:srgbClr val="FFFF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8F67048-D68E-D7DF-AA8A-1B7A0BFE06D2}"/>
              </a:ext>
            </a:extLst>
          </p:cNvPr>
          <p:cNvSpPr txBox="1"/>
          <p:nvPr/>
        </p:nvSpPr>
        <p:spPr>
          <a:xfrm>
            <a:off x="5648750" y="5246879"/>
            <a:ext cx="2654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12"/>
              </a:rPr>
              <a:t>IP Address (iplocation.net)</a:t>
            </a:r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"/>
                            </p:stCondLst>
                            <p:childTnLst>
                              <p:par>
                                <p:cTn id="3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-0.00216 L -0.00035 -0.00216 C 0.00399 0.00031 0.0085 0.00247 0.01284 0.0051 C 0.01432 0.00602 0.01553 0.00772 0.01692 0.0088 C 0.01892 0.01019 0.02109 0.01081 0.02309 0.0125 C 0.02491 0.01389 0.02638 0.01621 0.02821 0.0179 C 0.0322 0.02161 0.03654 0.02454 0.04045 0.02871 C 0.0421 0.03056 0.04383 0.03226 0.04548 0.03426 C 0.05095 0.04059 0.05 0.04229 0.05781 0.04692 L 0.06388 0.05047 C 0.06875 0.05633 0.06579 0.0534 0.07309 0.05772 L 0.07916 0.06142 C 0.0802 0.06204 0.08116 0.06281 0.08229 0.06327 L 0.08732 0.06513 C 0.09487 0.06266 0.1026 0.06189 0.1098 0.05772 C 0.11475 0.05494 0.1177 0.04923 0.121 0.04321 C 0.12734 0.01528 0.11779 0.05494 0.12717 0.02516 C 0.12786 0.023 0.12734 0.01991 0.12821 0.0179 C 0.12986 0.01374 0.13237 0.01081 0.13428 0.00695 C 0.13967 -0.00339 0.1401 -0.0071 0.14652 -0.01481 C 0.14739 -0.01589 0.14861 -0.01605 0.14956 -0.01666 C 0.1506 -0.02206 0.15043 -0.02284 0.15269 -0.02747 C 0.15355 -0.02947 0.15477 -0.03102 0.15572 -0.03287 C 0.15789 -0.03765 0.15998 -0.04244 0.1618 -0.04753 C 0.1625 -0.04923 0.16302 -0.05139 0.16388 -0.05293 C 0.16475 -0.05447 0.16605 -0.05509 0.16692 -0.05648 C 0.16979 -0.06095 0.17717 -0.07484 0.17916 -0.08009 C 0.1822 -0.08827 0.18463 -0.09706 0.18732 -0.10555 C 0.18932 -0.11157 0.19149 -0.11759 0.19349 -0.12361 C 0.19487 -0.12793 0.1967 -0.13179 0.19756 -0.13642 C 0.19791 -0.13811 0.198 -0.14012 0.19861 -0.14182 C 0.19904 -0.14321 0.19991 -0.14429 0.2006 -0.14537 C 0.20364 -0.15802 0.20399 -0.16003 0.20772 -0.17268 C 0.2118 -0.18611 0.21197 -0.18395 0.21493 -0.19799 C 0.21675 -0.2071 0.22005 -0.22531 0.22005 -0.22531 C 0.21918 -0.23287 0.21953 -0.23626 0.21588 -0.24166 C 0.2151 -0.2429 0.21388 -0.2429 0.21284 -0.24336 C 0.21171 -0.25385 0.21258 -0.24969 0.21085 -0.25617 L 0.21284 -0.25787 L 0.2118 -0.25247 " pathEditMode="relative" ptsTypes="AAAAAAAAAAAAAAAAAAAAAAAAAAAAAAAAAAAAAAAA">
                                      <p:cBhvr>
                                        <p:cTn id="4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10"/>
                            </p:stCondLst>
                            <p:childTnLst>
                              <p:par>
                                <p:cTn id="42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10"/>
                            </p:stCondLst>
                            <p:childTnLst>
                              <p:par>
                                <p:cTn id="46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10"/>
                            </p:stCondLst>
                            <p:childTnLst>
                              <p:par>
                                <p:cTn id="50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-0.00108 L -0.00035 -0.00108 C -0.00209 0.00555 -0.0039 0.01204 -0.00547 0.01883 C -0.0059 0.02052 -0.00598 0.02253 -0.00652 0.02423 C -0.00738 0.02685 -0.00877 0.02886 -0.00955 0.03148 C -0.01051 0.03426 -0.01077 0.03765 -0.01163 0.04058 C -0.01216 0.04244 -0.01303 0.04413 -0.01363 0.04599 C -0.01441 0.0483 -0.01502 0.05077 -0.01571 0.05324 C -0.0171 0.06605 -0.01615 0.05941 -0.01874 0.07315 C -0.0191 0.075 -0.01918 0.077 -0.01979 0.0787 C -0.02048 0.0804 -0.02127 0.0821 -0.02178 0.0841 C -0.02569 0.09799 -0.01848 0.07917 -0.02586 0.09676 C -0.02656 0.10108 -0.02725 0.10525 -0.02795 0.10941 C -0.0283 0.11188 -0.02838 0.1145 -0.02899 0.11667 C -0.02942 0.11867 -0.0303 0.12037 -0.03098 0.12222 C -0.03133 0.12639 -0.03117 0.13086 -0.03203 0.13487 C -0.03325 0.14074 -0.0355 0.14259 -0.0381 0.14568 C -0.0421 0.15617 -0.03793 0.14676 -0.04322 0.15478 C -0.05182 0.1679 -0.04392 0.15648 -0.0494 0.16744 C -0.05095 0.17068 -0.05277 0.17361 -0.05442 0.17654 C -0.05547 0.17839 -0.05668 0.17994 -0.05755 0.18194 L -0.06163 0.1929 C -0.06223 0.19475 -0.0625 0.19737 -0.06362 0.1983 C -0.06501 0.19954 -0.0665 0.20046 -0.0677 0.202 C -0.06848 0.20293 -0.06892 0.20463 -0.06979 0.20555 C -0.071 0.2071 -0.07248 0.20802 -0.07387 0.20926 C -0.08247 0.22978 -0.07118 0.20509 -0.08098 0.22006 C -0.09028 0.23426 -0.07777 0.22176 -0.08811 0.23102 C -0.0895 0.23333 -0.09115 0.23534 -0.09218 0.23827 C -0.09288 0.23997 -0.09323 0.24244 -0.09428 0.24367 C -0.09635 0.24629 -0.09913 0.24691 -0.10139 0.24907 C -0.1158 0.26358 -0.10461 0.25879 -0.11971 0.26188 C -0.12414 0.26126 -0.12865 0.26111 -0.13299 0.26003 C -0.13577 0.25926 -0.13837 0.25694 -0.14115 0.25633 C -0.14627 0.25525 -0.15139 0.25509 -0.15643 0.25447 C -0.15843 0.24876 -0.1619 0.23688 -0.16563 0.23457 L -0.16867 0.23271 C -0.17223 0.2287 -0.17336 0.227 -0.17787 0.22376 C -0.17917 0.22284 -0.18065 0.22253 -0.18195 0.22191 C -0.18299 0.22068 -0.18395 0.21929 -0.18499 0.21821 C -0.18603 0.21744 -0.18707 0.21682 -0.18811 0.21651 C -0.1915 0.21512 -0.19488 0.21404 -0.19827 0.21281 C -0.20408 0.20663 -0.20235 0.20787 -0.20851 0.2037 C -0.20947 0.20308 -0.21051 0.20231 -0.21155 0.202 C -0.21224 0.2017 -0.21294 0.202 -0.21355 0.202 " pathEditMode="relative" ptsTypes="AAAAAAAAAAAAAAAAAAAAAAAAAAAAAAAAAAAAAAAAAAAAA">
                                      <p:cBhvr>
                                        <p:cTn id="5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10"/>
                            </p:stCondLst>
                            <p:childTnLst>
                              <p:par>
                                <p:cTn id="5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10"/>
                            </p:stCondLst>
                            <p:childTnLst>
                              <p:par>
                                <p:cTn id="5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1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010"/>
                            </p:stCondLst>
                            <p:childTnLst>
                              <p:par>
                                <p:cTn id="6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3" grpId="0"/>
      <p:bldP spid="19" grpId="0" animBg="1"/>
      <p:bldP spid="19" grpId="1" animBg="1"/>
      <p:bldP spid="19" grpId="2" animBg="1"/>
      <p:bldP spid="21" grpId="0" animBg="1"/>
      <p:bldP spid="21" grpId="1" animBg="1"/>
      <p:bldP spid="21" grpId="2" animBg="1"/>
      <p:bldP spid="22" grpId="0"/>
      <p:bldP spid="23" grpId="0" animBg="1"/>
      <p:bldP spid="23" grpId="1" animBg="1"/>
      <p:bldP spid="25" grpId="0"/>
      <p:bldP spid="26" grpId="0" animBg="1"/>
      <p:bldP spid="28" grpId="0" animBg="1"/>
      <p:bldP spid="32" grpId="0" animBg="1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D2D9F17-7388-2D5F-6FB6-79B491B26712}"/>
              </a:ext>
            </a:extLst>
          </p:cNvPr>
          <p:cNvGrpSpPr/>
          <p:nvPr/>
        </p:nvGrpSpPr>
        <p:grpSpPr>
          <a:xfrm>
            <a:off x="10111597" y="800100"/>
            <a:ext cx="3114251" cy="2059795"/>
            <a:chOff x="11444914" y="-770085"/>
            <a:chExt cx="4051855" cy="2679936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8E201674-FB41-1A05-A2B1-7B96B6C2A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44400" y="100035"/>
              <a:ext cx="1497330" cy="1809816"/>
            </a:xfrm>
            <a:prstGeom prst="rect">
              <a:avLst/>
            </a:prstGeom>
          </p:spPr>
        </p:pic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CAD1DD2A-0F92-7A2D-1A70-A8A81E55F5F8}"/>
                </a:ext>
              </a:extLst>
            </p:cNvPr>
            <p:cNvSpPr txBox="1"/>
            <p:nvPr/>
          </p:nvSpPr>
          <p:spPr>
            <a:xfrm>
              <a:off x="11444914" y="-770085"/>
              <a:ext cx="4051855" cy="10010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dirty="0" err="1">
                  <a:solidFill>
                    <a:srgbClr val="0E073F"/>
                  </a:solidFill>
                  <a:latin typeface="Agrandir Bold"/>
                </a:rPr>
                <a:t>Servidor</a:t>
              </a:r>
              <a:r>
                <a:rPr lang="en-US" sz="3200" dirty="0">
                  <a:solidFill>
                    <a:srgbClr val="0E073F"/>
                  </a:solidFill>
                  <a:latin typeface="Agrandir Bold"/>
                </a:rPr>
                <a:t> DNS</a:t>
              </a:r>
            </a:p>
            <a:p>
              <a:r>
                <a:rPr lang="en-US" dirty="0">
                  <a:solidFill>
                    <a:srgbClr val="0E073F"/>
                  </a:solidFill>
                  <a:latin typeface="Agrandir Bold"/>
                </a:rPr>
                <a:t>Domain Name System</a:t>
              </a: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940E869-F267-C634-477C-92D208994D9B}"/>
              </a:ext>
            </a:extLst>
          </p:cNvPr>
          <p:cNvGrpSpPr/>
          <p:nvPr/>
        </p:nvGrpSpPr>
        <p:grpSpPr>
          <a:xfrm>
            <a:off x="14733787" y="2233871"/>
            <a:ext cx="2042886" cy="2049231"/>
            <a:chOff x="12225047" y="3602404"/>
            <a:chExt cx="3134306" cy="3074621"/>
          </a:xfrm>
        </p:grpSpPr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64A51B68-1E43-2F69-6BB5-5CCD964F3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3000" y="4522548"/>
              <a:ext cx="2438400" cy="2154477"/>
            </a:xfrm>
            <a:prstGeom prst="rect">
              <a:avLst/>
            </a:prstGeom>
          </p:spPr>
        </p:pic>
        <p:sp>
          <p:nvSpPr>
            <p:cNvPr id="26" name="TextBox 16">
              <a:extLst>
                <a:ext uri="{FF2B5EF4-FFF2-40B4-BE49-F238E27FC236}">
                  <a16:creationId xmlns:a16="http://schemas.microsoft.com/office/drawing/2014/main" id="{CE796EF6-F391-CD15-B43D-7EE1DFB4A27B}"/>
                </a:ext>
              </a:extLst>
            </p:cNvPr>
            <p:cNvSpPr txBox="1"/>
            <p:nvPr/>
          </p:nvSpPr>
          <p:spPr>
            <a:xfrm>
              <a:off x="12225047" y="3602404"/>
              <a:ext cx="3134306" cy="8931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3600" dirty="0" err="1">
                  <a:latin typeface="Agrandir Bold"/>
                </a:rPr>
                <a:t>Servidor</a:t>
              </a:r>
              <a:endParaRPr lang="en-US" sz="3600" dirty="0">
                <a:latin typeface="Agrandir Bold"/>
              </a:endParaRP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3AAEE620-8504-BFA8-9936-B30461629D6B}"/>
              </a:ext>
            </a:extLst>
          </p:cNvPr>
          <p:cNvGrpSpPr/>
          <p:nvPr/>
        </p:nvGrpSpPr>
        <p:grpSpPr>
          <a:xfrm>
            <a:off x="8103529" y="2439649"/>
            <a:ext cx="6608118" cy="4568637"/>
            <a:chOff x="9236798" y="3393035"/>
            <a:chExt cx="6608118" cy="4568637"/>
          </a:xfrm>
        </p:grpSpPr>
        <p:sp>
          <p:nvSpPr>
            <p:cNvPr id="30" name="TextBox 14">
              <a:extLst>
                <a:ext uri="{FF2B5EF4-FFF2-40B4-BE49-F238E27FC236}">
                  <a16:creationId xmlns:a16="http://schemas.microsoft.com/office/drawing/2014/main" id="{2E42051D-A75E-3B05-D01C-82A61BD6224B}"/>
                </a:ext>
              </a:extLst>
            </p:cNvPr>
            <p:cNvSpPr txBox="1"/>
            <p:nvPr/>
          </p:nvSpPr>
          <p:spPr>
            <a:xfrm>
              <a:off x="10475002" y="7271627"/>
              <a:ext cx="4131710" cy="6900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74"/>
                </a:lnSpc>
              </a:pPr>
              <a:r>
                <a:rPr lang="en-US" sz="5213" dirty="0">
                  <a:solidFill>
                    <a:srgbClr val="0E073F"/>
                  </a:solidFill>
                  <a:latin typeface="Agrandir Bold"/>
                </a:rPr>
                <a:t>Internet</a:t>
              </a:r>
            </a:p>
          </p:txBody>
        </p: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5C190143-9D00-CDCC-FCEE-C362724B8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6364" l="8871" r="93548">
                          <a14:foregroundMark x1="11290" y1="54091" x2="8871" y2="58636"/>
                          <a14:foregroundMark x1="18011" y1="92273" x2="20316" y2="88765"/>
                          <a14:foregroundMark x1="77957" y1="96818" x2="78495" y2="91818"/>
                          <a14:foregroundMark x1="91935" y1="75000" x2="90591" y2="70909"/>
                          <a14:foregroundMark x1="93548" y1="31818" x2="93548" y2="31818"/>
                          <a14:backgroundMark x1="22849" y1="86364" x2="22849" y2="86364"/>
                          <a14:backgroundMark x1="24462" y1="83182" x2="22581" y2="87273"/>
                          <a14:backgroundMark x1="22581" y1="86364" x2="20968" y2="89545"/>
                          <a14:backgroundMark x1="2419" y1="5909" x2="2419" y2="17273"/>
                          <a14:backgroundMark x1="2419" y1="17273" x2="2419" y2="14545"/>
                        </a14:backgroundRemoval>
                      </a14:imgEffect>
                    </a14:imgLayer>
                  </a14:imgProps>
                </a:ext>
              </a:extLst>
            </a:blip>
            <a:srcRect l="2952"/>
            <a:stretch/>
          </p:blipFill>
          <p:spPr>
            <a:xfrm>
              <a:off x="9236798" y="3393035"/>
              <a:ext cx="6608118" cy="3756562"/>
            </a:xfrm>
            <a:prstGeom prst="rect">
              <a:avLst/>
            </a:prstGeom>
          </p:spPr>
        </p:pic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BB70E1E-F68D-DEB7-2A2F-5A4C6BDD8DAA}"/>
              </a:ext>
            </a:extLst>
          </p:cNvPr>
          <p:cNvGrpSpPr/>
          <p:nvPr/>
        </p:nvGrpSpPr>
        <p:grpSpPr>
          <a:xfrm>
            <a:off x="4609090" y="3444593"/>
            <a:ext cx="2590800" cy="2735965"/>
            <a:chOff x="6019800" y="3619500"/>
            <a:chExt cx="2590800" cy="2735965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8869E1F-05E2-53DC-B3DD-4F10C5C82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19800" y="3619500"/>
              <a:ext cx="2590800" cy="2276475"/>
            </a:xfrm>
            <a:prstGeom prst="rect">
              <a:avLst/>
            </a:prstGeom>
          </p:spPr>
        </p:pic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B480F287-A2BA-2421-8106-EF27C6CE0FB5}"/>
                </a:ext>
              </a:extLst>
            </p:cNvPr>
            <p:cNvSpPr/>
            <p:nvPr/>
          </p:nvSpPr>
          <p:spPr>
            <a:xfrm>
              <a:off x="6577445" y="5822066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A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C686E267-A505-A7CC-7FEA-8E8740AEFF86}"/>
              </a:ext>
            </a:extLst>
          </p:cNvPr>
          <p:cNvGrpSpPr/>
          <p:nvPr/>
        </p:nvGrpSpPr>
        <p:grpSpPr>
          <a:xfrm>
            <a:off x="6509236" y="6753190"/>
            <a:ext cx="2590800" cy="2774300"/>
            <a:chOff x="7104283" y="6183585"/>
            <a:chExt cx="2590800" cy="2774300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3096438C-865F-58F4-5804-551C74F10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04283" y="6183585"/>
              <a:ext cx="2590800" cy="2276475"/>
            </a:xfrm>
            <a:prstGeom prst="rect">
              <a:avLst/>
            </a:prstGeom>
          </p:spPr>
        </p:pic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D3D0365C-FA27-A995-84C3-5147A7E52706}"/>
                </a:ext>
              </a:extLst>
            </p:cNvPr>
            <p:cNvSpPr/>
            <p:nvPr/>
          </p:nvSpPr>
          <p:spPr>
            <a:xfrm>
              <a:off x="7768298" y="8424486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B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8810F02D-8A33-31DF-2FCC-80DF258ACFAB}"/>
              </a:ext>
            </a:extLst>
          </p:cNvPr>
          <p:cNvGrpSpPr/>
          <p:nvPr/>
        </p:nvGrpSpPr>
        <p:grpSpPr>
          <a:xfrm>
            <a:off x="13803952" y="6196211"/>
            <a:ext cx="2590800" cy="2770179"/>
            <a:chOff x="14600911" y="5000454"/>
            <a:chExt cx="2590800" cy="2770179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CBBA768-3831-8ADE-151D-E15F485FA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600911" y="5000454"/>
              <a:ext cx="2590800" cy="2276475"/>
            </a:xfrm>
            <a:prstGeom prst="rect">
              <a:avLst/>
            </a:prstGeom>
          </p:spPr>
        </p:pic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524943B0-6013-8A9F-A029-9D24DBE6AB50}"/>
                </a:ext>
              </a:extLst>
            </p:cNvPr>
            <p:cNvSpPr/>
            <p:nvPr/>
          </p:nvSpPr>
          <p:spPr>
            <a:xfrm>
              <a:off x="15151995" y="7237234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C</a:t>
              </a:r>
            </a:p>
          </p:txBody>
        </p:sp>
      </p:grp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F2D90A0-B700-6351-C423-33CF82094005}"/>
              </a:ext>
            </a:extLst>
          </p:cNvPr>
          <p:cNvSpPr txBox="1"/>
          <p:nvPr/>
        </p:nvSpPr>
        <p:spPr>
          <a:xfrm>
            <a:off x="4429122" y="6227141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Classic" panose="020B0604020202020204" charset="0"/>
              </a:rPr>
              <a:t>meusite.com.br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0978055C-38D0-55C7-4AD6-C5752C6E8618}"/>
              </a:ext>
            </a:extLst>
          </p:cNvPr>
          <p:cNvGrpSpPr/>
          <p:nvPr/>
        </p:nvGrpSpPr>
        <p:grpSpPr>
          <a:xfrm>
            <a:off x="16264164" y="2658032"/>
            <a:ext cx="2042886" cy="1292593"/>
            <a:chOff x="16134767" y="2751375"/>
            <a:chExt cx="2042886" cy="1292593"/>
          </a:xfrm>
        </p:grpSpPr>
        <p:grpSp>
          <p:nvGrpSpPr>
            <p:cNvPr id="46" name="Agrupar 45">
              <a:extLst>
                <a:ext uri="{FF2B5EF4-FFF2-40B4-BE49-F238E27FC236}">
                  <a16:creationId xmlns:a16="http://schemas.microsoft.com/office/drawing/2014/main" id="{E2377B7C-AF6E-52D0-CE2E-8CF492E6B149}"/>
                </a:ext>
              </a:extLst>
            </p:cNvPr>
            <p:cNvGrpSpPr/>
            <p:nvPr/>
          </p:nvGrpSpPr>
          <p:grpSpPr>
            <a:xfrm>
              <a:off x="16553827" y="3300434"/>
              <a:ext cx="1275768" cy="743534"/>
              <a:chOff x="14889157" y="4306502"/>
              <a:chExt cx="1275768" cy="743534"/>
            </a:xfrm>
          </p:grpSpPr>
          <p:pic>
            <p:nvPicPr>
              <p:cNvPr id="41" name="Imagem 40">
                <a:extLst>
                  <a:ext uri="{FF2B5EF4-FFF2-40B4-BE49-F238E27FC236}">
                    <a16:creationId xmlns:a16="http://schemas.microsoft.com/office/drawing/2014/main" id="{1C8275EC-E8EA-DD39-8012-9BAB7116FD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889157" y="4325163"/>
                <a:ext cx="643051" cy="690392"/>
              </a:xfrm>
              <a:prstGeom prst="rect">
                <a:avLst/>
              </a:prstGeom>
            </p:spPr>
          </p:pic>
          <p:pic>
            <p:nvPicPr>
              <p:cNvPr id="45" name="Imagem 44">
                <a:extLst>
                  <a:ext uri="{FF2B5EF4-FFF2-40B4-BE49-F238E27FC236}">
                    <a16:creationId xmlns:a16="http://schemas.microsoft.com/office/drawing/2014/main" id="{128D12B1-C7E8-EDC1-139A-9B7D80EE11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68600" y="4306502"/>
                <a:ext cx="696325" cy="743534"/>
              </a:xfrm>
              <a:prstGeom prst="rect">
                <a:avLst/>
              </a:prstGeom>
            </p:spPr>
          </p:pic>
        </p:grpSp>
        <p:sp>
          <p:nvSpPr>
            <p:cNvPr id="47" name="TextBox 16">
              <a:extLst>
                <a:ext uri="{FF2B5EF4-FFF2-40B4-BE49-F238E27FC236}">
                  <a16:creationId xmlns:a16="http://schemas.microsoft.com/office/drawing/2014/main" id="{482B6D7C-DE91-68E9-0791-6FE631D7C42C}"/>
                </a:ext>
              </a:extLst>
            </p:cNvPr>
            <p:cNvSpPr txBox="1"/>
            <p:nvPr/>
          </p:nvSpPr>
          <p:spPr>
            <a:xfrm>
              <a:off x="16134767" y="2751375"/>
              <a:ext cx="2042886" cy="5677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2800" dirty="0">
                  <a:solidFill>
                    <a:schemeClr val="bg1"/>
                  </a:solidFill>
                  <a:latin typeface="Agrandir Bold"/>
                </a:rPr>
                <a:t>Site</a:t>
              </a:r>
            </a:p>
          </p:txBody>
        </p:sp>
      </p:grp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A71AE069-E65A-3D97-9278-EEDDE250E489}"/>
              </a:ext>
            </a:extLst>
          </p:cNvPr>
          <p:cNvSpPr/>
          <p:nvPr/>
        </p:nvSpPr>
        <p:spPr>
          <a:xfrm>
            <a:off x="8435197" y="2967098"/>
            <a:ext cx="5934270" cy="2724539"/>
          </a:xfrm>
          <a:custGeom>
            <a:avLst/>
            <a:gdLst>
              <a:gd name="connsiteX0" fmla="*/ 0 w 5934270"/>
              <a:gd name="connsiteY0" fmla="*/ 1511559 h 2724539"/>
              <a:gd name="connsiteX1" fmla="*/ 298580 w 5934270"/>
              <a:gd name="connsiteY1" fmla="*/ 1530220 h 2724539"/>
              <a:gd name="connsiteX2" fmla="*/ 429208 w 5934270"/>
              <a:gd name="connsiteY2" fmla="*/ 1586204 h 2724539"/>
              <a:gd name="connsiteX3" fmla="*/ 485192 w 5934270"/>
              <a:gd name="connsiteY3" fmla="*/ 1604865 h 2724539"/>
              <a:gd name="connsiteX4" fmla="*/ 559837 w 5934270"/>
              <a:gd name="connsiteY4" fmla="*/ 1660849 h 2724539"/>
              <a:gd name="connsiteX5" fmla="*/ 615821 w 5934270"/>
              <a:gd name="connsiteY5" fmla="*/ 1716832 h 2724539"/>
              <a:gd name="connsiteX6" fmla="*/ 690466 w 5934270"/>
              <a:gd name="connsiteY6" fmla="*/ 1735494 h 2724539"/>
              <a:gd name="connsiteX7" fmla="*/ 746449 w 5934270"/>
              <a:gd name="connsiteY7" fmla="*/ 1772816 h 2724539"/>
              <a:gd name="connsiteX8" fmla="*/ 970384 w 5934270"/>
              <a:gd name="connsiteY8" fmla="*/ 1866122 h 2724539"/>
              <a:gd name="connsiteX9" fmla="*/ 1156996 w 5934270"/>
              <a:gd name="connsiteY9" fmla="*/ 1922106 h 2724539"/>
              <a:gd name="connsiteX10" fmla="*/ 1231641 w 5934270"/>
              <a:gd name="connsiteY10" fmla="*/ 1940767 h 2724539"/>
              <a:gd name="connsiteX11" fmla="*/ 1474237 w 5934270"/>
              <a:gd name="connsiteY11" fmla="*/ 2034073 h 2724539"/>
              <a:gd name="connsiteX12" fmla="*/ 1548882 w 5934270"/>
              <a:gd name="connsiteY12" fmla="*/ 2071396 h 2724539"/>
              <a:gd name="connsiteX13" fmla="*/ 1623527 w 5934270"/>
              <a:gd name="connsiteY13" fmla="*/ 2127379 h 2724539"/>
              <a:gd name="connsiteX14" fmla="*/ 1735494 w 5934270"/>
              <a:gd name="connsiteY14" fmla="*/ 2183363 h 2724539"/>
              <a:gd name="connsiteX15" fmla="*/ 1978090 w 5934270"/>
              <a:gd name="connsiteY15" fmla="*/ 2407298 h 2724539"/>
              <a:gd name="connsiteX16" fmla="*/ 2034074 w 5934270"/>
              <a:gd name="connsiteY16" fmla="*/ 2444620 h 2724539"/>
              <a:gd name="connsiteX17" fmla="*/ 2071396 w 5934270"/>
              <a:gd name="connsiteY17" fmla="*/ 2481943 h 2724539"/>
              <a:gd name="connsiteX18" fmla="*/ 2146041 w 5934270"/>
              <a:gd name="connsiteY18" fmla="*/ 2537926 h 2724539"/>
              <a:gd name="connsiteX19" fmla="*/ 2183363 w 5934270"/>
              <a:gd name="connsiteY19" fmla="*/ 2575249 h 2724539"/>
              <a:gd name="connsiteX20" fmla="*/ 2332653 w 5934270"/>
              <a:gd name="connsiteY20" fmla="*/ 2668555 h 2724539"/>
              <a:gd name="connsiteX21" fmla="*/ 2425959 w 5934270"/>
              <a:gd name="connsiteY21" fmla="*/ 2724539 h 2724539"/>
              <a:gd name="connsiteX22" fmla="*/ 2780523 w 5934270"/>
              <a:gd name="connsiteY22" fmla="*/ 2705877 h 2724539"/>
              <a:gd name="connsiteX23" fmla="*/ 2967135 w 5934270"/>
              <a:gd name="connsiteY23" fmla="*/ 2649894 h 2724539"/>
              <a:gd name="connsiteX24" fmla="*/ 3060441 w 5934270"/>
              <a:gd name="connsiteY24" fmla="*/ 2631232 h 2724539"/>
              <a:gd name="connsiteX25" fmla="*/ 3135086 w 5934270"/>
              <a:gd name="connsiteY25" fmla="*/ 2612571 h 2724539"/>
              <a:gd name="connsiteX26" fmla="*/ 3247053 w 5934270"/>
              <a:gd name="connsiteY26" fmla="*/ 2593910 h 2724539"/>
              <a:gd name="connsiteX27" fmla="*/ 3452327 w 5934270"/>
              <a:gd name="connsiteY27" fmla="*/ 2537926 h 2724539"/>
              <a:gd name="connsiteX28" fmla="*/ 3601617 w 5934270"/>
              <a:gd name="connsiteY28" fmla="*/ 2519265 h 2724539"/>
              <a:gd name="connsiteX29" fmla="*/ 3676261 w 5934270"/>
              <a:gd name="connsiteY29" fmla="*/ 2500604 h 2724539"/>
              <a:gd name="connsiteX30" fmla="*/ 3881535 w 5934270"/>
              <a:gd name="connsiteY30" fmla="*/ 2388637 h 2724539"/>
              <a:gd name="connsiteX31" fmla="*/ 3937519 w 5934270"/>
              <a:gd name="connsiteY31" fmla="*/ 2332653 h 2724539"/>
              <a:gd name="connsiteX32" fmla="*/ 3862874 w 5934270"/>
              <a:gd name="connsiteY32" fmla="*/ 2220686 h 2724539"/>
              <a:gd name="connsiteX33" fmla="*/ 3825551 w 5934270"/>
              <a:gd name="connsiteY33" fmla="*/ 2127379 h 2724539"/>
              <a:gd name="connsiteX34" fmla="*/ 3694923 w 5934270"/>
              <a:gd name="connsiteY34" fmla="*/ 1959428 h 2724539"/>
              <a:gd name="connsiteX35" fmla="*/ 3620278 w 5934270"/>
              <a:gd name="connsiteY35" fmla="*/ 1922106 h 2724539"/>
              <a:gd name="connsiteX36" fmla="*/ 3489649 w 5934270"/>
              <a:gd name="connsiteY36" fmla="*/ 1884783 h 2724539"/>
              <a:gd name="connsiteX37" fmla="*/ 3433666 w 5934270"/>
              <a:gd name="connsiteY37" fmla="*/ 1847461 h 2724539"/>
              <a:gd name="connsiteX38" fmla="*/ 3340359 w 5934270"/>
              <a:gd name="connsiteY38" fmla="*/ 1810139 h 2724539"/>
              <a:gd name="connsiteX39" fmla="*/ 3303037 w 5934270"/>
              <a:gd name="connsiteY39" fmla="*/ 1772816 h 2724539"/>
              <a:gd name="connsiteX40" fmla="*/ 3191070 w 5934270"/>
              <a:gd name="connsiteY40" fmla="*/ 1698171 h 2724539"/>
              <a:gd name="connsiteX41" fmla="*/ 3135086 w 5934270"/>
              <a:gd name="connsiteY41" fmla="*/ 1660849 h 2724539"/>
              <a:gd name="connsiteX42" fmla="*/ 2929812 w 5934270"/>
              <a:gd name="connsiteY42" fmla="*/ 1492898 h 2724539"/>
              <a:gd name="connsiteX43" fmla="*/ 2743200 w 5934270"/>
              <a:gd name="connsiteY43" fmla="*/ 1362269 h 2724539"/>
              <a:gd name="connsiteX44" fmla="*/ 2556588 w 5934270"/>
              <a:gd name="connsiteY44" fmla="*/ 1231641 h 2724539"/>
              <a:gd name="connsiteX45" fmla="*/ 2500604 w 5934270"/>
              <a:gd name="connsiteY45" fmla="*/ 1194318 h 2724539"/>
              <a:gd name="connsiteX46" fmla="*/ 2481943 w 5934270"/>
              <a:gd name="connsiteY46" fmla="*/ 858416 h 2724539"/>
              <a:gd name="connsiteX47" fmla="*/ 2500604 w 5934270"/>
              <a:gd name="connsiteY47" fmla="*/ 802432 h 2724539"/>
              <a:gd name="connsiteX48" fmla="*/ 2575249 w 5934270"/>
              <a:gd name="connsiteY48" fmla="*/ 653143 h 2724539"/>
              <a:gd name="connsiteX49" fmla="*/ 2612572 w 5934270"/>
              <a:gd name="connsiteY49" fmla="*/ 522514 h 2724539"/>
              <a:gd name="connsiteX50" fmla="*/ 2687217 w 5934270"/>
              <a:gd name="connsiteY50" fmla="*/ 373224 h 2724539"/>
              <a:gd name="connsiteX51" fmla="*/ 2724539 w 5934270"/>
              <a:gd name="connsiteY51" fmla="*/ 279918 h 2724539"/>
              <a:gd name="connsiteX52" fmla="*/ 2836506 w 5934270"/>
              <a:gd name="connsiteY52" fmla="*/ 74645 h 2724539"/>
              <a:gd name="connsiteX53" fmla="*/ 2929812 w 5934270"/>
              <a:gd name="connsiteY53" fmla="*/ 0 h 2724539"/>
              <a:gd name="connsiteX54" fmla="*/ 3060441 w 5934270"/>
              <a:gd name="connsiteY54" fmla="*/ 18661 h 2724539"/>
              <a:gd name="connsiteX55" fmla="*/ 3135086 w 5934270"/>
              <a:gd name="connsiteY55" fmla="*/ 111967 h 2724539"/>
              <a:gd name="connsiteX56" fmla="*/ 3209731 w 5934270"/>
              <a:gd name="connsiteY56" fmla="*/ 223935 h 2724539"/>
              <a:gd name="connsiteX57" fmla="*/ 3303037 w 5934270"/>
              <a:gd name="connsiteY57" fmla="*/ 373224 h 2724539"/>
              <a:gd name="connsiteX58" fmla="*/ 3340359 w 5934270"/>
              <a:gd name="connsiteY58" fmla="*/ 410547 h 2724539"/>
              <a:gd name="connsiteX59" fmla="*/ 3396343 w 5934270"/>
              <a:gd name="connsiteY59" fmla="*/ 429208 h 2724539"/>
              <a:gd name="connsiteX60" fmla="*/ 3489649 w 5934270"/>
              <a:gd name="connsiteY60" fmla="*/ 522514 h 2724539"/>
              <a:gd name="connsiteX61" fmla="*/ 3545633 w 5934270"/>
              <a:gd name="connsiteY61" fmla="*/ 541175 h 2724539"/>
              <a:gd name="connsiteX62" fmla="*/ 3676261 w 5934270"/>
              <a:gd name="connsiteY62" fmla="*/ 615820 h 2724539"/>
              <a:gd name="connsiteX63" fmla="*/ 3732245 w 5934270"/>
              <a:gd name="connsiteY63" fmla="*/ 634481 h 2724539"/>
              <a:gd name="connsiteX64" fmla="*/ 3956180 w 5934270"/>
              <a:gd name="connsiteY64" fmla="*/ 746449 h 2724539"/>
              <a:gd name="connsiteX65" fmla="*/ 4030825 w 5934270"/>
              <a:gd name="connsiteY65" fmla="*/ 783771 h 2724539"/>
              <a:gd name="connsiteX66" fmla="*/ 4086808 w 5934270"/>
              <a:gd name="connsiteY66" fmla="*/ 802432 h 2724539"/>
              <a:gd name="connsiteX67" fmla="*/ 4254759 w 5934270"/>
              <a:gd name="connsiteY67" fmla="*/ 933061 h 2724539"/>
              <a:gd name="connsiteX68" fmla="*/ 4292082 w 5934270"/>
              <a:gd name="connsiteY68" fmla="*/ 970383 h 2724539"/>
              <a:gd name="connsiteX69" fmla="*/ 4366727 w 5934270"/>
              <a:gd name="connsiteY69" fmla="*/ 989045 h 2724539"/>
              <a:gd name="connsiteX70" fmla="*/ 4460033 w 5934270"/>
              <a:gd name="connsiteY70" fmla="*/ 1045028 h 2724539"/>
              <a:gd name="connsiteX71" fmla="*/ 4497355 w 5934270"/>
              <a:gd name="connsiteY71" fmla="*/ 1082351 h 2724539"/>
              <a:gd name="connsiteX72" fmla="*/ 4572000 w 5934270"/>
              <a:gd name="connsiteY72" fmla="*/ 1119673 h 2724539"/>
              <a:gd name="connsiteX73" fmla="*/ 4646645 w 5934270"/>
              <a:gd name="connsiteY73" fmla="*/ 1175657 h 2724539"/>
              <a:gd name="connsiteX74" fmla="*/ 4739951 w 5934270"/>
              <a:gd name="connsiteY74" fmla="*/ 1212979 h 2724539"/>
              <a:gd name="connsiteX75" fmla="*/ 4851919 w 5934270"/>
              <a:gd name="connsiteY75" fmla="*/ 1268963 h 2724539"/>
              <a:gd name="connsiteX76" fmla="*/ 4907902 w 5934270"/>
              <a:gd name="connsiteY76" fmla="*/ 1324947 h 2724539"/>
              <a:gd name="connsiteX77" fmla="*/ 5075853 w 5934270"/>
              <a:gd name="connsiteY77" fmla="*/ 1306286 h 2724539"/>
              <a:gd name="connsiteX78" fmla="*/ 5113176 w 5934270"/>
              <a:gd name="connsiteY78" fmla="*/ 1250302 h 2724539"/>
              <a:gd name="connsiteX79" fmla="*/ 5187821 w 5934270"/>
              <a:gd name="connsiteY79" fmla="*/ 1194318 h 2724539"/>
              <a:gd name="connsiteX80" fmla="*/ 5281127 w 5934270"/>
              <a:gd name="connsiteY80" fmla="*/ 1119673 h 2724539"/>
              <a:gd name="connsiteX81" fmla="*/ 5318449 w 5934270"/>
              <a:gd name="connsiteY81" fmla="*/ 1063690 h 2724539"/>
              <a:gd name="connsiteX82" fmla="*/ 5523723 w 5934270"/>
              <a:gd name="connsiteY82" fmla="*/ 895739 h 2724539"/>
              <a:gd name="connsiteX83" fmla="*/ 5598368 w 5934270"/>
              <a:gd name="connsiteY83" fmla="*/ 821094 h 2724539"/>
              <a:gd name="connsiteX84" fmla="*/ 5934270 w 5934270"/>
              <a:gd name="connsiteY84" fmla="*/ 634481 h 2724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934270" h="2724539">
                <a:moveTo>
                  <a:pt x="0" y="1511559"/>
                </a:moveTo>
                <a:cubicBezTo>
                  <a:pt x="99527" y="1517779"/>
                  <a:pt x="199407" y="1519781"/>
                  <a:pt x="298580" y="1530220"/>
                </a:cubicBezTo>
                <a:cubicBezTo>
                  <a:pt x="337256" y="1534291"/>
                  <a:pt x="398769" y="1573159"/>
                  <a:pt x="429208" y="1586204"/>
                </a:cubicBezTo>
                <a:cubicBezTo>
                  <a:pt x="447288" y="1593953"/>
                  <a:pt x="466531" y="1598645"/>
                  <a:pt x="485192" y="1604865"/>
                </a:cubicBezTo>
                <a:cubicBezTo>
                  <a:pt x="510074" y="1623526"/>
                  <a:pt x="536222" y="1640608"/>
                  <a:pt x="559837" y="1660849"/>
                </a:cubicBezTo>
                <a:cubicBezTo>
                  <a:pt x="579875" y="1678024"/>
                  <a:pt x="592907" y="1703738"/>
                  <a:pt x="615821" y="1716832"/>
                </a:cubicBezTo>
                <a:cubicBezTo>
                  <a:pt x="638089" y="1729557"/>
                  <a:pt x="665584" y="1729273"/>
                  <a:pt x="690466" y="1735494"/>
                </a:cubicBezTo>
                <a:cubicBezTo>
                  <a:pt x="709127" y="1747935"/>
                  <a:pt x="726125" y="1763332"/>
                  <a:pt x="746449" y="1772816"/>
                </a:cubicBezTo>
                <a:cubicBezTo>
                  <a:pt x="819728" y="1807013"/>
                  <a:pt x="891933" y="1846510"/>
                  <a:pt x="970384" y="1866122"/>
                </a:cubicBezTo>
                <a:cubicBezTo>
                  <a:pt x="1142433" y="1909134"/>
                  <a:pt x="929832" y="1853956"/>
                  <a:pt x="1156996" y="1922106"/>
                </a:cubicBezTo>
                <a:cubicBezTo>
                  <a:pt x="1181562" y="1929476"/>
                  <a:pt x="1207075" y="1933397"/>
                  <a:pt x="1231641" y="1940767"/>
                </a:cubicBezTo>
                <a:cubicBezTo>
                  <a:pt x="1331418" y="1970700"/>
                  <a:pt x="1376244" y="1989531"/>
                  <a:pt x="1474237" y="2034073"/>
                </a:cubicBezTo>
                <a:cubicBezTo>
                  <a:pt x="1499562" y="2045584"/>
                  <a:pt x="1525292" y="2056652"/>
                  <a:pt x="1548882" y="2071396"/>
                </a:cubicBezTo>
                <a:cubicBezTo>
                  <a:pt x="1575256" y="2087880"/>
                  <a:pt x="1596857" y="2111377"/>
                  <a:pt x="1623527" y="2127379"/>
                </a:cubicBezTo>
                <a:cubicBezTo>
                  <a:pt x="1659308" y="2148848"/>
                  <a:pt x="1700775" y="2160217"/>
                  <a:pt x="1735494" y="2183363"/>
                </a:cubicBezTo>
                <a:cubicBezTo>
                  <a:pt x="2027286" y="2377892"/>
                  <a:pt x="1807248" y="2236457"/>
                  <a:pt x="1978090" y="2407298"/>
                </a:cubicBezTo>
                <a:cubicBezTo>
                  <a:pt x="1993949" y="2423157"/>
                  <a:pt x="2016561" y="2430609"/>
                  <a:pt x="2034074" y="2444620"/>
                </a:cubicBezTo>
                <a:cubicBezTo>
                  <a:pt x="2047813" y="2455611"/>
                  <a:pt x="2057880" y="2470680"/>
                  <a:pt x="2071396" y="2481943"/>
                </a:cubicBezTo>
                <a:cubicBezTo>
                  <a:pt x="2095289" y="2501854"/>
                  <a:pt x="2122148" y="2518015"/>
                  <a:pt x="2146041" y="2537926"/>
                </a:cubicBezTo>
                <a:cubicBezTo>
                  <a:pt x="2159557" y="2549189"/>
                  <a:pt x="2168949" y="2565159"/>
                  <a:pt x="2183363" y="2575249"/>
                </a:cubicBezTo>
                <a:cubicBezTo>
                  <a:pt x="2231438" y="2608902"/>
                  <a:pt x="2291157" y="2627060"/>
                  <a:pt x="2332653" y="2668555"/>
                </a:cubicBezTo>
                <a:cubicBezTo>
                  <a:pt x="2383885" y="2719786"/>
                  <a:pt x="2353285" y="2700313"/>
                  <a:pt x="2425959" y="2724539"/>
                </a:cubicBezTo>
                <a:cubicBezTo>
                  <a:pt x="2544147" y="2718318"/>
                  <a:pt x="2662616" y="2716130"/>
                  <a:pt x="2780523" y="2705877"/>
                </a:cubicBezTo>
                <a:cubicBezTo>
                  <a:pt x="2823314" y="2702156"/>
                  <a:pt x="2938244" y="2657774"/>
                  <a:pt x="2967135" y="2649894"/>
                </a:cubicBezTo>
                <a:cubicBezTo>
                  <a:pt x="2997735" y="2641548"/>
                  <a:pt x="3029478" y="2638113"/>
                  <a:pt x="3060441" y="2631232"/>
                </a:cubicBezTo>
                <a:cubicBezTo>
                  <a:pt x="3085478" y="2625668"/>
                  <a:pt x="3109937" y="2617601"/>
                  <a:pt x="3135086" y="2612571"/>
                </a:cubicBezTo>
                <a:cubicBezTo>
                  <a:pt x="3172188" y="2605151"/>
                  <a:pt x="3210117" y="2602118"/>
                  <a:pt x="3247053" y="2593910"/>
                </a:cubicBezTo>
                <a:cubicBezTo>
                  <a:pt x="3388273" y="2562528"/>
                  <a:pt x="3188582" y="2570894"/>
                  <a:pt x="3452327" y="2537926"/>
                </a:cubicBezTo>
                <a:lnTo>
                  <a:pt x="3601617" y="2519265"/>
                </a:lnTo>
                <a:cubicBezTo>
                  <a:pt x="3626498" y="2513045"/>
                  <a:pt x="3652587" y="2510468"/>
                  <a:pt x="3676261" y="2500604"/>
                </a:cubicBezTo>
                <a:cubicBezTo>
                  <a:pt x="3710248" y="2486443"/>
                  <a:pt x="3833824" y="2428396"/>
                  <a:pt x="3881535" y="2388637"/>
                </a:cubicBezTo>
                <a:cubicBezTo>
                  <a:pt x="3901809" y="2371742"/>
                  <a:pt x="3918858" y="2351314"/>
                  <a:pt x="3937519" y="2332653"/>
                </a:cubicBezTo>
                <a:cubicBezTo>
                  <a:pt x="3888183" y="2184649"/>
                  <a:pt x="3962723" y="2380445"/>
                  <a:pt x="3862874" y="2220686"/>
                </a:cubicBezTo>
                <a:cubicBezTo>
                  <a:pt x="3845120" y="2192280"/>
                  <a:pt x="3841592" y="2156787"/>
                  <a:pt x="3825551" y="2127379"/>
                </a:cubicBezTo>
                <a:cubicBezTo>
                  <a:pt x="3800923" y="2082228"/>
                  <a:pt x="3744583" y="1994900"/>
                  <a:pt x="3694923" y="1959428"/>
                </a:cubicBezTo>
                <a:cubicBezTo>
                  <a:pt x="3672286" y="1943259"/>
                  <a:pt x="3645847" y="1933064"/>
                  <a:pt x="3620278" y="1922106"/>
                </a:cubicBezTo>
                <a:cubicBezTo>
                  <a:pt x="3582801" y="1906045"/>
                  <a:pt x="3527523" y="1894252"/>
                  <a:pt x="3489649" y="1884783"/>
                </a:cubicBezTo>
                <a:cubicBezTo>
                  <a:pt x="3470988" y="1872342"/>
                  <a:pt x="3453726" y="1857491"/>
                  <a:pt x="3433666" y="1847461"/>
                </a:cubicBezTo>
                <a:cubicBezTo>
                  <a:pt x="3403704" y="1832480"/>
                  <a:pt x="3369444" y="1826759"/>
                  <a:pt x="3340359" y="1810139"/>
                </a:cubicBezTo>
                <a:cubicBezTo>
                  <a:pt x="3325083" y="1801410"/>
                  <a:pt x="3317112" y="1783372"/>
                  <a:pt x="3303037" y="1772816"/>
                </a:cubicBezTo>
                <a:cubicBezTo>
                  <a:pt x="3267152" y="1745902"/>
                  <a:pt x="3228392" y="1723053"/>
                  <a:pt x="3191070" y="1698171"/>
                </a:cubicBezTo>
                <a:cubicBezTo>
                  <a:pt x="3172409" y="1685730"/>
                  <a:pt x="3150945" y="1676708"/>
                  <a:pt x="3135086" y="1660849"/>
                </a:cubicBezTo>
                <a:cubicBezTo>
                  <a:pt x="2997472" y="1523233"/>
                  <a:pt x="3068379" y="1576037"/>
                  <a:pt x="2929812" y="1492898"/>
                </a:cubicBezTo>
                <a:cubicBezTo>
                  <a:pt x="2844562" y="1365021"/>
                  <a:pt x="2954886" y="1510449"/>
                  <a:pt x="2743200" y="1362269"/>
                </a:cubicBezTo>
                <a:lnTo>
                  <a:pt x="2556588" y="1231641"/>
                </a:lnTo>
                <a:cubicBezTo>
                  <a:pt x="2538148" y="1218875"/>
                  <a:pt x="2500604" y="1194318"/>
                  <a:pt x="2500604" y="1194318"/>
                </a:cubicBezTo>
                <a:cubicBezTo>
                  <a:pt x="2414172" y="1064670"/>
                  <a:pt x="2450274" y="1143439"/>
                  <a:pt x="2481943" y="858416"/>
                </a:cubicBezTo>
                <a:cubicBezTo>
                  <a:pt x="2484115" y="838866"/>
                  <a:pt x="2492464" y="820340"/>
                  <a:pt x="2500604" y="802432"/>
                </a:cubicBezTo>
                <a:cubicBezTo>
                  <a:pt x="2523627" y="751782"/>
                  <a:pt x="2561755" y="707119"/>
                  <a:pt x="2575249" y="653143"/>
                </a:cubicBezTo>
                <a:cubicBezTo>
                  <a:pt x="2583169" y="621463"/>
                  <a:pt x="2597696" y="555240"/>
                  <a:pt x="2612572" y="522514"/>
                </a:cubicBezTo>
                <a:cubicBezTo>
                  <a:pt x="2635595" y="471864"/>
                  <a:pt x="2663902" y="423740"/>
                  <a:pt x="2687217" y="373224"/>
                </a:cubicBezTo>
                <a:cubicBezTo>
                  <a:pt x="2701254" y="342809"/>
                  <a:pt x="2710502" y="310333"/>
                  <a:pt x="2724539" y="279918"/>
                </a:cubicBezTo>
                <a:cubicBezTo>
                  <a:pt x="2747687" y="229763"/>
                  <a:pt x="2793124" y="128872"/>
                  <a:pt x="2836506" y="74645"/>
                </a:cubicBezTo>
                <a:cubicBezTo>
                  <a:pt x="2866896" y="36658"/>
                  <a:pt x="2888243" y="27713"/>
                  <a:pt x="2929812" y="0"/>
                </a:cubicBezTo>
                <a:cubicBezTo>
                  <a:pt x="2973355" y="6220"/>
                  <a:pt x="3021827" y="-2401"/>
                  <a:pt x="3060441" y="18661"/>
                </a:cubicBezTo>
                <a:cubicBezTo>
                  <a:pt x="3095408" y="37734"/>
                  <a:pt x="3111659" y="79755"/>
                  <a:pt x="3135086" y="111967"/>
                </a:cubicBezTo>
                <a:cubicBezTo>
                  <a:pt x="3161469" y="148244"/>
                  <a:pt x="3189671" y="183814"/>
                  <a:pt x="3209731" y="223935"/>
                </a:cubicBezTo>
                <a:cubicBezTo>
                  <a:pt x="3250130" y="304733"/>
                  <a:pt x="3242473" y="300547"/>
                  <a:pt x="3303037" y="373224"/>
                </a:cubicBezTo>
                <a:cubicBezTo>
                  <a:pt x="3314300" y="386740"/>
                  <a:pt x="3325272" y="401495"/>
                  <a:pt x="3340359" y="410547"/>
                </a:cubicBezTo>
                <a:cubicBezTo>
                  <a:pt x="3357226" y="420668"/>
                  <a:pt x="3377682" y="422988"/>
                  <a:pt x="3396343" y="429208"/>
                </a:cubicBezTo>
                <a:cubicBezTo>
                  <a:pt x="3427445" y="460310"/>
                  <a:pt x="3454461" y="496123"/>
                  <a:pt x="3489649" y="522514"/>
                </a:cubicBezTo>
                <a:cubicBezTo>
                  <a:pt x="3505386" y="534316"/>
                  <a:pt x="3527553" y="533426"/>
                  <a:pt x="3545633" y="541175"/>
                </a:cubicBezTo>
                <a:cubicBezTo>
                  <a:pt x="3774658" y="639329"/>
                  <a:pt x="3488841" y="522111"/>
                  <a:pt x="3676261" y="615820"/>
                </a:cubicBezTo>
                <a:cubicBezTo>
                  <a:pt x="3693855" y="624617"/>
                  <a:pt x="3714420" y="626163"/>
                  <a:pt x="3732245" y="634481"/>
                </a:cubicBezTo>
                <a:cubicBezTo>
                  <a:pt x="3807871" y="669773"/>
                  <a:pt x="3881535" y="709126"/>
                  <a:pt x="3956180" y="746449"/>
                </a:cubicBezTo>
                <a:cubicBezTo>
                  <a:pt x="3981062" y="758890"/>
                  <a:pt x="4004434" y="774974"/>
                  <a:pt x="4030825" y="783771"/>
                </a:cubicBezTo>
                <a:lnTo>
                  <a:pt x="4086808" y="802432"/>
                </a:lnTo>
                <a:cubicBezTo>
                  <a:pt x="4142792" y="845975"/>
                  <a:pt x="4204608" y="882911"/>
                  <a:pt x="4254759" y="933061"/>
                </a:cubicBezTo>
                <a:cubicBezTo>
                  <a:pt x="4267200" y="945502"/>
                  <a:pt x="4276345" y="962515"/>
                  <a:pt x="4292082" y="970383"/>
                </a:cubicBezTo>
                <a:cubicBezTo>
                  <a:pt x="4315022" y="981853"/>
                  <a:pt x="4341845" y="982824"/>
                  <a:pt x="4366727" y="989045"/>
                </a:cubicBezTo>
                <a:cubicBezTo>
                  <a:pt x="4397829" y="1007706"/>
                  <a:pt x="4430518" y="1023946"/>
                  <a:pt x="4460033" y="1045028"/>
                </a:cubicBezTo>
                <a:cubicBezTo>
                  <a:pt x="4474350" y="1055254"/>
                  <a:pt x="4482716" y="1072592"/>
                  <a:pt x="4497355" y="1082351"/>
                </a:cubicBezTo>
                <a:cubicBezTo>
                  <a:pt x="4520501" y="1097782"/>
                  <a:pt x="4548410" y="1104929"/>
                  <a:pt x="4572000" y="1119673"/>
                </a:cubicBezTo>
                <a:cubicBezTo>
                  <a:pt x="4598375" y="1136157"/>
                  <a:pt x="4619457" y="1160552"/>
                  <a:pt x="4646645" y="1175657"/>
                </a:cubicBezTo>
                <a:cubicBezTo>
                  <a:pt x="4675927" y="1191925"/>
                  <a:pt x="4709456" y="1199118"/>
                  <a:pt x="4739951" y="1212979"/>
                </a:cubicBezTo>
                <a:cubicBezTo>
                  <a:pt x="4777939" y="1230246"/>
                  <a:pt x="4814596" y="1250302"/>
                  <a:pt x="4851919" y="1268963"/>
                </a:cubicBezTo>
                <a:cubicBezTo>
                  <a:pt x="4870580" y="1287624"/>
                  <a:pt x="4881870" y="1320608"/>
                  <a:pt x="4907902" y="1324947"/>
                </a:cubicBezTo>
                <a:cubicBezTo>
                  <a:pt x="4963464" y="1334207"/>
                  <a:pt x="5022916" y="1325536"/>
                  <a:pt x="5075853" y="1306286"/>
                </a:cubicBezTo>
                <a:cubicBezTo>
                  <a:pt x="5096931" y="1298621"/>
                  <a:pt x="5097317" y="1266161"/>
                  <a:pt x="5113176" y="1250302"/>
                </a:cubicBezTo>
                <a:cubicBezTo>
                  <a:pt x="5135169" y="1228309"/>
                  <a:pt x="5165828" y="1216311"/>
                  <a:pt x="5187821" y="1194318"/>
                </a:cubicBezTo>
                <a:cubicBezTo>
                  <a:pt x="5272230" y="1109909"/>
                  <a:pt x="5172137" y="1156004"/>
                  <a:pt x="5281127" y="1119673"/>
                </a:cubicBezTo>
                <a:cubicBezTo>
                  <a:pt x="5293568" y="1101012"/>
                  <a:pt x="5304091" y="1080919"/>
                  <a:pt x="5318449" y="1063690"/>
                </a:cubicBezTo>
                <a:cubicBezTo>
                  <a:pt x="5380321" y="989443"/>
                  <a:pt x="5443114" y="962913"/>
                  <a:pt x="5523723" y="895739"/>
                </a:cubicBezTo>
                <a:cubicBezTo>
                  <a:pt x="5550755" y="873212"/>
                  <a:pt x="5567699" y="838345"/>
                  <a:pt x="5598368" y="821094"/>
                </a:cubicBezTo>
                <a:cubicBezTo>
                  <a:pt x="5909070" y="646324"/>
                  <a:pt x="5794812" y="704212"/>
                  <a:pt x="5934270" y="634481"/>
                </a:cubicBezTo>
              </a:path>
            </a:pathLst>
          </a:custGeom>
          <a:noFill/>
          <a:ln w="762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746A3CF4-A7E9-4BB2-04AF-B4859C30BDBE}"/>
              </a:ext>
            </a:extLst>
          </p:cNvPr>
          <p:cNvCxnSpPr>
            <a:cxnSpLocks/>
          </p:cNvCxnSpPr>
          <p:nvPr/>
        </p:nvCxnSpPr>
        <p:spPr>
          <a:xfrm>
            <a:off x="13381611" y="6204825"/>
            <a:ext cx="830514" cy="717682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C1236436-DCCD-A57B-DA88-8245E4EEB37A}"/>
              </a:ext>
            </a:extLst>
          </p:cNvPr>
          <p:cNvCxnSpPr>
            <a:cxnSpLocks/>
          </p:cNvCxnSpPr>
          <p:nvPr/>
        </p:nvCxnSpPr>
        <p:spPr>
          <a:xfrm flipH="1">
            <a:off x="8490963" y="6157326"/>
            <a:ext cx="550574" cy="908993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A723587F-2ECD-96B4-AFFE-88A984CEA5DF}"/>
              </a:ext>
            </a:extLst>
          </p:cNvPr>
          <p:cNvCxnSpPr>
            <a:cxnSpLocks/>
          </p:cNvCxnSpPr>
          <p:nvPr/>
        </p:nvCxnSpPr>
        <p:spPr>
          <a:xfrm flipH="1">
            <a:off x="6858910" y="4484292"/>
            <a:ext cx="1197414" cy="22063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Elipse 64">
            <a:extLst>
              <a:ext uri="{FF2B5EF4-FFF2-40B4-BE49-F238E27FC236}">
                <a16:creationId xmlns:a16="http://schemas.microsoft.com/office/drawing/2014/main" id="{AC2A4A3F-2316-EE9D-CEBE-5EBDD4859B30}"/>
              </a:ext>
            </a:extLst>
          </p:cNvPr>
          <p:cNvSpPr/>
          <p:nvPr/>
        </p:nvSpPr>
        <p:spPr>
          <a:xfrm>
            <a:off x="11157734" y="2764157"/>
            <a:ext cx="441259" cy="4412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76200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7EA79224-E70B-9047-22DF-66551B1B111F}"/>
              </a:ext>
            </a:extLst>
          </p:cNvPr>
          <p:cNvSpPr/>
          <p:nvPr/>
        </p:nvSpPr>
        <p:spPr>
          <a:xfrm>
            <a:off x="8252806" y="4263663"/>
            <a:ext cx="441259" cy="4412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76200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0" name="Gráfico 69" descr="Marca de seleção com preenchimento sólido">
            <a:extLst>
              <a:ext uri="{FF2B5EF4-FFF2-40B4-BE49-F238E27FC236}">
                <a16:creationId xmlns:a16="http://schemas.microsoft.com/office/drawing/2014/main" id="{F4346D99-402A-E684-3D32-54CA592233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914609" y="3855534"/>
            <a:ext cx="914400" cy="914400"/>
          </a:xfrm>
          <a:prstGeom prst="rect">
            <a:avLst/>
          </a:prstGeom>
        </p:spPr>
      </p:pic>
      <p:grpSp>
        <p:nvGrpSpPr>
          <p:cNvPr id="71" name="Agrupar 70">
            <a:extLst>
              <a:ext uri="{FF2B5EF4-FFF2-40B4-BE49-F238E27FC236}">
                <a16:creationId xmlns:a16="http://schemas.microsoft.com/office/drawing/2014/main" id="{6DEAD611-7C77-1395-10AE-C2328E906DDF}"/>
              </a:ext>
            </a:extLst>
          </p:cNvPr>
          <p:cNvGrpSpPr/>
          <p:nvPr/>
        </p:nvGrpSpPr>
        <p:grpSpPr>
          <a:xfrm>
            <a:off x="8174973" y="8419251"/>
            <a:ext cx="2042886" cy="1292593"/>
            <a:chOff x="16134767" y="2751375"/>
            <a:chExt cx="2042886" cy="1292593"/>
          </a:xfrm>
        </p:grpSpPr>
        <p:grpSp>
          <p:nvGrpSpPr>
            <p:cNvPr id="72" name="Agrupar 71">
              <a:extLst>
                <a:ext uri="{FF2B5EF4-FFF2-40B4-BE49-F238E27FC236}">
                  <a16:creationId xmlns:a16="http://schemas.microsoft.com/office/drawing/2014/main" id="{B8DDF680-046B-E0B9-4625-2371CC2B69B2}"/>
                </a:ext>
              </a:extLst>
            </p:cNvPr>
            <p:cNvGrpSpPr/>
            <p:nvPr/>
          </p:nvGrpSpPr>
          <p:grpSpPr>
            <a:xfrm>
              <a:off x="16553827" y="3300434"/>
              <a:ext cx="1275768" cy="743534"/>
              <a:chOff x="14889157" y="4306502"/>
              <a:chExt cx="1275768" cy="743534"/>
            </a:xfrm>
          </p:grpSpPr>
          <p:pic>
            <p:nvPicPr>
              <p:cNvPr id="74" name="Imagem 73">
                <a:extLst>
                  <a:ext uri="{FF2B5EF4-FFF2-40B4-BE49-F238E27FC236}">
                    <a16:creationId xmlns:a16="http://schemas.microsoft.com/office/drawing/2014/main" id="{7104FE43-BEAD-3617-CA05-3532DC48B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889157" y="4325163"/>
                <a:ext cx="643051" cy="690392"/>
              </a:xfrm>
              <a:prstGeom prst="rect">
                <a:avLst/>
              </a:prstGeom>
            </p:spPr>
          </p:pic>
          <p:pic>
            <p:nvPicPr>
              <p:cNvPr id="75" name="Imagem 74">
                <a:extLst>
                  <a:ext uri="{FF2B5EF4-FFF2-40B4-BE49-F238E27FC236}">
                    <a16:creationId xmlns:a16="http://schemas.microsoft.com/office/drawing/2014/main" id="{29060A92-6B61-0423-5E1C-C028AB6D6F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68600" y="4306502"/>
                <a:ext cx="696325" cy="743534"/>
              </a:xfrm>
              <a:prstGeom prst="rect">
                <a:avLst/>
              </a:prstGeom>
            </p:spPr>
          </p:pic>
        </p:grpSp>
        <p:sp>
          <p:nvSpPr>
            <p:cNvPr id="73" name="TextBox 16">
              <a:extLst>
                <a:ext uri="{FF2B5EF4-FFF2-40B4-BE49-F238E27FC236}">
                  <a16:creationId xmlns:a16="http://schemas.microsoft.com/office/drawing/2014/main" id="{5A638733-AEB0-9AAD-FF46-F976CC81885E}"/>
                </a:ext>
              </a:extLst>
            </p:cNvPr>
            <p:cNvSpPr txBox="1"/>
            <p:nvPr/>
          </p:nvSpPr>
          <p:spPr>
            <a:xfrm>
              <a:off x="16134767" y="2751375"/>
              <a:ext cx="2042886" cy="5677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2800" dirty="0">
                  <a:solidFill>
                    <a:schemeClr val="bg1"/>
                  </a:solidFill>
                  <a:latin typeface="Agrandir Bold"/>
                </a:rPr>
                <a:t>Site</a:t>
              </a:r>
            </a:p>
          </p:txBody>
        </p:sp>
      </p:grp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A01C8541-F288-204E-DB63-94C8B8C5356E}"/>
              </a:ext>
            </a:extLst>
          </p:cNvPr>
          <p:cNvSpPr txBox="1"/>
          <p:nvPr/>
        </p:nvSpPr>
        <p:spPr>
          <a:xfrm>
            <a:off x="6442750" y="958664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Classic" panose="020B0604020202020204" charset="0"/>
              </a:rPr>
              <a:t>??????????????????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56F82A19-E1E7-8B11-14BE-0D912268D89C}"/>
              </a:ext>
            </a:extLst>
          </p:cNvPr>
          <p:cNvSpPr txBox="1"/>
          <p:nvPr/>
        </p:nvSpPr>
        <p:spPr>
          <a:xfrm>
            <a:off x="13606072" y="895823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Classic" panose="020B0604020202020204" charset="0"/>
              </a:rPr>
              <a:t>??????????????????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6C674180-E840-CEDB-5F4F-775FF4BCB182}"/>
              </a:ext>
            </a:extLst>
          </p:cNvPr>
          <p:cNvSpPr txBox="1"/>
          <p:nvPr/>
        </p:nvSpPr>
        <p:spPr>
          <a:xfrm>
            <a:off x="4411425" y="624249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Classic" panose="020B0604020202020204" charset="0"/>
              </a:rPr>
              <a:t>??????????????????</a:t>
            </a:r>
          </a:p>
        </p:txBody>
      </p:sp>
      <p:sp>
        <p:nvSpPr>
          <p:cNvPr id="82" name="AutoShape 2">
            <a:extLst>
              <a:ext uri="{FF2B5EF4-FFF2-40B4-BE49-F238E27FC236}">
                <a16:creationId xmlns:a16="http://schemas.microsoft.com/office/drawing/2014/main" id="{B9433130-D179-D89F-35AE-9DDD74A1F5AE}"/>
              </a:ext>
            </a:extLst>
          </p:cNvPr>
          <p:cNvSpPr/>
          <p:nvPr/>
        </p:nvSpPr>
        <p:spPr>
          <a:xfrm rot="-5400000">
            <a:off x="-3105244" y="6088732"/>
            <a:ext cx="7734487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921B84F8-7028-039C-4083-486D2B71A2C0}"/>
              </a:ext>
            </a:extLst>
          </p:cNvPr>
          <p:cNvSpPr txBox="1"/>
          <p:nvPr/>
        </p:nvSpPr>
        <p:spPr>
          <a:xfrm>
            <a:off x="242107" y="266700"/>
            <a:ext cx="9945575" cy="1697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2"/>
              </a:lnSpc>
            </a:pPr>
            <a:r>
              <a:rPr lang="en-US" sz="6278" dirty="0" err="1">
                <a:solidFill>
                  <a:srgbClr val="0E073F"/>
                </a:solidFill>
                <a:latin typeface="Agrandir Bold"/>
              </a:rPr>
              <a:t>Localizando</a:t>
            </a:r>
            <a:r>
              <a:rPr lang="en-US" sz="6278" dirty="0">
                <a:solidFill>
                  <a:srgbClr val="0E073F"/>
                </a:solidFill>
                <a:latin typeface="Agrandir Bold"/>
              </a:rPr>
              <a:t> sites </a:t>
            </a:r>
            <a:r>
              <a:rPr lang="en-US" sz="6278" dirty="0" err="1">
                <a:solidFill>
                  <a:srgbClr val="0E073F"/>
                </a:solidFill>
                <a:latin typeface="Agrandir Bold"/>
              </a:rPr>
              <a:t>na</a:t>
            </a:r>
            <a:r>
              <a:rPr lang="en-US" sz="6278" dirty="0">
                <a:solidFill>
                  <a:srgbClr val="0E073F"/>
                </a:solidFill>
                <a:latin typeface="Agrandir Bold"/>
              </a:rPr>
              <a:t> Internet</a:t>
            </a:r>
          </a:p>
        </p:txBody>
      </p:sp>
    </p:spTree>
    <p:extLst>
      <p:ext uri="{BB962C8B-B14F-4D97-AF65-F5344CB8AC3E}">
        <p14:creationId xmlns:p14="http://schemas.microsoft.com/office/powerpoint/2010/main" val="9937517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062 L 0.00087 -0.00047 C 0.0039 0.00231 0.00694 0.00524 0.00998 0.00833 C 0.01111 0.00956 0.01198 0.01111 0.01311 0.01203 C 0.01406 0.01296 0.0151 0.01342 0.01614 0.01389 C 0.01918 0.01512 0.02231 0.01605 0.02535 0.01744 C 0.02639 0.0179 0.02734 0.01898 0.02838 0.01929 C 0.03246 0.02068 0.03663 0.02114 0.04062 0.02284 C 0.04201 0.02345 0.04331 0.02423 0.0447 0.02469 C 0.04644 0.02546 0.04818 0.02577 0.04982 0.02654 C 0.05373 0.02824 0.05469 0.0304 0.05903 0.03379 C 0.06085 0.03534 0.06432 0.03657 0.06614 0.0375 C 0.07265 0.03626 0.07934 0.03719 0.08559 0.03379 C 0.08689 0.03302 0.08594 0.0287 0.08654 0.02654 C 0.08698 0.025 0.08785 0.02392 0.08863 0.02284 C 0.09054 0.02021 0.09514 0.01574 0.09679 0.01389 C 0.09818 0.01219 0.09948 0.01018 0.10087 0.00833 C 0.10668 -0.00726 0.09896 0.01111 0.10599 0.00108 C 0.10694 -0.00016 0.1072 -0.00263 0.10798 -0.00432 C 0.10963 -0.00756 0.1118 -0.00988 0.11311 -0.01343 C 0.1138 -0.01513 0.11432 -0.01713 0.11519 -0.01883 C 0.1171 -0.02269 0.11927 -0.02608 0.12127 -0.02963 L 0.12335 -0.03334 C 0.1237 -0.03519 0.12387 -0.03704 0.1243 -0.03874 C 0.12517 -0.04167 0.12691 -0.04584 0.12838 -0.04784 C 0.13038 -0.05047 0.13455 -0.0551 0.13455 -0.05494 C 0.13637 -0.06466 0.13437 -0.05695 0.13863 -0.0659 C 0.14505 -0.07963 0.1368 -0.06451 0.14271 -0.075 C 0.14305 -0.07747 0.14349 -0.07979 0.14375 -0.08226 C 0.14418 -0.08596 0.14436 -0.08951 0.14479 -0.09321 C 0.14531 -0.098 0.14609 -0.10278 0.14679 -0.10772 C 0.14713 -0.11003 0.14809 -0.11775 0.14887 -0.12037 C 0.15182 -0.13087 0.15026 -0.12037 0.15295 -0.13303 C 0.15338 -0.13534 0.15312 -0.13827 0.1539 -0.14028 C 0.1546 -0.14213 0.15599 -0.1426 0.15703 -0.14398 C 0.15738 -0.14445 0.15772 -0.14522 0.15807 -0.14568 " pathEditMode="relative" rAng="0" ptsTypes="AAAAAAAAAAAAAAAAAAAAAAAAAAAAAAAAAAAA">
                                      <p:cBhvr>
                                        <p:cTn id="2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56" y="-53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1 -0.0054 L 0.00121 -0.00524 C -0.00018 -3.45679E-6 -0.00174 0.00525 -0.00296 0.01081 C -0.00339 0.01312 -0.00313 0.01605 -0.00391 0.01806 C -0.00461 0.01991 -0.00608 0.02037 -0.00704 0.02176 C -0.00842 0.02392 -0.01112 0.02902 -0.01112 0.02917 C -0.01389 0.04398 -0.00921 0.02037 -0.01615 0.04537 C -0.01684 0.04769 -0.01763 0.05016 -0.01823 0.05263 C -0.01867 0.05432 -0.01867 0.05648 -0.01928 0.05803 C -0.02006 0.06019 -0.02127 0.06173 -0.02231 0.06343 C -0.02266 0.06574 -0.02362 0.07361 -0.02431 0.07624 C -0.02526 0.07932 -0.02648 0.0821 -0.02744 0.08519 C -0.02813 0.08766 -0.02848 0.09044 -0.02943 0.09244 C -0.03021 0.09414 -0.03151 0.09491 -0.03247 0.09615 C -0.04193 0.12408 -0.02926 0.08905 -0.03967 0.11065 C -0.04063 0.11266 -0.04072 0.1159 -0.04167 0.1179 C -0.04254 0.1196 -0.0474 0.12531 -0.04888 0.12701 C -0.04914 0.12886 -0.04922 0.13087 -0.04983 0.13241 C -0.05096 0.13519 -0.05261 0.13735 -0.05391 0.13966 C -0.05461 0.1409 -0.05539 0.14198 -0.05599 0.14337 C -0.05825 0.14861 -0.05929 0.15186 -0.06207 0.15602 C -0.06303 0.15741 -0.06433 0.15818 -0.0652 0.15973 C -0.06641 0.16173 -0.06693 0.16497 -0.06823 0.16698 C -0.06936 0.16868 -0.07101 0.16914 -0.07231 0.17053 C -0.0744 0.17284 -0.07665 0.17485 -0.07848 0.17778 C -0.08039 0.18102 -0.08186 0.18503 -0.08351 0.18874 C -0.08429 0.19044 -0.08455 0.1929 -0.08559 0.19414 C -0.08742 0.19615 -0.09167 0.19784 -0.09167 0.198 C -0.09341 0.19723 -0.09514 0.19707 -0.09679 0.19599 C -0.09792 0.19522 -0.09879 0.19337 -0.09983 0.19229 C -0.10122 0.19105 -0.10261 0.18997 -0.10391 0.18874 C -0.10504 0.18766 -0.10582 0.18581 -0.10704 0.18503 C -0.1086 0.18395 -0.11042 0.1838 -0.11207 0.18318 C -0.11459 0.18102 -0.11658 0.17886 -0.11928 0.17778 C -0.12127 0.17701 -0.12336 0.1767 -0.12535 0.17593 C -0.13559 0.17269 -0.125 0.17531 -0.13967 0.17238 C -0.14219 0.17007 -0.14462 0.16837 -0.14679 0.16513 C -0.14792 0.16343 -0.14879 0.16127 -0.14983 0.15973 C -0.15113 0.15772 -0.15261 0.15602 -0.15391 0.15417 C -0.15495 0.15294 -0.15617 0.15216 -0.15704 0.15062 C -0.15756 0.14969 -0.15773 0.14815 -0.15799 0.14692 " pathEditMode="relative" rAng="0" ptsTypes="AAAAAAAAAAAAAAAAAAAAAAAAAAAAAAAAAAAAAAAAA">
                                      <p:cBhvr>
                                        <p:cTn id="3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60" y="101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  <p:bldP spid="51" grpId="0" animBg="1"/>
      <p:bldP spid="51" grpId="1" animBg="1"/>
      <p:bldP spid="65" grpId="0" animBg="1"/>
      <p:bldP spid="65" grpId="1" animBg="1"/>
      <p:bldP spid="65" grpId="2" animBg="1"/>
      <p:bldP spid="67" grpId="0" animBg="1"/>
      <p:bldP spid="67" grpId="1" animBg="1"/>
      <p:bldP spid="67" grpId="2" animBg="1"/>
      <p:bldP spid="76" grpId="0"/>
      <p:bldP spid="77" grpId="0"/>
      <p:bldP spid="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A778ED5-C01D-1F0E-7F23-048997810D5C}"/>
              </a:ext>
            </a:extLst>
          </p:cNvPr>
          <p:cNvSpPr/>
          <p:nvPr/>
        </p:nvSpPr>
        <p:spPr>
          <a:xfrm>
            <a:off x="4447783" y="6228961"/>
            <a:ext cx="3096017" cy="508576"/>
          </a:xfrm>
          <a:prstGeom prst="rect">
            <a:avLst/>
          </a:prstGeom>
          <a:noFill/>
          <a:ln w="57150">
            <a:solidFill>
              <a:schemeClr val="bg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D2D9F17-7388-2D5F-6FB6-79B491B26712}"/>
              </a:ext>
            </a:extLst>
          </p:cNvPr>
          <p:cNvGrpSpPr/>
          <p:nvPr/>
        </p:nvGrpSpPr>
        <p:grpSpPr>
          <a:xfrm>
            <a:off x="10111597" y="800100"/>
            <a:ext cx="3114251" cy="2059795"/>
            <a:chOff x="11444914" y="-770085"/>
            <a:chExt cx="4051855" cy="2679936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8E201674-FB41-1A05-A2B1-7B96B6C2A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44400" y="100035"/>
              <a:ext cx="1497330" cy="1809816"/>
            </a:xfrm>
            <a:prstGeom prst="rect">
              <a:avLst/>
            </a:prstGeom>
          </p:spPr>
        </p:pic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CAD1DD2A-0F92-7A2D-1A70-A8A81E55F5F8}"/>
                </a:ext>
              </a:extLst>
            </p:cNvPr>
            <p:cNvSpPr txBox="1"/>
            <p:nvPr/>
          </p:nvSpPr>
          <p:spPr>
            <a:xfrm>
              <a:off x="11444914" y="-770085"/>
              <a:ext cx="4051855" cy="10010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dirty="0" err="1">
                  <a:solidFill>
                    <a:srgbClr val="0E073F"/>
                  </a:solidFill>
                  <a:latin typeface="Agrandir Bold"/>
                </a:rPr>
                <a:t>Servidor</a:t>
              </a:r>
              <a:r>
                <a:rPr lang="en-US" sz="3200" dirty="0">
                  <a:solidFill>
                    <a:srgbClr val="0E073F"/>
                  </a:solidFill>
                  <a:latin typeface="Agrandir Bold"/>
                </a:rPr>
                <a:t> DNS</a:t>
              </a:r>
            </a:p>
            <a:p>
              <a:r>
                <a:rPr lang="en-US" dirty="0">
                  <a:solidFill>
                    <a:srgbClr val="0E073F"/>
                  </a:solidFill>
                  <a:latin typeface="Agrandir Bold"/>
                </a:rPr>
                <a:t>Domain Name System</a:t>
              </a: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940E869-F267-C634-477C-92D208994D9B}"/>
              </a:ext>
            </a:extLst>
          </p:cNvPr>
          <p:cNvGrpSpPr/>
          <p:nvPr/>
        </p:nvGrpSpPr>
        <p:grpSpPr>
          <a:xfrm>
            <a:off x="14733787" y="2233871"/>
            <a:ext cx="2042886" cy="2049231"/>
            <a:chOff x="12225047" y="3602404"/>
            <a:chExt cx="3134306" cy="3074621"/>
          </a:xfrm>
        </p:grpSpPr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64A51B68-1E43-2F69-6BB5-5CCD964F3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3000" y="4522548"/>
              <a:ext cx="2438400" cy="2154477"/>
            </a:xfrm>
            <a:prstGeom prst="rect">
              <a:avLst/>
            </a:prstGeom>
          </p:spPr>
        </p:pic>
        <p:sp>
          <p:nvSpPr>
            <p:cNvPr id="26" name="TextBox 16">
              <a:extLst>
                <a:ext uri="{FF2B5EF4-FFF2-40B4-BE49-F238E27FC236}">
                  <a16:creationId xmlns:a16="http://schemas.microsoft.com/office/drawing/2014/main" id="{CE796EF6-F391-CD15-B43D-7EE1DFB4A27B}"/>
                </a:ext>
              </a:extLst>
            </p:cNvPr>
            <p:cNvSpPr txBox="1"/>
            <p:nvPr/>
          </p:nvSpPr>
          <p:spPr>
            <a:xfrm>
              <a:off x="12225047" y="3602404"/>
              <a:ext cx="3134306" cy="8931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52"/>
                </a:lnSpc>
              </a:pPr>
              <a:r>
                <a:rPr lang="en-US" sz="3600" dirty="0" err="1">
                  <a:latin typeface="Agrandir Bold"/>
                </a:rPr>
                <a:t>Servidor</a:t>
              </a:r>
              <a:endParaRPr lang="en-US" sz="3600" dirty="0">
                <a:latin typeface="Agrandir Bold"/>
              </a:endParaRP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3AAEE620-8504-BFA8-9936-B30461629D6B}"/>
              </a:ext>
            </a:extLst>
          </p:cNvPr>
          <p:cNvGrpSpPr/>
          <p:nvPr/>
        </p:nvGrpSpPr>
        <p:grpSpPr>
          <a:xfrm>
            <a:off x="8103529" y="2439649"/>
            <a:ext cx="6608118" cy="4568637"/>
            <a:chOff x="9236798" y="3393035"/>
            <a:chExt cx="6608118" cy="4568637"/>
          </a:xfrm>
        </p:grpSpPr>
        <p:sp>
          <p:nvSpPr>
            <p:cNvPr id="30" name="TextBox 14">
              <a:extLst>
                <a:ext uri="{FF2B5EF4-FFF2-40B4-BE49-F238E27FC236}">
                  <a16:creationId xmlns:a16="http://schemas.microsoft.com/office/drawing/2014/main" id="{2E42051D-A75E-3B05-D01C-82A61BD6224B}"/>
                </a:ext>
              </a:extLst>
            </p:cNvPr>
            <p:cNvSpPr txBox="1"/>
            <p:nvPr/>
          </p:nvSpPr>
          <p:spPr>
            <a:xfrm>
              <a:off x="10475002" y="7271627"/>
              <a:ext cx="4131710" cy="6900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74"/>
                </a:lnSpc>
              </a:pPr>
              <a:r>
                <a:rPr lang="en-US" sz="5213" dirty="0">
                  <a:solidFill>
                    <a:srgbClr val="0E073F"/>
                  </a:solidFill>
                  <a:latin typeface="Agrandir Bold"/>
                </a:rPr>
                <a:t>Internet</a:t>
              </a:r>
            </a:p>
          </p:txBody>
        </p: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5C190143-9D00-CDCC-FCEE-C362724B8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6364" l="8871" r="93548">
                          <a14:foregroundMark x1="11290" y1="54091" x2="8871" y2="58636"/>
                          <a14:foregroundMark x1="18011" y1="92273" x2="20316" y2="88765"/>
                          <a14:foregroundMark x1="77957" y1="96818" x2="78495" y2="91818"/>
                          <a14:foregroundMark x1="91935" y1="75000" x2="90591" y2="70909"/>
                          <a14:foregroundMark x1="93548" y1="31818" x2="93548" y2="31818"/>
                          <a14:backgroundMark x1="22849" y1="86364" x2="22849" y2="86364"/>
                          <a14:backgroundMark x1="24462" y1="83182" x2="22581" y2="87273"/>
                          <a14:backgroundMark x1="22581" y1="86364" x2="20968" y2="89545"/>
                          <a14:backgroundMark x1="2419" y1="5909" x2="2419" y2="17273"/>
                          <a14:backgroundMark x1="2419" y1="17273" x2="2419" y2="14545"/>
                        </a14:backgroundRemoval>
                      </a14:imgEffect>
                    </a14:imgLayer>
                  </a14:imgProps>
                </a:ext>
              </a:extLst>
            </a:blip>
            <a:srcRect l="2952"/>
            <a:stretch/>
          </p:blipFill>
          <p:spPr>
            <a:xfrm>
              <a:off x="9236798" y="3393035"/>
              <a:ext cx="6608118" cy="3756562"/>
            </a:xfrm>
            <a:prstGeom prst="rect">
              <a:avLst/>
            </a:prstGeom>
          </p:spPr>
        </p:pic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BB70E1E-F68D-DEB7-2A2F-5A4C6BDD8DAA}"/>
              </a:ext>
            </a:extLst>
          </p:cNvPr>
          <p:cNvGrpSpPr/>
          <p:nvPr/>
        </p:nvGrpSpPr>
        <p:grpSpPr>
          <a:xfrm>
            <a:off x="4609090" y="3444593"/>
            <a:ext cx="2590800" cy="2735965"/>
            <a:chOff x="6019800" y="3619500"/>
            <a:chExt cx="2590800" cy="2735965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8869E1F-05E2-53DC-B3DD-4F10C5C82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19800" y="3619500"/>
              <a:ext cx="2590800" cy="2276475"/>
            </a:xfrm>
            <a:prstGeom prst="rect">
              <a:avLst/>
            </a:prstGeom>
          </p:spPr>
        </p:pic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B480F287-A2BA-2421-8106-EF27C6CE0FB5}"/>
                </a:ext>
              </a:extLst>
            </p:cNvPr>
            <p:cNvSpPr/>
            <p:nvPr/>
          </p:nvSpPr>
          <p:spPr>
            <a:xfrm>
              <a:off x="6577445" y="5822066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A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C686E267-A505-A7CC-7FEA-8E8740AEFF86}"/>
              </a:ext>
            </a:extLst>
          </p:cNvPr>
          <p:cNvGrpSpPr/>
          <p:nvPr/>
        </p:nvGrpSpPr>
        <p:grpSpPr>
          <a:xfrm>
            <a:off x="6509236" y="6753190"/>
            <a:ext cx="2590800" cy="2774300"/>
            <a:chOff x="7104283" y="6183585"/>
            <a:chExt cx="2590800" cy="2774300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3096438C-865F-58F4-5804-551C74F10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04283" y="6183585"/>
              <a:ext cx="2590800" cy="2276475"/>
            </a:xfrm>
            <a:prstGeom prst="rect">
              <a:avLst/>
            </a:prstGeom>
          </p:spPr>
        </p:pic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D3D0365C-FA27-A995-84C3-5147A7E52706}"/>
                </a:ext>
              </a:extLst>
            </p:cNvPr>
            <p:cNvSpPr/>
            <p:nvPr/>
          </p:nvSpPr>
          <p:spPr>
            <a:xfrm>
              <a:off x="7768298" y="8424486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B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8810F02D-8A33-31DF-2FCC-80DF258ACFAB}"/>
              </a:ext>
            </a:extLst>
          </p:cNvPr>
          <p:cNvGrpSpPr/>
          <p:nvPr/>
        </p:nvGrpSpPr>
        <p:grpSpPr>
          <a:xfrm>
            <a:off x="13803952" y="6196211"/>
            <a:ext cx="2590800" cy="2770179"/>
            <a:chOff x="14600911" y="5000454"/>
            <a:chExt cx="2590800" cy="2770179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CBBA768-3831-8ADE-151D-E15F485FA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600911" y="5000454"/>
              <a:ext cx="2590800" cy="2276475"/>
            </a:xfrm>
            <a:prstGeom prst="rect">
              <a:avLst/>
            </a:prstGeom>
          </p:spPr>
        </p:pic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524943B0-6013-8A9F-A029-9D24DBE6AB50}"/>
                </a:ext>
              </a:extLst>
            </p:cNvPr>
            <p:cNvSpPr/>
            <p:nvPr/>
          </p:nvSpPr>
          <p:spPr>
            <a:xfrm>
              <a:off x="15151995" y="7237234"/>
              <a:ext cx="533399" cy="53339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Agrandir Bold" panose="020B0604020202020204" charset="0"/>
                </a:rPr>
                <a:t>C</a:t>
              </a:r>
            </a:p>
          </p:txBody>
        </p:sp>
      </p:grp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F2D90A0-B700-6351-C423-33CF82094005}"/>
              </a:ext>
            </a:extLst>
          </p:cNvPr>
          <p:cNvSpPr txBox="1"/>
          <p:nvPr/>
        </p:nvSpPr>
        <p:spPr>
          <a:xfrm>
            <a:off x="4663356" y="6307451"/>
            <a:ext cx="281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Montserrat Classic" panose="020B0604020202020204" charset="0"/>
              </a:rPr>
              <a:t>Portal.meusite.com.br</a:t>
            </a:r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A71AE069-E65A-3D97-9278-EEDDE250E489}"/>
              </a:ext>
            </a:extLst>
          </p:cNvPr>
          <p:cNvSpPr/>
          <p:nvPr/>
        </p:nvSpPr>
        <p:spPr>
          <a:xfrm>
            <a:off x="8435197" y="2967098"/>
            <a:ext cx="5934270" cy="2724539"/>
          </a:xfrm>
          <a:custGeom>
            <a:avLst/>
            <a:gdLst>
              <a:gd name="connsiteX0" fmla="*/ 0 w 5934270"/>
              <a:gd name="connsiteY0" fmla="*/ 1511559 h 2724539"/>
              <a:gd name="connsiteX1" fmla="*/ 298580 w 5934270"/>
              <a:gd name="connsiteY1" fmla="*/ 1530220 h 2724539"/>
              <a:gd name="connsiteX2" fmla="*/ 429208 w 5934270"/>
              <a:gd name="connsiteY2" fmla="*/ 1586204 h 2724539"/>
              <a:gd name="connsiteX3" fmla="*/ 485192 w 5934270"/>
              <a:gd name="connsiteY3" fmla="*/ 1604865 h 2724539"/>
              <a:gd name="connsiteX4" fmla="*/ 559837 w 5934270"/>
              <a:gd name="connsiteY4" fmla="*/ 1660849 h 2724539"/>
              <a:gd name="connsiteX5" fmla="*/ 615821 w 5934270"/>
              <a:gd name="connsiteY5" fmla="*/ 1716832 h 2724539"/>
              <a:gd name="connsiteX6" fmla="*/ 690466 w 5934270"/>
              <a:gd name="connsiteY6" fmla="*/ 1735494 h 2724539"/>
              <a:gd name="connsiteX7" fmla="*/ 746449 w 5934270"/>
              <a:gd name="connsiteY7" fmla="*/ 1772816 h 2724539"/>
              <a:gd name="connsiteX8" fmla="*/ 970384 w 5934270"/>
              <a:gd name="connsiteY8" fmla="*/ 1866122 h 2724539"/>
              <a:gd name="connsiteX9" fmla="*/ 1156996 w 5934270"/>
              <a:gd name="connsiteY9" fmla="*/ 1922106 h 2724539"/>
              <a:gd name="connsiteX10" fmla="*/ 1231641 w 5934270"/>
              <a:gd name="connsiteY10" fmla="*/ 1940767 h 2724539"/>
              <a:gd name="connsiteX11" fmla="*/ 1474237 w 5934270"/>
              <a:gd name="connsiteY11" fmla="*/ 2034073 h 2724539"/>
              <a:gd name="connsiteX12" fmla="*/ 1548882 w 5934270"/>
              <a:gd name="connsiteY12" fmla="*/ 2071396 h 2724539"/>
              <a:gd name="connsiteX13" fmla="*/ 1623527 w 5934270"/>
              <a:gd name="connsiteY13" fmla="*/ 2127379 h 2724539"/>
              <a:gd name="connsiteX14" fmla="*/ 1735494 w 5934270"/>
              <a:gd name="connsiteY14" fmla="*/ 2183363 h 2724539"/>
              <a:gd name="connsiteX15" fmla="*/ 1978090 w 5934270"/>
              <a:gd name="connsiteY15" fmla="*/ 2407298 h 2724539"/>
              <a:gd name="connsiteX16" fmla="*/ 2034074 w 5934270"/>
              <a:gd name="connsiteY16" fmla="*/ 2444620 h 2724539"/>
              <a:gd name="connsiteX17" fmla="*/ 2071396 w 5934270"/>
              <a:gd name="connsiteY17" fmla="*/ 2481943 h 2724539"/>
              <a:gd name="connsiteX18" fmla="*/ 2146041 w 5934270"/>
              <a:gd name="connsiteY18" fmla="*/ 2537926 h 2724539"/>
              <a:gd name="connsiteX19" fmla="*/ 2183363 w 5934270"/>
              <a:gd name="connsiteY19" fmla="*/ 2575249 h 2724539"/>
              <a:gd name="connsiteX20" fmla="*/ 2332653 w 5934270"/>
              <a:gd name="connsiteY20" fmla="*/ 2668555 h 2724539"/>
              <a:gd name="connsiteX21" fmla="*/ 2425959 w 5934270"/>
              <a:gd name="connsiteY21" fmla="*/ 2724539 h 2724539"/>
              <a:gd name="connsiteX22" fmla="*/ 2780523 w 5934270"/>
              <a:gd name="connsiteY22" fmla="*/ 2705877 h 2724539"/>
              <a:gd name="connsiteX23" fmla="*/ 2967135 w 5934270"/>
              <a:gd name="connsiteY23" fmla="*/ 2649894 h 2724539"/>
              <a:gd name="connsiteX24" fmla="*/ 3060441 w 5934270"/>
              <a:gd name="connsiteY24" fmla="*/ 2631232 h 2724539"/>
              <a:gd name="connsiteX25" fmla="*/ 3135086 w 5934270"/>
              <a:gd name="connsiteY25" fmla="*/ 2612571 h 2724539"/>
              <a:gd name="connsiteX26" fmla="*/ 3247053 w 5934270"/>
              <a:gd name="connsiteY26" fmla="*/ 2593910 h 2724539"/>
              <a:gd name="connsiteX27" fmla="*/ 3452327 w 5934270"/>
              <a:gd name="connsiteY27" fmla="*/ 2537926 h 2724539"/>
              <a:gd name="connsiteX28" fmla="*/ 3601617 w 5934270"/>
              <a:gd name="connsiteY28" fmla="*/ 2519265 h 2724539"/>
              <a:gd name="connsiteX29" fmla="*/ 3676261 w 5934270"/>
              <a:gd name="connsiteY29" fmla="*/ 2500604 h 2724539"/>
              <a:gd name="connsiteX30" fmla="*/ 3881535 w 5934270"/>
              <a:gd name="connsiteY30" fmla="*/ 2388637 h 2724539"/>
              <a:gd name="connsiteX31" fmla="*/ 3937519 w 5934270"/>
              <a:gd name="connsiteY31" fmla="*/ 2332653 h 2724539"/>
              <a:gd name="connsiteX32" fmla="*/ 3862874 w 5934270"/>
              <a:gd name="connsiteY32" fmla="*/ 2220686 h 2724539"/>
              <a:gd name="connsiteX33" fmla="*/ 3825551 w 5934270"/>
              <a:gd name="connsiteY33" fmla="*/ 2127379 h 2724539"/>
              <a:gd name="connsiteX34" fmla="*/ 3694923 w 5934270"/>
              <a:gd name="connsiteY34" fmla="*/ 1959428 h 2724539"/>
              <a:gd name="connsiteX35" fmla="*/ 3620278 w 5934270"/>
              <a:gd name="connsiteY35" fmla="*/ 1922106 h 2724539"/>
              <a:gd name="connsiteX36" fmla="*/ 3489649 w 5934270"/>
              <a:gd name="connsiteY36" fmla="*/ 1884783 h 2724539"/>
              <a:gd name="connsiteX37" fmla="*/ 3433666 w 5934270"/>
              <a:gd name="connsiteY37" fmla="*/ 1847461 h 2724539"/>
              <a:gd name="connsiteX38" fmla="*/ 3340359 w 5934270"/>
              <a:gd name="connsiteY38" fmla="*/ 1810139 h 2724539"/>
              <a:gd name="connsiteX39" fmla="*/ 3303037 w 5934270"/>
              <a:gd name="connsiteY39" fmla="*/ 1772816 h 2724539"/>
              <a:gd name="connsiteX40" fmla="*/ 3191070 w 5934270"/>
              <a:gd name="connsiteY40" fmla="*/ 1698171 h 2724539"/>
              <a:gd name="connsiteX41" fmla="*/ 3135086 w 5934270"/>
              <a:gd name="connsiteY41" fmla="*/ 1660849 h 2724539"/>
              <a:gd name="connsiteX42" fmla="*/ 2929812 w 5934270"/>
              <a:gd name="connsiteY42" fmla="*/ 1492898 h 2724539"/>
              <a:gd name="connsiteX43" fmla="*/ 2743200 w 5934270"/>
              <a:gd name="connsiteY43" fmla="*/ 1362269 h 2724539"/>
              <a:gd name="connsiteX44" fmla="*/ 2556588 w 5934270"/>
              <a:gd name="connsiteY44" fmla="*/ 1231641 h 2724539"/>
              <a:gd name="connsiteX45" fmla="*/ 2500604 w 5934270"/>
              <a:gd name="connsiteY45" fmla="*/ 1194318 h 2724539"/>
              <a:gd name="connsiteX46" fmla="*/ 2481943 w 5934270"/>
              <a:gd name="connsiteY46" fmla="*/ 858416 h 2724539"/>
              <a:gd name="connsiteX47" fmla="*/ 2500604 w 5934270"/>
              <a:gd name="connsiteY47" fmla="*/ 802432 h 2724539"/>
              <a:gd name="connsiteX48" fmla="*/ 2575249 w 5934270"/>
              <a:gd name="connsiteY48" fmla="*/ 653143 h 2724539"/>
              <a:gd name="connsiteX49" fmla="*/ 2612572 w 5934270"/>
              <a:gd name="connsiteY49" fmla="*/ 522514 h 2724539"/>
              <a:gd name="connsiteX50" fmla="*/ 2687217 w 5934270"/>
              <a:gd name="connsiteY50" fmla="*/ 373224 h 2724539"/>
              <a:gd name="connsiteX51" fmla="*/ 2724539 w 5934270"/>
              <a:gd name="connsiteY51" fmla="*/ 279918 h 2724539"/>
              <a:gd name="connsiteX52" fmla="*/ 2836506 w 5934270"/>
              <a:gd name="connsiteY52" fmla="*/ 74645 h 2724539"/>
              <a:gd name="connsiteX53" fmla="*/ 2929812 w 5934270"/>
              <a:gd name="connsiteY53" fmla="*/ 0 h 2724539"/>
              <a:gd name="connsiteX54" fmla="*/ 3060441 w 5934270"/>
              <a:gd name="connsiteY54" fmla="*/ 18661 h 2724539"/>
              <a:gd name="connsiteX55" fmla="*/ 3135086 w 5934270"/>
              <a:gd name="connsiteY55" fmla="*/ 111967 h 2724539"/>
              <a:gd name="connsiteX56" fmla="*/ 3209731 w 5934270"/>
              <a:gd name="connsiteY56" fmla="*/ 223935 h 2724539"/>
              <a:gd name="connsiteX57" fmla="*/ 3303037 w 5934270"/>
              <a:gd name="connsiteY57" fmla="*/ 373224 h 2724539"/>
              <a:gd name="connsiteX58" fmla="*/ 3340359 w 5934270"/>
              <a:gd name="connsiteY58" fmla="*/ 410547 h 2724539"/>
              <a:gd name="connsiteX59" fmla="*/ 3396343 w 5934270"/>
              <a:gd name="connsiteY59" fmla="*/ 429208 h 2724539"/>
              <a:gd name="connsiteX60" fmla="*/ 3489649 w 5934270"/>
              <a:gd name="connsiteY60" fmla="*/ 522514 h 2724539"/>
              <a:gd name="connsiteX61" fmla="*/ 3545633 w 5934270"/>
              <a:gd name="connsiteY61" fmla="*/ 541175 h 2724539"/>
              <a:gd name="connsiteX62" fmla="*/ 3676261 w 5934270"/>
              <a:gd name="connsiteY62" fmla="*/ 615820 h 2724539"/>
              <a:gd name="connsiteX63" fmla="*/ 3732245 w 5934270"/>
              <a:gd name="connsiteY63" fmla="*/ 634481 h 2724539"/>
              <a:gd name="connsiteX64" fmla="*/ 3956180 w 5934270"/>
              <a:gd name="connsiteY64" fmla="*/ 746449 h 2724539"/>
              <a:gd name="connsiteX65" fmla="*/ 4030825 w 5934270"/>
              <a:gd name="connsiteY65" fmla="*/ 783771 h 2724539"/>
              <a:gd name="connsiteX66" fmla="*/ 4086808 w 5934270"/>
              <a:gd name="connsiteY66" fmla="*/ 802432 h 2724539"/>
              <a:gd name="connsiteX67" fmla="*/ 4254759 w 5934270"/>
              <a:gd name="connsiteY67" fmla="*/ 933061 h 2724539"/>
              <a:gd name="connsiteX68" fmla="*/ 4292082 w 5934270"/>
              <a:gd name="connsiteY68" fmla="*/ 970383 h 2724539"/>
              <a:gd name="connsiteX69" fmla="*/ 4366727 w 5934270"/>
              <a:gd name="connsiteY69" fmla="*/ 989045 h 2724539"/>
              <a:gd name="connsiteX70" fmla="*/ 4460033 w 5934270"/>
              <a:gd name="connsiteY70" fmla="*/ 1045028 h 2724539"/>
              <a:gd name="connsiteX71" fmla="*/ 4497355 w 5934270"/>
              <a:gd name="connsiteY71" fmla="*/ 1082351 h 2724539"/>
              <a:gd name="connsiteX72" fmla="*/ 4572000 w 5934270"/>
              <a:gd name="connsiteY72" fmla="*/ 1119673 h 2724539"/>
              <a:gd name="connsiteX73" fmla="*/ 4646645 w 5934270"/>
              <a:gd name="connsiteY73" fmla="*/ 1175657 h 2724539"/>
              <a:gd name="connsiteX74" fmla="*/ 4739951 w 5934270"/>
              <a:gd name="connsiteY74" fmla="*/ 1212979 h 2724539"/>
              <a:gd name="connsiteX75" fmla="*/ 4851919 w 5934270"/>
              <a:gd name="connsiteY75" fmla="*/ 1268963 h 2724539"/>
              <a:gd name="connsiteX76" fmla="*/ 4907902 w 5934270"/>
              <a:gd name="connsiteY76" fmla="*/ 1324947 h 2724539"/>
              <a:gd name="connsiteX77" fmla="*/ 5075853 w 5934270"/>
              <a:gd name="connsiteY77" fmla="*/ 1306286 h 2724539"/>
              <a:gd name="connsiteX78" fmla="*/ 5113176 w 5934270"/>
              <a:gd name="connsiteY78" fmla="*/ 1250302 h 2724539"/>
              <a:gd name="connsiteX79" fmla="*/ 5187821 w 5934270"/>
              <a:gd name="connsiteY79" fmla="*/ 1194318 h 2724539"/>
              <a:gd name="connsiteX80" fmla="*/ 5281127 w 5934270"/>
              <a:gd name="connsiteY80" fmla="*/ 1119673 h 2724539"/>
              <a:gd name="connsiteX81" fmla="*/ 5318449 w 5934270"/>
              <a:gd name="connsiteY81" fmla="*/ 1063690 h 2724539"/>
              <a:gd name="connsiteX82" fmla="*/ 5523723 w 5934270"/>
              <a:gd name="connsiteY82" fmla="*/ 895739 h 2724539"/>
              <a:gd name="connsiteX83" fmla="*/ 5598368 w 5934270"/>
              <a:gd name="connsiteY83" fmla="*/ 821094 h 2724539"/>
              <a:gd name="connsiteX84" fmla="*/ 5934270 w 5934270"/>
              <a:gd name="connsiteY84" fmla="*/ 634481 h 2724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934270" h="2724539">
                <a:moveTo>
                  <a:pt x="0" y="1511559"/>
                </a:moveTo>
                <a:cubicBezTo>
                  <a:pt x="99527" y="1517779"/>
                  <a:pt x="199407" y="1519781"/>
                  <a:pt x="298580" y="1530220"/>
                </a:cubicBezTo>
                <a:cubicBezTo>
                  <a:pt x="337256" y="1534291"/>
                  <a:pt x="398769" y="1573159"/>
                  <a:pt x="429208" y="1586204"/>
                </a:cubicBezTo>
                <a:cubicBezTo>
                  <a:pt x="447288" y="1593953"/>
                  <a:pt x="466531" y="1598645"/>
                  <a:pt x="485192" y="1604865"/>
                </a:cubicBezTo>
                <a:cubicBezTo>
                  <a:pt x="510074" y="1623526"/>
                  <a:pt x="536222" y="1640608"/>
                  <a:pt x="559837" y="1660849"/>
                </a:cubicBezTo>
                <a:cubicBezTo>
                  <a:pt x="579875" y="1678024"/>
                  <a:pt x="592907" y="1703738"/>
                  <a:pt x="615821" y="1716832"/>
                </a:cubicBezTo>
                <a:cubicBezTo>
                  <a:pt x="638089" y="1729557"/>
                  <a:pt x="665584" y="1729273"/>
                  <a:pt x="690466" y="1735494"/>
                </a:cubicBezTo>
                <a:cubicBezTo>
                  <a:pt x="709127" y="1747935"/>
                  <a:pt x="726125" y="1763332"/>
                  <a:pt x="746449" y="1772816"/>
                </a:cubicBezTo>
                <a:cubicBezTo>
                  <a:pt x="819728" y="1807013"/>
                  <a:pt x="891933" y="1846510"/>
                  <a:pt x="970384" y="1866122"/>
                </a:cubicBezTo>
                <a:cubicBezTo>
                  <a:pt x="1142433" y="1909134"/>
                  <a:pt x="929832" y="1853956"/>
                  <a:pt x="1156996" y="1922106"/>
                </a:cubicBezTo>
                <a:cubicBezTo>
                  <a:pt x="1181562" y="1929476"/>
                  <a:pt x="1207075" y="1933397"/>
                  <a:pt x="1231641" y="1940767"/>
                </a:cubicBezTo>
                <a:cubicBezTo>
                  <a:pt x="1331418" y="1970700"/>
                  <a:pt x="1376244" y="1989531"/>
                  <a:pt x="1474237" y="2034073"/>
                </a:cubicBezTo>
                <a:cubicBezTo>
                  <a:pt x="1499562" y="2045584"/>
                  <a:pt x="1525292" y="2056652"/>
                  <a:pt x="1548882" y="2071396"/>
                </a:cubicBezTo>
                <a:cubicBezTo>
                  <a:pt x="1575256" y="2087880"/>
                  <a:pt x="1596857" y="2111377"/>
                  <a:pt x="1623527" y="2127379"/>
                </a:cubicBezTo>
                <a:cubicBezTo>
                  <a:pt x="1659308" y="2148848"/>
                  <a:pt x="1700775" y="2160217"/>
                  <a:pt x="1735494" y="2183363"/>
                </a:cubicBezTo>
                <a:cubicBezTo>
                  <a:pt x="2027286" y="2377892"/>
                  <a:pt x="1807248" y="2236457"/>
                  <a:pt x="1978090" y="2407298"/>
                </a:cubicBezTo>
                <a:cubicBezTo>
                  <a:pt x="1993949" y="2423157"/>
                  <a:pt x="2016561" y="2430609"/>
                  <a:pt x="2034074" y="2444620"/>
                </a:cubicBezTo>
                <a:cubicBezTo>
                  <a:pt x="2047813" y="2455611"/>
                  <a:pt x="2057880" y="2470680"/>
                  <a:pt x="2071396" y="2481943"/>
                </a:cubicBezTo>
                <a:cubicBezTo>
                  <a:pt x="2095289" y="2501854"/>
                  <a:pt x="2122148" y="2518015"/>
                  <a:pt x="2146041" y="2537926"/>
                </a:cubicBezTo>
                <a:cubicBezTo>
                  <a:pt x="2159557" y="2549189"/>
                  <a:pt x="2168949" y="2565159"/>
                  <a:pt x="2183363" y="2575249"/>
                </a:cubicBezTo>
                <a:cubicBezTo>
                  <a:pt x="2231438" y="2608902"/>
                  <a:pt x="2291157" y="2627060"/>
                  <a:pt x="2332653" y="2668555"/>
                </a:cubicBezTo>
                <a:cubicBezTo>
                  <a:pt x="2383885" y="2719786"/>
                  <a:pt x="2353285" y="2700313"/>
                  <a:pt x="2425959" y="2724539"/>
                </a:cubicBezTo>
                <a:cubicBezTo>
                  <a:pt x="2544147" y="2718318"/>
                  <a:pt x="2662616" y="2716130"/>
                  <a:pt x="2780523" y="2705877"/>
                </a:cubicBezTo>
                <a:cubicBezTo>
                  <a:pt x="2823314" y="2702156"/>
                  <a:pt x="2938244" y="2657774"/>
                  <a:pt x="2967135" y="2649894"/>
                </a:cubicBezTo>
                <a:cubicBezTo>
                  <a:pt x="2997735" y="2641548"/>
                  <a:pt x="3029478" y="2638113"/>
                  <a:pt x="3060441" y="2631232"/>
                </a:cubicBezTo>
                <a:cubicBezTo>
                  <a:pt x="3085478" y="2625668"/>
                  <a:pt x="3109937" y="2617601"/>
                  <a:pt x="3135086" y="2612571"/>
                </a:cubicBezTo>
                <a:cubicBezTo>
                  <a:pt x="3172188" y="2605151"/>
                  <a:pt x="3210117" y="2602118"/>
                  <a:pt x="3247053" y="2593910"/>
                </a:cubicBezTo>
                <a:cubicBezTo>
                  <a:pt x="3388273" y="2562528"/>
                  <a:pt x="3188582" y="2570894"/>
                  <a:pt x="3452327" y="2537926"/>
                </a:cubicBezTo>
                <a:lnTo>
                  <a:pt x="3601617" y="2519265"/>
                </a:lnTo>
                <a:cubicBezTo>
                  <a:pt x="3626498" y="2513045"/>
                  <a:pt x="3652587" y="2510468"/>
                  <a:pt x="3676261" y="2500604"/>
                </a:cubicBezTo>
                <a:cubicBezTo>
                  <a:pt x="3710248" y="2486443"/>
                  <a:pt x="3833824" y="2428396"/>
                  <a:pt x="3881535" y="2388637"/>
                </a:cubicBezTo>
                <a:cubicBezTo>
                  <a:pt x="3901809" y="2371742"/>
                  <a:pt x="3918858" y="2351314"/>
                  <a:pt x="3937519" y="2332653"/>
                </a:cubicBezTo>
                <a:cubicBezTo>
                  <a:pt x="3888183" y="2184649"/>
                  <a:pt x="3962723" y="2380445"/>
                  <a:pt x="3862874" y="2220686"/>
                </a:cubicBezTo>
                <a:cubicBezTo>
                  <a:pt x="3845120" y="2192280"/>
                  <a:pt x="3841592" y="2156787"/>
                  <a:pt x="3825551" y="2127379"/>
                </a:cubicBezTo>
                <a:cubicBezTo>
                  <a:pt x="3800923" y="2082228"/>
                  <a:pt x="3744583" y="1994900"/>
                  <a:pt x="3694923" y="1959428"/>
                </a:cubicBezTo>
                <a:cubicBezTo>
                  <a:pt x="3672286" y="1943259"/>
                  <a:pt x="3645847" y="1933064"/>
                  <a:pt x="3620278" y="1922106"/>
                </a:cubicBezTo>
                <a:cubicBezTo>
                  <a:pt x="3582801" y="1906045"/>
                  <a:pt x="3527523" y="1894252"/>
                  <a:pt x="3489649" y="1884783"/>
                </a:cubicBezTo>
                <a:cubicBezTo>
                  <a:pt x="3470988" y="1872342"/>
                  <a:pt x="3453726" y="1857491"/>
                  <a:pt x="3433666" y="1847461"/>
                </a:cubicBezTo>
                <a:cubicBezTo>
                  <a:pt x="3403704" y="1832480"/>
                  <a:pt x="3369444" y="1826759"/>
                  <a:pt x="3340359" y="1810139"/>
                </a:cubicBezTo>
                <a:cubicBezTo>
                  <a:pt x="3325083" y="1801410"/>
                  <a:pt x="3317112" y="1783372"/>
                  <a:pt x="3303037" y="1772816"/>
                </a:cubicBezTo>
                <a:cubicBezTo>
                  <a:pt x="3267152" y="1745902"/>
                  <a:pt x="3228392" y="1723053"/>
                  <a:pt x="3191070" y="1698171"/>
                </a:cubicBezTo>
                <a:cubicBezTo>
                  <a:pt x="3172409" y="1685730"/>
                  <a:pt x="3150945" y="1676708"/>
                  <a:pt x="3135086" y="1660849"/>
                </a:cubicBezTo>
                <a:cubicBezTo>
                  <a:pt x="2997472" y="1523233"/>
                  <a:pt x="3068379" y="1576037"/>
                  <a:pt x="2929812" y="1492898"/>
                </a:cubicBezTo>
                <a:cubicBezTo>
                  <a:pt x="2844562" y="1365021"/>
                  <a:pt x="2954886" y="1510449"/>
                  <a:pt x="2743200" y="1362269"/>
                </a:cubicBezTo>
                <a:lnTo>
                  <a:pt x="2556588" y="1231641"/>
                </a:lnTo>
                <a:cubicBezTo>
                  <a:pt x="2538148" y="1218875"/>
                  <a:pt x="2500604" y="1194318"/>
                  <a:pt x="2500604" y="1194318"/>
                </a:cubicBezTo>
                <a:cubicBezTo>
                  <a:pt x="2414172" y="1064670"/>
                  <a:pt x="2450274" y="1143439"/>
                  <a:pt x="2481943" y="858416"/>
                </a:cubicBezTo>
                <a:cubicBezTo>
                  <a:pt x="2484115" y="838866"/>
                  <a:pt x="2492464" y="820340"/>
                  <a:pt x="2500604" y="802432"/>
                </a:cubicBezTo>
                <a:cubicBezTo>
                  <a:pt x="2523627" y="751782"/>
                  <a:pt x="2561755" y="707119"/>
                  <a:pt x="2575249" y="653143"/>
                </a:cubicBezTo>
                <a:cubicBezTo>
                  <a:pt x="2583169" y="621463"/>
                  <a:pt x="2597696" y="555240"/>
                  <a:pt x="2612572" y="522514"/>
                </a:cubicBezTo>
                <a:cubicBezTo>
                  <a:pt x="2635595" y="471864"/>
                  <a:pt x="2663902" y="423740"/>
                  <a:pt x="2687217" y="373224"/>
                </a:cubicBezTo>
                <a:cubicBezTo>
                  <a:pt x="2701254" y="342809"/>
                  <a:pt x="2710502" y="310333"/>
                  <a:pt x="2724539" y="279918"/>
                </a:cubicBezTo>
                <a:cubicBezTo>
                  <a:pt x="2747687" y="229763"/>
                  <a:pt x="2793124" y="128872"/>
                  <a:pt x="2836506" y="74645"/>
                </a:cubicBezTo>
                <a:cubicBezTo>
                  <a:pt x="2866896" y="36658"/>
                  <a:pt x="2888243" y="27713"/>
                  <a:pt x="2929812" y="0"/>
                </a:cubicBezTo>
                <a:cubicBezTo>
                  <a:pt x="2973355" y="6220"/>
                  <a:pt x="3021827" y="-2401"/>
                  <a:pt x="3060441" y="18661"/>
                </a:cubicBezTo>
                <a:cubicBezTo>
                  <a:pt x="3095408" y="37734"/>
                  <a:pt x="3111659" y="79755"/>
                  <a:pt x="3135086" y="111967"/>
                </a:cubicBezTo>
                <a:cubicBezTo>
                  <a:pt x="3161469" y="148244"/>
                  <a:pt x="3189671" y="183814"/>
                  <a:pt x="3209731" y="223935"/>
                </a:cubicBezTo>
                <a:cubicBezTo>
                  <a:pt x="3250130" y="304733"/>
                  <a:pt x="3242473" y="300547"/>
                  <a:pt x="3303037" y="373224"/>
                </a:cubicBezTo>
                <a:cubicBezTo>
                  <a:pt x="3314300" y="386740"/>
                  <a:pt x="3325272" y="401495"/>
                  <a:pt x="3340359" y="410547"/>
                </a:cubicBezTo>
                <a:cubicBezTo>
                  <a:pt x="3357226" y="420668"/>
                  <a:pt x="3377682" y="422988"/>
                  <a:pt x="3396343" y="429208"/>
                </a:cubicBezTo>
                <a:cubicBezTo>
                  <a:pt x="3427445" y="460310"/>
                  <a:pt x="3454461" y="496123"/>
                  <a:pt x="3489649" y="522514"/>
                </a:cubicBezTo>
                <a:cubicBezTo>
                  <a:pt x="3505386" y="534316"/>
                  <a:pt x="3527553" y="533426"/>
                  <a:pt x="3545633" y="541175"/>
                </a:cubicBezTo>
                <a:cubicBezTo>
                  <a:pt x="3774658" y="639329"/>
                  <a:pt x="3488841" y="522111"/>
                  <a:pt x="3676261" y="615820"/>
                </a:cubicBezTo>
                <a:cubicBezTo>
                  <a:pt x="3693855" y="624617"/>
                  <a:pt x="3714420" y="626163"/>
                  <a:pt x="3732245" y="634481"/>
                </a:cubicBezTo>
                <a:cubicBezTo>
                  <a:pt x="3807871" y="669773"/>
                  <a:pt x="3881535" y="709126"/>
                  <a:pt x="3956180" y="746449"/>
                </a:cubicBezTo>
                <a:cubicBezTo>
                  <a:pt x="3981062" y="758890"/>
                  <a:pt x="4004434" y="774974"/>
                  <a:pt x="4030825" y="783771"/>
                </a:cubicBezTo>
                <a:lnTo>
                  <a:pt x="4086808" y="802432"/>
                </a:lnTo>
                <a:cubicBezTo>
                  <a:pt x="4142792" y="845975"/>
                  <a:pt x="4204608" y="882911"/>
                  <a:pt x="4254759" y="933061"/>
                </a:cubicBezTo>
                <a:cubicBezTo>
                  <a:pt x="4267200" y="945502"/>
                  <a:pt x="4276345" y="962515"/>
                  <a:pt x="4292082" y="970383"/>
                </a:cubicBezTo>
                <a:cubicBezTo>
                  <a:pt x="4315022" y="981853"/>
                  <a:pt x="4341845" y="982824"/>
                  <a:pt x="4366727" y="989045"/>
                </a:cubicBezTo>
                <a:cubicBezTo>
                  <a:pt x="4397829" y="1007706"/>
                  <a:pt x="4430518" y="1023946"/>
                  <a:pt x="4460033" y="1045028"/>
                </a:cubicBezTo>
                <a:cubicBezTo>
                  <a:pt x="4474350" y="1055254"/>
                  <a:pt x="4482716" y="1072592"/>
                  <a:pt x="4497355" y="1082351"/>
                </a:cubicBezTo>
                <a:cubicBezTo>
                  <a:pt x="4520501" y="1097782"/>
                  <a:pt x="4548410" y="1104929"/>
                  <a:pt x="4572000" y="1119673"/>
                </a:cubicBezTo>
                <a:cubicBezTo>
                  <a:pt x="4598375" y="1136157"/>
                  <a:pt x="4619457" y="1160552"/>
                  <a:pt x="4646645" y="1175657"/>
                </a:cubicBezTo>
                <a:cubicBezTo>
                  <a:pt x="4675927" y="1191925"/>
                  <a:pt x="4709456" y="1199118"/>
                  <a:pt x="4739951" y="1212979"/>
                </a:cubicBezTo>
                <a:cubicBezTo>
                  <a:pt x="4777939" y="1230246"/>
                  <a:pt x="4814596" y="1250302"/>
                  <a:pt x="4851919" y="1268963"/>
                </a:cubicBezTo>
                <a:cubicBezTo>
                  <a:pt x="4870580" y="1287624"/>
                  <a:pt x="4881870" y="1320608"/>
                  <a:pt x="4907902" y="1324947"/>
                </a:cubicBezTo>
                <a:cubicBezTo>
                  <a:pt x="4963464" y="1334207"/>
                  <a:pt x="5022916" y="1325536"/>
                  <a:pt x="5075853" y="1306286"/>
                </a:cubicBezTo>
                <a:cubicBezTo>
                  <a:pt x="5096931" y="1298621"/>
                  <a:pt x="5097317" y="1266161"/>
                  <a:pt x="5113176" y="1250302"/>
                </a:cubicBezTo>
                <a:cubicBezTo>
                  <a:pt x="5135169" y="1228309"/>
                  <a:pt x="5165828" y="1216311"/>
                  <a:pt x="5187821" y="1194318"/>
                </a:cubicBezTo>
                <a:cubicBezTo>
                  <a:pt x="5272230" y="1109909"/>
                  <a:pt x="5172137" y="1156004"/>
                  <a:pt x="5281127" y="1119673"/>
                </a:cubicBezTo>
                <a:cubicBezTo>
                  <a:pt x="5293568" y="1101012"/>
                  <a:pt x="5304091" y="1080919"/>
                  <a:pt x="5318449" y="1063690"/>
                </a:cubicBezTo>
                <a:cubicBezTo>
                  <a:pt x="5380321" y="989443"/>
                  <a:pt x="5443114" y="962913"/>
                  <a:pt x="5523723" y="895739"/>
                </a:cubicBezTo>
                <a:cubicBezTo>
                  <a:pt x="5550755" y="873212"/>
                  <a:pt x="5567699" y="838345"/>
                  <a:pt x="5598368" y="821094"/>
                </a:cubicBezTo>
                <a:cubicBezTo>
                  <a:pt x="5909070" y="646324"/>
                  <a:pt x="5794812" y="704212"/>
                  <a:pt x="5934270" y="634481"/>
                </a:cubicBezTo>
              </a:path>
            </a:pathLst>
          </a:custGeom>
          <a:noFill/>
          <a:ln w="762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746A3CF4-A7E9-4BB2-04AF-B4859C30BDBE}"/>
              </a:ext>
            </a:extLst>
          </p:cNvPr>
          <p:cNvCxnSpPr>
            <a:cxnSpLocks/>
          </p:cNvCxnSpPr>
          <p:nvPr/>
        </p:nvCxnSpPr>
        <p:spPr>
          <a:xfrm>
            <a:off x="13381611" y="6204825"/>
            <a:ext cx="830514" cy="717682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C1236436-DCCD-A57B-DA88-8245E4EEB37A}"/>
              </a:ext>
            </a:extLst>
          </p:cNvPr>
          <p:cNvCxnSpPr>
            <a:cxnSpLocks/>
          </p:cNvCxnSpPr>
          <p:nvPr/>
        </p:nvCxnSpPr>
        <p:spPr>
          <a:xfrm flipH="1">
            <a:off x="8490963" y="6157326"/>
            <a:ext cx="550574" cy="908993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A723587F-2ECD-96B4-AFFE-88A984CEA5DF}"/>
              </a:ext>
            </a:extLst>
          </p:cNvPr>
          <p:cNvCxnSpPr>
            <a:cxnSpLocks/>
          </p:cNvCxnSpPr>
          <p:nvPr/>
        </p:nvCxnSpPr>
        <p:spPr>
          <a:xfrm flipH="1">
            <a:off x="6858910" y="4484292"/>
            <a:ext cx="1197414" cy="22063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AutoShape 2">
            <a:extLst>
              <a:ext uri="{FF2B5EF4-FFF2-40B4-BE49-F238E27FC236}">
                <a16:creationId xmlns:a16="http://schemas.microsoft.com/office/drawing/2014/main" id="{B9433130-D179-D89F-35AE-9DDD74A1F5AE}"/>
              </a:ext>
            </a:extLst>
          </p:cNvPr>
          <p:cNvSpPr/>
          <p:nvPr/>
        </p:nvSpPr>
        <p:spPr>
          <a:xfrm rot="-5400000">
            <a:off x="-3137407" y="6120895"/>
            <a:ext cx="7798813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921B84F8-7028-039C-4083-486D2B71A2C0}"/>
              </a:ext>
            </a:extLst>
          </p:cNvPr>
          <p:cNvSpPr txBox="1"/>
          <p:nvPr/>
        </p:nvSpPr>
        <p:spPr>
          <a:xfrm>
            <a:off x="242107" y="266700"/>
            <a:ext cx="9945575" cy="1697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2"/>
              </a:lnSpc>
            </a:pPr>
            <a:r>
              <a:rPr lang="en-US" sz="6278" dirty="0" err="1">
                <a:solidFill>
                  <a:srgbClr val="0E073F"/>
                </a:solidFill>
                <a:latin typeface="Agrandir Bold"/>
              </a:rPr>
              <a:t>Localizando</a:t>
            </a:r>
            <a:r>
              <a:rPr lang="en-US" sz="6278" dirty="0">
                <a:solidFill>
                  <a:srgbClr val="0E073F"/>
                </a:solidFill>
                <a:latin typeface="Agrandir Bold"/>
              </a:rPr>
              <a:t> sites </a:t>
            </a:r>
            <a:r>
              <a:rPr lang="en-US" sz="6278" dirty="0" err="1">
                <a:solidFill>
                  <a:srgbClr val="0E073F"/>
                </a:solidFill>
                <a:latin typeface="Agrandir Bold"/>
              </a:rPr>
              <a:t>na</a:t>
            </a:r>
            <a:r>
              <a:rPr lang="en-US" sz="6278" dirty="0">
                <a:solidFill>
                  <a:srgbClr val="0E073F"/>
                </a:solidFill>
                <a:latin typeface="Agrandir Bold"/>
              </a:rPr>
              <a:t> Internet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23CB7D7B-600F-5C21-C3E6-78016A187A50}"/>
              </a:ext>
            </a:extLst>
          </p:cNvPr>
          <p:cNvSpPr txBox="1"/>
          <p:nvPr/>
        </p:nvSpPr>
        <p:spPr>
          <a:xfrm>
            <a:off x="1112920" y="2568749"/>
            <a:ext cx="3758180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1"/>
              </a:lnSpc>
              <a:spcBef>
                <a:spcPct val="0"/>
              </a:spcBef>
            </a:pPr>
            <a:r>
              <a:rPr lang="en-US" sz="4000" u="none" dirty="0">
                <a:solidFill>
                  <a:srgbClr val="FFFFFF"/>
                </a:solidFill>
                <a:latin typeface="Montserrat Classic"/>
              </a:rPr>
              <a:t>DOMÍNIO</a:t>
            </a: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E74B8725-B6E5-69AE-3657-7D46DBE400AB}"/>
              </a:ext>
            </a:extLst>
          </p:cNvPr>
          <p:cNvSpPr/>
          <p:nvPr/>
        </p:nvSpPr>
        <p:spPr>
          <a:xfrm>
            <a:off x="1979529" y="3135086"/>
            <a:ext cx="2424520" cy="3389710"/>
          </a:xfrm>
          <a:custGeom>
            <a:avLst/>
            <a:gdLst>
              <a:gd name="connsiteX0" fmla="*/ 2424520 w 2424520"/>
              <a:gd name="connsiteY0" fmla="*/ 3303036 h 3389710"/>
              <a:gd name="connsiteX1" fmla="*/ 297140 w 2424520"/>
              <a:gd name="connsiteY1" fmla="*/ 2967134 h 3389710"/>
              <a:gd name="connsiteX2" fmla="*/ 17222 w 2424520"/>
              <a:gd name="connsiteY2" fmla="*/ 0 h 338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4520" h="3389710">
                <a:moveTo>
                  <a:pt x="2424520" y="3303036"/>
                </a:moveTo>
                <a:cubicBezTo>
                  <a:pt x="1561438" y="3410338"/>
                  <a:pt x="698356" y="3517640"/>
                  <a:pt x="297140" y="2967134"/>
                </a:cubicBezTo>
                <a:cubicBezTo>
                  <a:pt x="-104076" y="2416628"/>
                  <a:pt x="17222" y="413657"/>
                  <a:pt x="17222" y="0"/>
                </a:cubicBezTo>
              </a:path>
            </a:pathLst>
          </a:custGeom>
          <a:noFill/>
          <a:ln w="57150"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92C4C8D-13B7-7FF8-6E55-1E3F9E2528AA}"/>
              </a:ext>
            </a:extLst>
          </p:cNvPr>
          <p:cNvSpPr/>
          <p:nvPr/>
        </p:nvSpPr>
        <p:spPr>
          <a:xfrm>
            <a:off x="14830324" y="2820919"/>
            <a:ext cx="1791032" cy="1663373"/>
          </a:xfrm>
          <a:prstGeom prst="rect">
            <a:avLst/>
          </a:prstGeom>
          <a:noFill/>
          <a:ln w="57150">
            <a:solidFill>
              <a:schemeClr val="bg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80402F0B-BC10-EFA9-E4D0-C564EE81F838}"/>
              </a:ext>
            </a:extLst>
          </p:cNvPr>
          <p:cNvSpPr/>
          <p:nvPr/>
        </p:nvSpPr>
        <p:spPr>
          <a:xfrm rot="16534436">
            <a:off x="8044405" y="1639324"/>
            <a:ext cx="6203109" cy="10909405"/>
          </a:xfrm>
          <a:custGeom>
            <a:avLst/>
            <a:gdLst>
              <a:gd name="connsiteX0" fmla="*/ 2424520 w 2424520"/>
              <a:gd name="connsiteY0" fmla="*/ 3303036 h 3389710"/>
              <a:gd name="connsiteX1" fmla="*/ 297140 w 2424520"/>
              <a:gd name="connsiteY1" fmla="*/ 2967134 h 3389710"/>
              <a:gd name="connsiteX2" fmla="*/ 17222 w 2424520"/>
              <a:gd name="connsiteY2" fmla="*/ 0 h 338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4520" h="3389710">
                <a:moveTo>
                  <a:pt x="2424520" y="3303036"/>
                </a:moveTo>
                <a:cubicBezTo>
                  <a:pt x="1561438" y="3410338"/>
                  <a:pt x="698356" y="3517640"/>
                  <a:pt x="297140" y="2967134"/>
                </a:cubicBezTo>
                <a:cubicBezTo>
                  <a:pt x="-104076" y="2416628"/>
                  <a:pt x="17222" y="413657"/>
                  <a:pt x="17222" y="0"/>
                </a:cubicBezTo>
              </a:path>
            </a:pathLst>
          </a:custGeom>
          <a:noFill/>
          <a:ln w="57150"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AD088D-9EB4-742B-FE75-A2BC921610AD}"/>
              </a:ext>
            </a:extLst>
          </p:cNvPr>
          <p:cNvSpPr txBox="1"/>
          <p:nvPr/>
        </p:nvSpPr>
        <p:spPr>
          <a:xfrm>
            <a:off x="2146310" y="9062017"/>
            <a:ext cx="3758180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1"/>
              </a:lnSpc>
              <a:spcBef>
                <a:spcPct val="0"/>
              </a:spcBef>
            </a:pPr>
            <a:r>
              <a:rPr lang="en-US" sz="4000" dirty="0" err="1">
                <a:solidFill>
                  <a:srgbClr val="FFFFFF"/>
                </a:solidFill>
                <a:latin typeface="Montserrat Classic"/>
              </a:rPr>
              <a:t>Hospedagem</a:t>
            </a:r>
            <a:endParaRPr lang="en-US" sz="4000" u="none" dirty="0">
              <a:solidFill>
                <a:srgbClr val="FFFFFF"/>
              </a:solidFill>
              <a:latin typeface="Montserrat Classic"/>
            </a:endParaRP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8D16FF1-9846-61AD-8012-3FF4D1F0FDAF}"/>
              </a:ext>
            </a:extLst>
          </p:cNvPr>
          <p:cNvGrpSpPr/>
          <p:nvPr/>
        </p:nvGrpSpPr>
        <p:grpSpPr>
          <a:xfrm>
            <a:off x="1508429" y="3061355"/>
            <a:ext cx="6788817" cy="6119080"/>
            <a:chOff x="-1" y="0"/>
            <a:chExt cx="9051756" cy="8158773"/>
          </a:xfrm>
        </p:grpSpPr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0D1B05C-0DCF-BF9D-E2C4-E2428EAFDBC1}"/>
                </a:ext>
              </a:extLst>
            </p:cNvPr>
            <p:cNvSpPr/>
            <p:nvPr/>
          </p:nvSpPr>
          <p:spPr>
            <a:xfrm>
              <a:off x="-1" y="0"/>
              <a:ext cx="9051756" cy="8158773"/>
            </a:xfrm>
            <a:custGeom>
              <a:avLst/>
              <a:gdLst/>
              <a:ahLst/>
              <a:cxnLst/>
              <a:rect l="l" t="t" r="r" b="b"/>
              <a:pathLst>
                <a:path w="9051756" h="8158773">
                  <a:moveTo>
                    <a:pt x="0" y="0"/>
                  </a:moveTo>
                  <a:lnTo>
                    <a:pt x="9051756" y="0"/>
                  </a:lnTo>
                  <a:lnTo>
                    <a:pt x="9051756" y="8158773"/>
                  </a:lnTo>
                  <a:lnTo>
                    <a:pt x="0" y="8158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212" r="-121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16">
              <a:extLst>
                <a:ext uri="{FF2B5EF4-FFF2-40B4-BE49-F238E27FC236}">
                  <a16:creationId xmlns:a16="http://schemas.microsoft.com/office/drawing/2014/main" id="{F2D89440-D93D-68B8-FD05-3894EA80D6A0}"/>
                </a:ext>
              </a:extLst>
            </p:cNvPr>
            <p:cNvSpPr txBox="1"/>
            <p:nvPr/>
          </p:nvSpPr>
          <p:spPr>
            <a:xfrm>
              <a:off x="597486" y="658965"/>
              <a:ext cx="7806633" cy="48860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68"/>
                </a:lnSpc>
              </a:pPr>
              <a:endParaRPr lang="pt-BR" sz="1600" dirty="0"/>
            </a:p>
            <a:p>
              <a:pPr algn="just">
                <a:lnSpc>
                  <a:spcPts val="4166"/>
                </a:lnSpc>
              </a:pPr>
              <a:endParaRPr lang="pt-BR" sz="2000" dirty="0">
                <a:solidFill>
                  <a:srgbClr val="000000"/>
                </a:solidFill>
                <a:latin typeface="Open Sans Bold"/>
              </a:endParaRPr>
            </a:p>
            <a:p>
              <a:pPr algn="just">
                <a:lnSpc>
                  <a:spcPts val="4166"/>
                </a:lnSpc>
              </a:pPr>
              <a:r>
                <a:rPr lang="pt-BR" sz="2000" dirty="0">
                  <a:solidFill>
                    <a:srgbClr val="000000"/>
                  </a:solidFill>
                  <a:latin typeface="Open Sans Bold"/>
                </a:rPr>
                <a:t>Para um site estar online é necessário que ele tenha um Domínio, ou seja, registrado em alguma lugar, e também ter Hospedagem, que é um lugar físico no qual os dados do seu servido esta armazenado.</a:t>
              </a:r>
              <a:endParaRPr lang="pt-BR" sz="1200" dirty="0"/>
            </a:p>
          </p:txBody>
        </p:sp>
        <p:sp>
          <p:nvSpPr>
            <p:cNvPr id="23" name="TextBox 17">
              <a:extLst>
                <a:ext uri="{FF2B5EF4-FFF2-40B4-BE49-F238E27FC236}">
                  <a16:creationId xmlns:a16="http://schemas.microsoft.com/office/drawing/2014/main" id="{978BC44B-BF91-D626-269B-2A02C0BD6E42}"/>
                </a:ext>
              </a:extLst>
            </p:cNvPr>
            <p:cNvSpPr txBox="1"/>
            <p:nvPr/>
          </p:nvSpPr>
          <p:spPr>
            <a:xfrm>
              <a:off x="597486" y="658965"/>
              <a:ext cx="5909357" cy="807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6"/>
                </a:lnSpc>
              </a:pP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Anote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 no </a:t>
              </a: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caderno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63212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9" grpId="0" animBg="1"/>
      <p:bldP spid="11" grpId="0" animBg="1"/>
      <p:bldP spid="12" grpId="0" animBg="1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596" y="1257299"/>
            <a:ext cx="1743966" cy="3200401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0000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flipH="1">
            <a:off x="10845054" y="939448"/>
            <a:ext cx="7040544" cy="7347816"/>
          </a:xfrm>
          <a:custGeom>
            <a:avLst/>
            <a:gdLst/>
            <a:ahLst/>
            <a:cxnLst/>
            <a:rect l="l" t="t" r="r" b="b"/>
            <a:pathLst>
              <a:path w="8541914" h="8914711">
                <a:moveTo>
                  <a:pt x="8541914" y="0"/>
                </a:moveTo>
                <a:lnTo>
                  <a:pt x="0" y="0"/>
                </a:lnTo>
                <a:lnTo>
                  <a:pt x="0" y="8914711"/>
                </a:lnTo>
                <a:lnTo>
                  <a:pt x="8541914" y="8914711"/>
                </a:lnTo>
                <a:lnTo>
                  <a:pt x="85419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828800" y="1257298"/>
            <a:ext cx="7677519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8800" dirty="0" err="1">
                <a:solidFill>
                  <a:srgbClr val="0E073F"/>
                </a:solidFill>
                <a:latin typeface="Agrandir Bold"/>
              </a:rPr>
              <a:t>Hospedagem</a:t>
            </a:r>
            <a:endParaRPr lang="en-US" sz="8800" dirty="0">
              <a:solidFill>
                <a:srgbClr val="0E073F"/>
              </a:solidFill>
              <a:latin typeface="Agrandi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32733" y="2526876"/>
            <a:ext cx="7473585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Espaço</a:t>
            </a:r>
            <a:r>
              <a:rPr lang="en-US" sz="2725" dirty="0">
                <a:solidFill>
                  <a:srgbClr val="606CF5"/>
                </a:solidFill>
                <a:latin typeface="Agrandir Bold"/>
              </a:rPr>
              <a:t> para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armazenamento</a:t>
            </a:r>
            <a:r>
              <a:rPr lang="en-US" sz="2725" dirty="0">
                <a:solidFill>
                  <a:srgbClr val="606CF5"/>
                </a:solidFill>
                <a:latin typeface="Agrandir Bold"/>
              </a:rPr>
              <a:t> de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arquivos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340CEF16-F434-FF81-ED07-F29A1DCDCBFF}"/>
              </a:ext>
            </a:extLst>
          </p:cNvPr>
          <p:cNvSpPr/>
          <p:nvPr/>
        </p:nvSpPr>
        <p:spPr>
          <a:xfrm>
            <a:off x="9144000" y="1257298"/>
            <a:ext cx="1630331" cy="3200401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394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68F0804-D32A-9896-58E3-30AA2333B951}"/>
              </a:ext>
            </a:extLst>
          </p:cNvPr>
          <p:cNvSpPr txBox="1"/>
          <p:nvPr/>
        </p:nvSpPr>
        <p:spPr>
          <a:xfrm>
            <a:off x="2032733" y="3160142"/>
            <a:ext cx="7473585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Pagamento</a:t>
            </a:r>
            <a:r>
              <a:rPr lang="en-US" sz="2725" dirty="0">
                <a:solidFill>
                  <a:srgbClr val="606CF5"/>
                </a:solidFill>
                <a:latin typeface="Agrandir Bold"/>
              </a:rPr>
              <a:t> Mensal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2EE782E-09A9-E3C0-14AF-C66689985824}"/>
              </a:ext>
            </a:extLst>
          </p:cNvPr>
          <p:cNvSpPr txBox="1"/>
          <p:nvPr/>
        </p:nvSpPr>
        <p:spPr>
          <a:xfrm>
            <a:off x="2032733" y="3793408"/>
            <a:ext cx="7473585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Memória</a:t>
            </a:r>
            <a:r>
              <a:rPr lang="en-US" sz="2725" dirty="0">
                <a:solidFill>
                  <a:srgbClr val="606CF5"/>
                </a:solidFill>
                <a:latin typeface="Agrandir Bold"/>
              </a:rPr>
              <a:t> e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Recursos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44D715A7-A78C-FC97-2D52-C110200A42BA}"/>
              </a:ext>
            </a:extLst>
          </p:cNvPr>
          <p:cNvSpPr/>
          <p:nvPr/>
        </p:nvSpPr>
        <p:spPr>
          <a:xfrm>
            <a:off x="126596" y="5275469"/>
            <a:ext cx="1743966" cy="3200401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000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BEAC9CF9-5C9A-BE3E-351D-F7FF8A22AB31}"/>
              </a:ext>
            </a:extLst>
          </p:cNvPr>
          <p:cNvSpPr txBox="1"/>
          <p:nvPr/>
        </p:nvSpPr>
        <p:spPr>
          <a:xfrm>
            <a:off x="1828800" y="5275468"/>
            <a:ext cx="7677519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8800" dirty="0" err="1">
                <a:solidFill>
                  <a:srgbClr val="0E073F"/>
                </a:solidFill>
                <a:latin typeface="Agrandir Bold"/>
              </a:rPr>
              <a:t>Domínio</a:t>
            </a:r>
            <a:endParaRPr lang="en-US" sz="8800" dirty="0">
              <a:solidFill>
                <a:srgbClr val="0E073F"/>
              </a:solidFill>
              <a:latin typeface="Agrandir Bold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053FA26B-063E-B1B9-B4EE-5591E35B53E7}"/>
              </a:ext>
            </a:extLst>
          </p:cNvPr>
          <p:cNvSpPr txBox="1"/>
          <p:nvPr/>
        </p:nvSpPr>
        <p:spPr>
          <a:xfrm>
            <a:off x="2032733" y="6545046"/>
            <a:ext cx="7473585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>
                <a:solidFill>
                  <a:srgbClr val="606CF5"/>
                </a:solidFill>
                <a:latin typeface="Agrandir Bold"/>
              </a:rPr>
              <a:t>Nome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único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25741430-5EAB-1DD9-79B7-F00B344C505E}"/>
              </a:ext>
            </a:extLst>
          </p:cNvPr>
          <p:cNvSpPr/>
          <p:nvPr/>
        </p:nvSpPr>
        <p:spPr>
          <a:xfrm>
            <a:off x="9144000" y="5275468"/>
            <a:ext cx="1630331" cy="3200401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394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347D98B9-A869-CCF9-21BB-C075EBBCC0AB}"/>
              </a:ext>
            </a:extLst>
          </p:cNvPr>
          <p:cNvSpPr txBox="1"/>
          <p:nvPr/>
        </p:nvSpPr>
        <p:spPr>
          <a:xfrm>
            <a:off x="2032733" y="7178312"/>
            <a:ext cx="7473585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>
                <a:solidFill>
                  <a:srgbClr val="606CF5"/>
                </a:solidFill>
                <a:latin typeface="Agrandir Bold"/>
              </a:rPr>
              <a:t>Pago </a:t>
            </a: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Anualmente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4200FF2B-28FC-0CD0-EF5D-48CDB7DC38FE}"/>
              </a:ext>
            </a:extLst>
          </p:cNvPr>
          <p:cNvSpPr txBox="1"/>
          <p:nvPr/>
        </p:nvSpPr>
        <p:spPr>
          <a:xfrm>
            <a:off x="2032733" y="7811578"/>
            <a:ext cx="838201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>
                <a:solidFill>
                  <a:srgbClr val="606CF5"/>
                </a:solidFill>
                <a:latin typeface="Agrandir Bold"/>
              </a:rPr>
              <a:t>TLD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788626E3-2A6B-19AD-F8A4-24CFBD55EF7B}"/>
              </a:ext>
            </a:extLst>
          </p:cNvPr>
          <p:cNvCxnSpPr/>
          <p:nvPr/>
        </p:nvCxnSpPr>
        <p:spPr>
          <a:xfrm flipV="1">
            <a:off x="2819400" y="7811578"/>
            <a:ext cx="838200" cy="227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8F997D96-30C4-C5E9-9D3E-1C2BAE481074}"/>
              </a:ext>
            </a:extLst>
          </p:cNvPr>
          <p:cNvCxnSpPr>
            <a:cxnSpLocks/>
          </p:cNvCxnSpPr>
          <p:nvPr/>
        </p:nvCxnSpPr>
        <p:spPr>
          <a:xfrm>
            <a:off x="2819400" y="8039100"/>
            <a:ext cx="838200" cy="76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5">
            <a:extLst>
              <a:ext uri="{FF2B5EF4-FFF2-40B4-BE49-F238E27FC236}">
                <a16:creationId xmlns:a16="http://schemas.microsoft.com/office/drawing/2014/main" id="{33A432AD-4C7A-AC48-7958-C9F4FAF35E0A}"/>
              </a:ext>
            </a:extLst>
          </p:cNvPr>
          <p:cNvSpPr txBox="1"/>
          <p:nvPr/>
        </p:nvSpPr>
        <p:spPr>
          <a:xfrm>
            <a:off x="3825989" y="7574872"/>
            <a:ext cx="1630331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>
                <a:solidFill>
                  <a:srgbClr val="606CF5"/>
                </a:solidFill>
                <a:latin typeface="Agrandir Bold"/>
              </a:rPr>
              <a:t>País</a:t>
            </a: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4296220B-FE98-97AD-05B8-8E52DC1C9369}"/>
              </a:ext>
            </a:extLst>
          </p:cNvPr>
          <p:cNvSpPr txBox="1"/>
          <p:nvPr/>
        </p:nvSpPr>
        <p:spPr>
          <a:xfrm>
            <a:off x="3825989" y="7919690"/>
            <a:ext cx="1630331" cy="45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2725" dirty="0" err="1">
                <a:solidFill>
                  <a:srgbClr val="606CF5"/>
                </a:solidFill>
                <a:latin typeface="Agrandir Bold"/>
              </a:rPr>
              <a:t>Genérico</a:t>
            </a:r>
            <a:endParaRPr lang="en-US" sz="2725" dirty="0">
              <a:solidFill>
                <a:srgbClr val="606CF5"/>
              </a:solidFill>
              <a:latin typeface="Agrandir Bold"/>
            </a:endParaRPr>
          </a:p>
        </p:txBody>
      </p:sp>
      <p:grpSp>
        <p:nvGrpSpPr>
          <p:cNvPr id="23" name="Group 14">
            <a:extLst>
              <a:ext uri="{FF2B5EF4-FFF2-40B4-BE49-F238E27FC236}">
                <a16:creationId xmlns:a16="http://schemas.microsoft.com/office/drawing/2014/main" id="{EA0A1D77-08F7-F27C-32B4-BFCBFB14C11A}"/>
              </a:ext>
            </a:extLst>
          </p:cNvPr>
          <p:cNvGrpSpPr/>
          <p:nvPr/>
        </p:nvGrpSpPr>
        <p:grpSpPr>
          <a:xfrm>
            <a:off x="10515600" y="580112"/>
            <a:ext cx="6788817" cy="6119080"/>
            <a:chOff x="-1" y="0"/>
            <a:chExt cx="9051756" cy="8158773"/>
          </a:xfrm>
        </p:grpSpPr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7017AEC6-E78B-ED4B-1261-A0CE0AB36612}"/>
                </a:ext>
              </a:extLst>
            </p:cNvPr>
            <p:cNvSpPr/>
            <p:nvPr/>
          </p:nvSpPr>
          <p:spPr>
            <a:xfrm>
              <a:off x="-1" y="0"/>
              <a:ext cx="9051756" cy="8158773"/>
            </a:xfrm>
            <a:custGeom>
              <a:avLst/>
              <a:gdLst/>
              <a:ahLst/>
              <a:cxnLst/>
              <a:rect l="l" t="t" r="r" b="b"/>
              <a:pathLst>
                <a:path w="9051756" h="8158773">
                  <a:moveTo>
                    <a:pt x="0" y="0"/>
                  </a:moveTo>
                  <a:lnTo>
                    <a:pt x="9051756" y="0"/>
                  </a:lnTo>
                  <a:lnTo>
                    <a:pt x="9051756" y="8158773"/>
                  </a:lnTo>
                  <a:lnTo>
                    <a:pt x="0" y="8158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212" r="-121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CD88009E-4C2B-A2EC-3CD8-E9EA0D7FEF10}"/>
                </a:ext>
              </a:extLst>
            </p:cNvPr>
            <p:cNvSpPr txBox="1"/>
            <p:nvPr/>
          </p:nvSpPr>
          <p:spPr>
            <a:xfrm>
              <a:off x="597486" y="658965"/>
              <a:ext cx="7806633" cy="2013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68"/>
                </a:lnSpc>
              </a:pPr>
              <a:endParaRPr lang="pt-BR" sz="1600" dirty="0"/>
            </a:p>
            <a:p>
              <a:pPr algn="just">
                <a:lnSpc>
                  <a:spcPts val="4166"/>
                </a:lnSpc>
              </a:pPr>
              <a:endParaRPr lang="pt-BR" sz="2000" dirty="0">
                <a:solidFill>
                  <a:srgbClr val="000000"/>
                </a:solidFill>
                <a:latin typeface="Open Sans Bold"/>
              </a:endParaRPr>
            </a:p>
            <a:p>
              <a:pPr algn="just">
                <a:lnSpc>
                  <a:spcPts val="4166"/>
                </a:lnSpc>
              </a:pPr>
              <a:r>
                <a:rPr lang="pt-BR" sz="2000" dirty="0">
                  <a:solidFill>
                    <a:srgbClr val="000000"/>
                  </a:solidFill>
                  <a:latin typeface="Open Sans Bold"/>
                </a:rPr>
                <a:t>Copie os </a:t>
              </a:r>
              <a:r>
                <a:rPr lang="pt-BR" sz="2000" dirty="0" err="1">
                  <a:solidFill>
                    <a:srgbClr val="000000"/>
                  </a:solidFill>
                  <a:latin typeface="Open Sans Bold"/>
                </a:rPr>
                <a:t>balãozinhos</a:t>
              </a:r>
              <a:r>
                <a:rPr lang="pt-BR" sz="2000" dirty="0">
                  <a:solidFill>
                    <a:srgbClr val="000000"/>
                  </a:solidFill>
                  <a:latin typeface="Open Sans Bold"/>
                </a:rPr>
                <a:t>!</a:t>
              </a:r>
              <a:endParaRPr lang="pt-BR" sz="1200" dirty="0"/>
            </a:p>
          </p:txBody>
        </p:sp>
        <p:sp>
          <p:nvSpPr>
            <p:cNvPr id="26" name="TextBox 17">
              <a:extLst>
                <a:ext uri="{FF2B5EF4-FFF2-40B4-BE49-F238E27FC236}">
                  <a16:creationId xmlns:a16="http://schemas.microsoft.com/office/drawing/2014/main" id="{8FDD7AEC-731E-2E17-93A0-04FCD2A34A83}"/>
                </a:ext>
              </a:extLst>
            </p:cNvPr>
            <p:cNvSpPr txBox="1"/>
            <p:nvPr/>
          </p:nvSpPr>
          <p:spPr>
            <a:xfrm>
              <a:off x="597486" y="658965"/>
              <a:ext cx="5909357" cy="807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6"/>
                </a:lnSpc>
              </a:pP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Anote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 no </a:t>
              </a: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caderno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128329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31330" y="7999292"/>
            <a:ext cx="13365868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6753232" y="-1212378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914400" y="1485900"/>
            <a:ext cx="15623880" cy="1302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69"/>
              </a:lnSpc>
            </a:pPr>
            <a:r>
              <a:rPr lang="en-US" sz="4800" dirty="0">
                <a:solidFill>
                  <a:srgbClr val="0E073F"/>
                </a:solidFill>
                <a:latin typeface="Montserrat Classic"/>
              </a:rPr>
              <a:t>https://www.youtube.com/watch?v=RFHSt1PCy0k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92A30E26-3F60-B38E-9CAC-7D434CC947DF}"/>
              </a:ext>
            </a:extLst>
          </p:cNvPr>
          <p:cNvSpPr/>
          <p:nvPr/>
        </p:nvSpPr>
        <p:spPr>
          <a:xfrm>
            <a:off x="16002000" y="8505910"/>
            <a:ext cx="1984962" cy="1591579"/>
          </a:xfrm>
          <a:custGeom>
            <a:avLst/>
            <a:gdLst/>
            <a:ahLst/>
            <a:cxnLst/>
            <a:rect l="l" t="t" r="r" b="b"/>
            <a:pathLst>
              <a:path w="1984962" h="1591579">
                <a:moveTo>
                  <a:pt x="0" y="0"/>
                </a:moveTo>
                <a:lnTo>
                  <a:pt x="1984962" y="0"/>
                </a:lnTo>
                <a:lnTo>
                  <a:pt x="1984962" y="1591579"/>
                </a:lnTo>
                <a:lnTo>
                  <a:pt x="0" y="1591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8E6618F1-15C5-5EAC-C75B-30F277BB8706}"/>
              </a:ext>
            </a:extLst>
          </p:cNvPr>
          <p:cNvSpPr/>
          <p:nvPr/>
        </p:nvSpPr>
        <p:spPr>
          <a:xfrm>
            <a:off x="14188777" y="-219828"/>
            <a:ext cx="2349503" cy="1452420"/>
          </a:xfrm>
          <a:custGeom>
            <a:avLst/>
            <a:gdLst/>
            <a:ahLst/>
            <a:cxnLst/>
            <a:rect l="l" t="t" r="r" b="b"/>
            <a:pathLst>
              <a:path w="2349503" h="1452420">
                <a:moveTo>
                  <a:pt x="0" y="0"/>
                </a:moveTo>
                <a:lnTo>
                  <a:pt x="2349503" y="0"/>
                </a:lnTo>
                <a:lnTo>
                  <a:pt x="2349503" y="1452420"/>
                </a:lnTo>
                <a:lnTo>
                  <a:pt x="0" y="14524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65EAB89E-C6D6-6350-D973-BDA0696D2236}"/>
              </a:ext>
            </a:extLst>
          </p:cNvPr>
          <p:cNvSpPr/>
          <p:nvPr/>
        </p:nvSpPr>
        <p:spPr>
          <a:xfrm>
            <a:off x="-609600" y="0"/>
            <a:ext cx="2211616" cy="1359139"/>
          </a:xfrm>
          <a:custGeom>
            <a:avLst/>
            <a:gdLst/>
            <a:ahLst/>
            <a:cxnLst/>
            <a:rect l="l" t="t" r="r" b="b"/>
            <a:pathLst>
              <a:path w="2211616" h="1359139">
                <a:moveTo>
                  <a:pt x="0" y="0"/>
                </a:moveTo>
                <a:lnTo>
                  <a:pt x="2211616" y="0"/>
                </a:lnTo>
                <a:lnTo>
                  <a:pt x="2211616" y="1359139"/>
                </a:lnTo>
                <a:lnTo>
                  <a:pt x="0" y="13591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7826432-ED00-BA85-B3D5-4B6BBC07A562}"/>
              </a:ext>
            </a:extLst>
          </p:cNvPr>
          <p:cNvSpPr txBox="1"/>
          <p:nvPr/>
        </p:nvSpPr>
        <p:spPr>
          <a:xfrm>
            <a:off x="2204601" y="355423"/>
            <a:ext cx="12172408" cy="127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9388" dirty="0">
                <a:solidFill>
                  <a:srgbClr val="0E073F"/>
                </a:solidFill>
                <a:latin typeface="Agrandir Bold"/>
              </a:rPr>
              <a:t>URL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7AFFFFE-C59D-F291-9FA7-3104D8A726F0}"/>
              </a:ext>
            </a:extLst>
          </p:cNvPr>
          <p:cNvSpPr/>
          <p:nvPr/>
        </p:nvSpPr>
        <p:spPr>
          <a:xfrm>
            <a:off x="1066800" y="1979168"/>
            <a:ext cx="15468600" cy="1030732"/>
          </a:xfrm>
          <a:prstGeom prst="rect">
            <a:avLst/>
          </a:prstGeom>
          <a:noFill/>
          <a:ln w="76200"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793BF51-C381-445F-A4E2-BD4980B15B68}"/>
              </a:ext>
            </a:extLst>
          </p:cNvPr>
          <p:cNvGrpSpPr/>
          <p:nvPr/>
        </p:nvGrpSpPr>
        <p:grpSpPr>
          <a:xfrm>
            <a:off x="-609600" y="3211538"/>
            <a:ext cx="3758180" cy="5437161"/>
            <a:chOff x="-609600" y="3211539"/>
            <a:chExt cx="3758180" cy="4473174"/>
          </a:xfrm>
        </p:grpSpPr>
        <p:sp>
          <p:nvSpPr>
            <p:cNvPr id="11" name="Seta: para Baixo 10">
              <a:extLst>
                <a:ext uri="{FF2B5EF4-FFF2-40B4-BE49-F238E27FC236}">
                  <a16:creationId xmlns:a16="http://schemas.microsoft.com/office/drawing/2014/main" id="{A42D804B-C0F5-E9DD-01C2-DC7291A8A18C}"/>
                </a:ext>
              </a:extLst>
            </p:cNvPr>
            <p:cNvSpPr/>
            <p:nvPr/>
          </p:nvSpPr>
          <p:spPr>
            <a:xfrm>
              <a:off x="916977" y="3211539"/>
              <a:ext cx="836384" cy="3684561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AFA8608-7289-C44A-48B7-B6593208E045}"/>
                </a:ext>
              </a:extLst>
            </p:cNvPr>
            <p:cNvSpPr txBox="1"/>
            <p:nvPr/>
          </p:nvSpPr>
          <p:spPr>
            <a:xfrm>
              <a:off x="-609600" y="7277101"/>
              <a:ext cx="3758180" cy="4076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1"/>
                </a:lnSpc>
                <a:spcBef>
                  <a:spcPct val="0"/>
                </a:spcBef>
              </a:pPr>
              <a:r>
                <a:rPr lang="en-US" sz="4400" u="none" dirty="0">
                  <a:solidFill>
                    <a:srgbClr val="FFFFFF"/>
                  </a:solidFill>
                  <a:latin typeface="Montserrat Classic"/>
                </a:rPr>
                <a:t>URL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8BB912C-0FCB-CE19-5FD0-398679654D8B}"/>
              </a:ext>
            </a:extLst>
          </p:cNvPr>
          <p:cNvGrpSpPr/>
          <p:nvPr/>
        </p:nvGrpSpPr>
        <p:grpSpPr>
          <a:xfrm>
            <a:off x="917508" y="1489011"/>
            <a:ext cx="15623880" cy="4128033"/>
            <a:chOff x="917508" y="1489011"/>
            <a:chExt cx="15623880" cy="4128033"/>
          </a:xfrm>
        </p:grpSpPr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1A0BE6F1-912F-89FB-527B-6BA2D82A0961}"/>
                </a:ext>
              </a:extLst>
            </p:cNvPr>
            <p:cNvSpPr txBox="1"/>
            <p:nvPr/>
          </p:nvSpPr>
          <p:spPr>
            <a:xfrm>
              <a:off x="917508" y="1489011"/>
              <a:ext cx="15623880" cy="13024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2269"/>
                </a:lnSpc>
              </a:pPr>
              <a:r>
                <a:rPr lang="en-US" sz="4800" dirty="0">
                  <a:solidFill>
                    <a:srgbClr val="0E073F"/>
                  </a:solidFill>
                  <a:latin typeface="Montserrat Classic"/>
                </a:rPr>
                <a:t>https://www.</a:t>
              </a:r>
              <a:r>
                <a:rPr lang="en-US" sz="4800" dirty="0">
                  <a:solidFill>
                    <a:srgbClr val="FF0000"/>
                  </a:solidFill>
                  <a:latin typeface="Montserrat Classic"/>
                </a:rPr>
                <a:t>youtube.com</a:t>
              </a:r>
              <a:r>
                <a:rPr lang="en-US" sz="4800" dirty="0">
                  <a:solidFill>
                    <a:srgbClr val="0E073F"/>
                  </a:solidFill>
                  <a:latin typeface="Montserrat Classic"/>
                </a:rPr>
                <a:t>/watch?v=RFHSt1PCy0k</a:t>
              </a:r>
            </a:p>
          </p:txBody>
        </p:sp>
        <p:sp>
          <p:nvSpPr>
            <p:cNvPr id="14" name="Seta: para Baixo 13">
              <a:extLst>
                <a:ext uri="{FF2B5EF4-FFF2-40B4-BE49-F238E27FC236}">
                  <a16:creationId xmlns:a16="http://schemas.microsoft.com/office/drawing/2014/main" id="{20194E78-81A9-CD66-BDD9-CEA82F750C9C}"/>
                </a:ext>
              </a:extLst>
            </p:cNvPr>
            <p:cNvSpPr/>
            <p:nvPr/>
          </p:nvSpPr>
          <p:spPr>
            <a:xfrm>
              <a:off x="4953000" y="3211540"/>
              <a:ext cx="836384" cy="162715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F96B0C50-84C0-BCB0-1FA6-CBB8EF398BBD}"/>
                </a:ext>
              </a:extLst>
            </p:cNvPr>
            <p:cNvSpPr txBox="1"/>
            <p:nvPr/>
          </p:nvSpPr>
          <p:spPr>
            <a:xfrm>
              <a:off x="3492102" y="5209432"/>
              <a:ext cx="3758180" cy="4076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1"/>
                </a:lnSpc>
                <a:spcBef>
                  <a:spcPct val="0"/>
                </a:spcBef>
              </a:pPr>
              <a:r>
                <a:rPr lang="en-US" sz="4400" u="none" dirty="0">
                  <a:solidFill>
                    <a:srgbClr val="FF0000"/>
                  </a:solidFill>
                  <a:latin typeface="Montserrat Classic"/>
                </a:rPr>
                <a:t>DOMÍNIO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9444E31-6ED5-C4AE-9CFF-AC0CD3FE5B29}"/>
              </a:ext>
            </a:extLst>
          </p:cNvPr>
          <p:cNvGrpSpPr/>
          <p:nvPr/>
        </p:nvGrpSpPr>
        <p:grpSpPr>
          <a:xfrm>
            <a:off x="920619" y="1492123"/>
            <a:ext cx="15623880" cy="3447571"/>
            <a:chOff x="920619" y="1492123"/>
            <a:chExt cx="15623880" cy="3447571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59E1D8C5-B26A-54B9-18F4-67EECD4706FA}"/>
                </a:ext>
              </a:extLst>
            </p:cNvPr>
            <p:cNvGrpSpPr/>
            <p:nvPr/>
          </p:nvGrpSpPr>
          <p:grpSpPr>
            <a:xfrm>
              <a:off x="920619" y="1492123"/>
              <a:ext cx="15623880" cy="2753262"/>
              <a:chOff x="936169" y="1489011"/>
              <a:chExt cx="15623880" cy="2753262"/>
            </a:xfrm>
          </p:grpSpPr>
          <p:sp>
            <p:nvSpPr>
              <p:cNvPr id="19" name="TextBox 5">
                <a:extLst>
                  <a:ext uri="{FF2B5EF4-FFF2-40B4-BE49-F238E27FC236}">
                    <a16:creationId xmlns:a16="http://schemas.microsoft.com/office/drawing/2014/main" id="{5397BAA4-923F-9D10-4EFC-695C2C8A7BF6}"/>
                  </a:ext>
                </a:extLst>
              </p:cNvPr>
              <p:cNvSpPr txBox="1"/>
              <p:nvPr/>
            </p:nvSpPr>
            <p:spPr>
              <a:xfrm>
                <a:off x="936169" y="1489011"/>
                <a:ext cx="15623880" cy="130240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2269"/>
                  </a:lnSpc>
                </a:pPr>
                <a:r>
                  <a:rPr lang="en-US" sz="4800" dirty="0">
                    <a:solidFill>
                      <a:srgbClr val="0E073F"/>
                    </a:solidFill>
                    <a:latin typeface="Montserrat Classic"/>
                  </a:rPr>
                  <a:t>https://www.</a:t>
                </a:r>
                <a:r>
                  <a:rPr lang="en-US" sz="4800" dirty="0">
                    <a:solidFill>
                      <a:srgbClr val="FF0000"/>
                    </a:solidFill>
                    <a:latin typeface="Montserrat Classic"/>
                  </a:rPr>
                  <a:t>youtube</a:t>
                </a:r>
                <a:r>
                  <a:rPr lang="en-US" sz="4800" dirty="0">
                    <a:solidFill>
                      <a:srgbClr val="00B050"/>
                    </a:solidFill>
                    <a:latin typeface="Montserrat Classic"/>
                  </a:rPr>
                  <a:t>.com</a:t>
                </a:r>
                <a:r>
                  <a:rPr lang="en-US" sz="4800" dirty="0">
                    <a:solidFill>
                      <a:srgbClr val="0E073F"/>
                    </a:solidFill>
                    <a:latin typeface="Montserrat Classic"/>
                  </a:rPr>
                  <a:t>/watch?v=RFHSt1PCy0k</a:t>
                </a:r>
              </a:p>
            </p:txBody>
          </p:sp>
          <p:sp>
            <p:nvSpPr>
              <p:cNvPr id="20" name="Seta: para Baixo 19">
                <a:extLst>
                  <a:ext uri="{FF2B5EF4-FFF2-40B4-BE49-F238E27FC236}">
                    <a16:creationId xmlns:a16="http://schemas.microsoft.com/office/drawing/2014/main" id="{7397AAE0-DD51-9BD4-B6B7-703DC086703C}"/>
                  </a:ext>
                </a:extLst>
              </p:cNvPr>
              <p:cNvSpPr/>
              <p:nvPr/>
            </p:nvSpPr>
            <p:spPr>
              <a:xfrm>
                <a:off x="8016550" y="3211540"/>
                <a:ext cx="836384" cy="1030733"/>
              </a:xfrm>
              <a:prstGeom prst="down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05529CD4-515C-1499-F8EF-417AF4036941}"/>
                </a:ext>
              </a:extLst>
            </p:cNvPr>
            <p:cNvSpPr txBox="1"/>
            <p:nvPr/>
          </p:nvSpPr>
          <p:spPr>
            <a:xfrm>
              <a:off x="6540102" y="4532082"/>
              <a:ext cx="3758180" cy="40761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1"/>
                </a:lnSpc>
                <a:spcBef>
                  <a:spcPct val="0"/>
                </a:spcBef>
              </a:pPr>
              <a:r>
                <a:rPr lang="en-US" sz="4400" u="none" dirty="0">
                  <a:solidFill>
                    <a:srgbClr val="00B050"/>
                  </a:solidFill>
                  <a:latin typeface="Montserrat Classic"/>
                </a:rPr>
                <a:t>TLD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9607D3CD-8383-513C-F80A-AE5BBDDCC920}"/>
              </a:ext>
            </a:extLst>
          </p:cNvPr>
          <p:cNvGrpSpPr/>
          <p:nvPr/>
        </p:nvGrpSpPr>
        <p:grpSpPr>
          <a:xfrm>
            <a:off x="926842" y="1493520"/>
            <a:ext cx="15623880" cy="5395980"/>
            <a:chOff x="926842" y="1493520"/>
            <a:chExt cx="15623880" cy="5395980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809BA3F9-286B-31B4-14DB-0B6BF010A314}"/>
                </a:ext>
              </a:extLst>
            </p:cNvPr>
            <p:cNvGrpSpPr/>
            <p:nvPr/>
          </p:nvGrpSpPr>
          <p:grpSpPr>
            <a:xfrm>
              <a:off x="926842" y="1493520"/>
              <a:ext cx="15623880" cy="4564380"/>
              <a:chOff x="936169" y="1489011"/>
              <a:chExt cx="15623880" cy="4564380"/>
            </a:xfrm>
          </p:grpSpPr>
          <p:sp>
            <p:nvSpPr>
              <p:cNvPr id="31" name="TextBox 5">
                <a:extLst>
                  <a:ext uri="{FF2B5EF4-FFF2-40B4-BE49-F238E27FC236}">
                    <a16:creationId xmlns:a16="http://schemas.microsoft.com/office/drawing/2014/main" id="{53DBF13D-B0BC-2815-B12A-4E4B762EBD9A}"/>
                  </a:ext>
                </a:extLst>
              </p:cNvPr>
              <p:cNvSpPr txBox="1"/>
              <p:nvPr/>
            </p:nvSpPr>
            <p:spPr>
              <a:xfrm>
                <a:off x="936169" y="1489011"/>
                <a:ext cx="15623880" cy="130240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2269"/>
                  </a:lnSpc>
                </a:pPr>
                <a:r>
                  <a:rPr lang="en-US" sz="4800" dirty="0">
                    <a:solidFill>
                      <a:srgbClr val="0E073F"/>
                    </a:solidFill>
                    <a:latin typeface="Montserrat Classic"/>
                  </a:rPr>
                  <a:t>https://</a:t>
                </a:r>
                <a:r>
                  <a:rPr lang="en-US" sz="4800" dirty="0">
                    <a:solidFill>
                      <a:schemeClr val="accent6">
                        <a:lumMod val="75000"/>
                      </a:schemeClr>
                    </a:solidFill>
                    <a:latin typeface="Montserrat Classic"/>
                  </a:rPr>
                  <a:t>www.</a:t>
                </a:r>
                <a:r>
                  <a:rPr lang="en-US" sz="4800" dirty="0">
                    <a:solidFill>
                      <a:srgbClr val="FF0000"/>
                    </a:solidFill>
                    <a:latin typeface="Montserrat Classic"/>
                  </a:rPr>
                  <a:t>youtube</a:t>
                </a:r>
                <a:r>
                  <a:rPr lang="en-US" sz="4800" dirty="0">
                    <a:solidFill>
                      <a:srgbClr val="00B050"/>
                    </a:solidFill>
                    <a:latin typeface="Montserrat Classic"/>
                  </a:rPr>
                  <a:t>.com</a:t>
                </a:r>
                <a:r>
                  <a:rPr lang="en-US" sz="4800" dirty="0">
                    <a:solidFill>
                      <a:srgbClr val="0E073F"/>
                    </a:solidFill>
                    <a:latin typeface="Montserrat Classic"/>
                  </a:rPr>
                  <a:t>/watch?v=RFHSt1PCy0k</a:t>
                </a:r>
              </a:p>
            </p:txBody>
          </p:sp>
          <p:sp>
            <p:nvSpPr>
              <p:cNvPr id="32" name="Seta: para Baixo 31">
                <a:extLst>
                  <a:ext uri="{FF2B5EF4-FFF2-40B4-BE49-F238E27FC236}">
                    <a16:creationId xmlns:a16="http://schemas.microsoft.com/office/drawing/2014/main" id="{ED6F5F3C-A962-6A75-9DA5-B423FC1C1631}"/>
                  </a:ext>
                </a:extLst>
              </p:cNvPr>
              <p:cNvSpPr/>
              <p:nvPr/>
            </p:nvSpPr>
            <p:spPr>
              <a:xfrm>
                <a:off x="3216019" y="3210143"/>
                <a:ext cx="836384" cy="2843248"/>
              </a:xfrm>
              <a:prstGeom prst="down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33" name="TextBox 12">
              <a:extLst>
                <a:ext uri="{FF2B5EF4-FFF2-40B4-BE49-F238E27FC236}">
                  <a16:creationId xmlns:a16="http://schemas.microsoft.com/office/drawing/2014/main" id="{FBEE3221-3E04-AB17-BC76-661AE671DF9D}"/>
                </a:ext>
              </a:extLst>
            </p:cNvPr>
            <p:cNvSpPr txBox="1"/>
            <p:nvPr/>
          </p:nvSpPr>
          <p:spPr>
            <a:xfrm>
              <a:off x="2549297" y="6134100"/>
              <a:ext cx="2151174" cy="755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spcBef>
                  <a:spcPct val="0"/>
                </a:spcBef>
              </a:pPr>
              <a:r>
                <a:rPr lang="en-US" sz="2400" u="none" dirty="0">
                  <a:solidFill>
                    <a:schemeClr val="accent6">
                      <a:lumMod val="75000"/>
                    </a:schemeClr>
                  </a:solidFill>
                  <a:latin typeface="Montserrat Classic"/>
                </a:rPr>
                <a:t>Sub</a:t>
              </a:r>
            </a:p>
            <a:p>
              <a:pPr marL="0" lvl="0" indent="0" algn="ctr">
                <a:spcBef>
                  <a:spcPct val="0"/>
                </a:spcBef>
              </a:pPr>
              <a:r>
                <a:rPr lang="en-US" sz="2400" u="none" dirty="0" err="1">
                  <a:solidFill>
                    <a:schemeClr val="accent6">
                      <a:lumMod val="75000"/>
                    </a:schemeClr>
                  </a:solidFill>
                  <a:latin typeface="Montserrat Classic"/>
                </a:rPr>
                <a:t>Domínio</a:t>
              </a:r>
              <a:endParaRPr lang="en-US" sz="2400" u="none" dirty="0">
                <a:solidFill>
                  <a:schemeClr val="accent6">
                    <a:lumMod val="75000"/>
                  </a:schemeClr>
                </a:solidFill>
                <a:latin typeface="Montserrat Classic"/>
              </a:endParaRP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BE0ECB16-42E2-92F4-D71A-BE9908598754}"/>
              </a:ext>
            </a:extLst>
          </p:cNvPr>
          <p:cNvGrpSpPr/>
          <p:nvPr/>
        </p:nvGrpSpPr>
        <p:grpSpPr>
          <a:xfrm>
            <a:off x="911293" y="1496632"/>
            <a:ext cx="15623880" cy="5771717"/>
            <a:chOff x="926842" y="1493520"/>
            <a:chExt cx="15623880" cy="5015561"/>
          </a:xfrm>
        </p:grpSpPr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A18FBE93-B70F-807D-2259-DB37E5C0D758}"/>
                </a:ext>
              </a:extLst>
            </p:cNvPr>
            <p:cNvGrpSpPr/>
            <p:nvPr/>
          </p:nvGrpSpPr>
          <p:grpSpPr>
            <a:xfrm>
              <a:off x="926842" y="1493520"/>
              <a:ext cx="15623880" cy="4603772"/>
              <a:chOff x="936169" y="1489011"/>
              <a:chExt cx="15623880" cy="4603772"/>
            </a:xfrm>
          </p:grpSpPr>
          <p:sp>
            <p:nvSpPr>
              <p:cNvPr id="40" name="TextBox 5">
                <a:extLst>
                  <a:ext uri="{FF2B5EF4-FFF2-40B4-BE49-F238E27FC236}">
                    <a16:creationId xmlns:a16="http://schemas.microsoft.com/office/drawing/2014/main" id="{F21EF9E1-04CE-D77A-F72F-5449E1B1861B}"/>
                  </a:ext>
                </a:extLst>
              </p:cNvPr>
              <p:cNvSpPr txBox="1"/>
              <p:nvPr/>
            </p:nvSpPr>
            <p:spPr>
              <a:xfrm>
                <a:off x="936169" y="1489011"/>
                <a:ext cx="15623880" cy="113177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2269"/>
                  </a:lnSpc>
                </a:pPr>
                <a:r>
                  <a:rPr lang="en-US" sz="4800" dirty="0">
                    <a:solidFill>
                      <a:srgbClr val="FFFF00"/>
                    </a:solidFill>
                    <a:latin typeface="Montserrat Classic"/>
                  </a:rPr>
                  <a:t>https://</a:t>
                </a:r>
                <a:r>
                  <a:rPr lang="en-US" sz="4800" dirty="0">
                    <a:solidFill>
                      <a:schemeClr val="accent6">
                        <a:lumMod val="75000"/>
                      </a:schemeClr>
                    </a:solidFill>
                    <a:latin typeface="Montserrat Classic"/>
                  </a:rPr>
                  <a:t>www.</a:t>
                </a:r>
                <a:r>
                  <a:rPr lang="en-US" sz="4800" dirty="0">
                    <a:solidFill>
                      <a:srgbClr val="FF0000"/>
                    </a:solidFill>
                    <a:latin typeface="Montserrat Classic"/>
                  </a:rPr>
                  <a:t>youtube</a:t>
                </a:r>
                <a:r>
                  <a:rPr lang="en-US" sz="4800" dirty="0">
                    <a:solidFill>
                      <a:srgbClr val="00B050"/>
                    </a:solidFill>
                    <a:latin typeface="Montserrat Classic"/>
                  </a:rPr>
                  <a:t>.com</a:t>
                </a:r>
                <a:r>
                  <a:rPr lang="en-US" sz="4800" dirty="0">
                    <a:solidFill>
                      <a:srgbClr val="0E073F"/>
                    </a:solidFill>
                    <a:latin typeface="Montserrat Classic"/>
                  </a:rPr>
                  <a:t>/watch?v=RFHSt1PCy0k</a:t>
                </a:r>
              </a:p>
            </p:txBody>
          </p:sp>
          <p:sp>
            <p:nvSpPr>
              <p:cNvPr id="41" name="Seta: para Baixo 40">
                <a:extLst>
                  <a:ext uri="{FF2B5EF4-FFF2-40B4-BE49-F238E27FC236}">
                    <a16:creationId xmlns:a16="http://schemas.microsoft.com/office/drawing/2014/main" id="{683C2CF3-03C3-D50C-3210-465266F572B9}"/>
                  </a:ext>
                </a:extLst>
              </p:cNvPr>
              <p:cNvSpPr/>
              <p:nvPr/>
            </p:nvSpPr>
            <p:spPr>
              <a:xfrm>
                <a:off x="2042900" y="3249533"/>
                <a:ext cx="836384" cy="2843248"/>
              </a:xfrm>
              <a:prstGeom prst="downArrow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37" name="TextBox 12">
              <a:extLst>
                <a:ext uri="{FF2B5EF4-FFF2-40B4-BE49-F238E27FC236}">
                  <a16:creationId xmlns:a16="http://schemas.microsoft.com/office/drawing/2014/main" id="{96B73FFB-BF3F-97E0-D418-F33DD4E93585}"/>
                </a:ext>
              </a:extLst>
            </p:cNvPr>
            <p:cNvSpPr txBox="1"/>
            <p:nvPr/>
          </p:nvSpPr>
          <p:spPr>
            <a:xfrm>
              <a:off x="1185772" y="6163507"/>
              <a:ext cx="2675026" cy="3455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1"/>
                </a:lnSpc>
                <a:spcBef>
                  <a:spcPct val="0"/>
                </a:spcBef>
              </a:pPr>
              <a:r>
                <a:rPr lang="en-US" sz="2800" u="none" dirty="0" err="1">
                  <a:solidFill>
                    <a:srgbClr val="FFFF00"/>
                  </a:solidFill>
                  <a:latin typeface="Montserrat Classic"/>
                </a:rPr>
                <a:t>Protocolo</a:t>
              </a:r>
              <a:endParaRPr lang="en-US" sz="2800" u="none" dirty="0">
                <a:solidFill>
                  <a:srgbClr val="FFFF00"/>
                </a:solidFill>
                <a:latin typeface="Montserrat Classic"/>
              </a:endParaRP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CE72E74C-85F1-242D-9312-531EC045ACD6}"/>
              </a:ext>
            </a:extLst>
          </p:cNvPr>
          <p:cNvGrpSpPr/>
          <p:nvPr/>
        </p:nvGrpSpPr>
        <p:grpSpPr>
          <a:xfrm>
            <a:off x="914396" y="1485900"/>
            <a:ext cx="15623880" cy="4005762"/>
            <a:chOff x="914396" y="1485900"/>
            <a:chExt cx="15623880" cy="4005762"/>
          </a:xfrm>
        </p:grpSpPr>
        <p:sp>
          <p:nvSpPr>
            <p:cNvPr id="45" name="TextBox 5">
              <a:extLst>
                <a:ext uri="{FF2B5EF4-FFF2-40B4-BE49-F238E27FC236}">
                  <a16:creationId xmlns:a16="http://schemas.microsoft.com/office/drawing/2014/main" id="{0BDAEF76-C7D7-2753-718A-4B3C23354BA2}"/>
                </a:ext>
              </a:extLst>
            </p:cNvPr>
            <p:cNvSpPr txBox="1"/>
            <p:nvPr/>
          </p:nvSpPr>
          <p:spPr>
            <a:xfrm>
              <a:off x="914396" y="1485900"/>
              <a:ext cx="15623880" cy="13024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2269"/>
                </a:lnSpc>
              </a:pPr>
              <a:r>
                <a:rPr lang="en-US" sz="4800" dirty="0">
                  <a:solidFill>
                    <a:srgbClr val="FFFF00"/>
                  </a:solidFill>
                  <a:latin typeface="Montserrat Classic"/>
                </a:rPr>
                <a:t>https://</a:t>
              </a:r>
              <a:r>
                <a:rPr lang="en-US" sz="4800" dirty="0">
                  <a:solidFill>
                    <a:schemeClr val="accent6">
                      <a:lumMod val="75000"/>
                    </a:schemeClr>
                  </a:solidFill>
                  <a:latin typeface="Montserrat Classic"/>
                </a:rPr>
                <a:t>www.</a:t>
              </a:r>
              <a:r>
                <a:rPr lang="en-US" sz="4800" dirty="0">
                  <a:solidFill>
                    <a:srgbClr val="FF0000"/>
                  </a:solidFill>
                  <a:latin typeface="Montserrat Classic"/>
                </a:rPr>
                <a:t>youtube</a:t>
              </a:r>
              <a:r>
                <a:rPr lang="en-US" sz="4800" dirty="0">
                  <a:solidFill>
                    <a:srgbClr val="00B050"/>
                  </a:solidFill>
                  <a:latin typeface="Montserrat Classic"/>
                </a:rPr>
                <a:t>.com</a:t>
              </a:r>
              <a:r>
                <a:rPr lang="en-US" sz="4800" dirty="0">
                  <a:solidFill>
                    <a:srgbClr val="0E073F"/>
                  </a:solidFill>
                  <a:latin typeface="Montserrat Classic"/>
                </a:rPr>
                <a:t>/watch?v=RFHSt1PCy0k</a:t>
              </a:r>
            </a:p>
          </p:txBody>
        </p:sp>
        <p:sp>
          <p:nvSpPr>
            <p:cNvPr id="47" name="Seta: para Baixo 46">
              <a:extLst>
                <a:ext uri="{FF2B5EF4-FFF2-40B4-BE49-F238E27FC236}">
                  <a16:creationId xmlns:a16="http://schemas.microsoft.com/office/drawing/2014/main" id="{71F5C754-29DC-CF2E-0A2C-03FB2C9D841F}"/>
                </a:ext>
              </a:extLst>
            </p:cNvPr>
            <p:cNvSpPr/>
            <p:nvPr/>
          </p:nvSpPr>
          <p:spPr>
            <a:xfrm>
              <a:off x="12299017" y="3224429"/>
              <a:ext cx="836384" cy="1715265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TextBox 12">
              <a:extLst>
                <a:ext uri="{FF2B5EF4-FFF2-40B4-BE49-F238E27FC236}">
                  <a16:creationId xmlns:a16="http://schemas.microsoft.com/office/drawing/2014/main" id="{DE5BE915-9BB1-0DD9-EDC8-0F21FE8DEDF7}"/>
                </a:ext>
              </a:extLst>
            </p:cNvPr>
            <p:cNvSpPr txBox="1"/>
            <p:nvPr/>
          </p:nvSpPr>
          <p:spPr>
            <a:xfrm>
              <a:off x="11379696" y="5093989"/>
              <a:ext cx="2675026" cy="3976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1"/>
                </a:lnSpc>
                <a:spcBef>
                  <a:spcPct val="0"/>
                </a:spcBef>
              </a:pPr>
              <a:r>
                <a:rPr lang="en-US" sz="2800" u="none" dirty="0" err="1">
                  <a:latin typeface="Montserrat Classic"/>
                </a:rPr>
                <a:t>Caminho</a:t>
              </a:r>
              <a:endParaRPr lang="en-US" sz="2800" u="none" dirty="0">
                <a:latin typeface="Montserrat Classic"/>
              </a:endParaRPr>
            </a:p>
          </p:txBody>
        </p:sp>
      </p:grpSp>
      <p:grpSp>
        <p:nvGrpSpPr>
          <p:cNvPr id="50" name="Group 14">
            <a:extLst>
              <a:ext uri="{FF2B5EF4-FFF2-40B4-BE49-F238E27FC236}">
                <a16:creationId xmlns:a16="http://schemas.microsoft.com/office/drawing/2014/main" id="{6F518095-8DF3-08A3-E465-941D13302018}"/>
              </a:ext>
            </a:extLst>
          </p:cNvPr>
          <p:cNvGrpSpPr/>
          <p:nvPr/>
        </p:nvGrpSpPr>
        <p:grpSpPr>
          <a:xfrm>
            <a:off x="5875479" y="5691313"/>
            <a:ext cx="6012464" cy="5419317"/>
            <a:chOff x="-1" y="0"/>
            <a:chExt cx="9051756" cy="8158773"/>
          </a:xfrm>
        </p:grpSpPr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36F65E7F-E048-D8FC-4922-9195C9989DB9}"/>
                </a:ext>
              </a:extLst>
            </p:cNvPr>
            <p:cNvSpPr/>
            <p:nvPr/>
          </p:nvSpPr>
          <p:spPr>
            <a:xfrm>
              <a:off x="-1" y="0"/>
              <a:ext cx="9051756" cy="8158773"/>
            </a:xfrm>
            <a:custGeom>
              <a:avLst/>
              <a:gdLst/>
              <a:ahLst/>
              <a:cxnLst/>
              <a:rect l="l" t="t" r="r" b="b"/>
              <a:pathLst>
                <a:path w="9051756" h="8158773">
                  <a:moveTo>
                    <a:pt x="0" y="0"/>
                  </a:moveTo>
                  <a:lnTo>
                    <a:pt x="9051756" y="0"/>
                  </a:lnTo>
                  <a:lnTo>
                    <a:pt x="9051756" y="8158773"/>
                  </a:lnTo>
                  <a:lnTo>
                    <a:pt x="0" y="8158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1212" r="-121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TextBox 16">
              <a:extLst>
                <a:ext uri="{FF2B5EF4-FFF2-40B4-BE49-F238E27FC236}">
                  <a16:creationId xmlns:a16="http://schemas.microsoft.com/office/drawing/2014/main" id="{D61B33D7-6707-5929-421F-A38699F2EA52}"/>
                </a:ext>
              </a:extLst>
            </p:cNvPr>
            <p:cNvSpPr txBox="1"/>
            <p:nvPr/>
          </p:nvSpPr>
          <p:spPr>
            <a:xfrm>
              <a:off x="597486" y="658966"/>
              <a:ext cx="7806633" cy="2313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68"/>
                </a:lnSpc>
              </a:pPr>
              <a:endParaRPr lang="pt-BR" sz="2000" dirty="0"/>
            </a:p>
            <a:p>
              <a:pPr algn="just">
                <a:lnSpc>
                  <a:spcPts val="4166"/>
                </a:lnSpc>
              </a:pPr>
              <a:endParaRPr lang="pt-BR" sz="2800" dirty="0">
                <a:solidFill>
                  <a:srgbClr val="000000"/>
                </a:solidFill>
                <a:latin typeface="Open Sans Bold"/>
              </a:endParaRPr>
            </a:p>
            <a:p>
              <a:pPr algn="just">
                <a:lnSpc>
                  <a:spcPts val="4166"/>
                </a:lnSpc>
              </a:pPr>
              <a:r>
                <a:rPr lang="pt-BR" sz="2800" dirty="0">
                  <a:solidFill>
                    <a:srgbClr val="000000"/>
                  </a:solidFill>
                  <a:latin typeface="Open Sans Bold"/>
                </a:rPr>
                <a:t>Copie as marcações da URL.</a:t>
              </a:r>
              <a:endParaRPr lang="pt-BR" sz="1600" dirty="0"/>
            </a:p>
          </p:txBody>
        </p:sp>
        <p:sp>
          <p:nvSpPr>
            <p:cNvPr id="53" name="TextBox 17">
              <a:extLst>
                <a:ext uri="{FF2B5EF4-FFF2-40B4-BE49-F238E27FC236}">
                  <a16:creationId xmlns:a16="http://schemas.microsoft.com/office/drawing/2014/main" id="{1A51CF11-CA4E-A639-665B-3EC6DF6FE2BF}"/>
                </a:ext>
              </a:extLst>
            </p:cNvPr>
            <p:cNvSpPr txBox="1"/>
            <p:nvPr/>
          </p:nvSpPr>
          <p:spPr>
            <a:xfrm>
              <a:off x="597486" y="658966"/>
              <a:ext cx="7689104" cy="9364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156"/>
                </a:lnSpc>
              </a:pP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Anote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 no </a:t>
              </a:r>
              <a:r>
                <a:rPr lang="en-US" sz="3682" u="sng" dirty="0" err="1">
                  <a:solidFill>
                    <a:srgbClr val="606CF5"/>
                  </a:solidFill>
                  <a:latin typeface="Open Sans Bold"/>
                </a:rPr>
                <a:t>caderno</a:t>
              </a:r>
              <a:r>
                <a:rPr lang="en-US" sz="3682" u="sng" dirty="0">
                  <a:solidFill>
                    <a:srgbClr val="606CF5"/>
                  </a:solidFill>
                  <a:latin typeface="Open Sans Bold"/>
                </a:rPr>
                <a:t>: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31330" y="7999292"/>
            <a:ext cx="13365868" cy="0"/>
          </a:xfrm>
          <a:prstGeom prst="line">
            <a:avLst/>
          </a:prstGeom>
          <a:ln w="28575" cap="flat">
            <a:solidFill>
              <a:srgbClr val="05F1C7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6753232" y="-1212378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2" y="0"/>
                </a:lnTo>
                <a:lnTo>
                  <a:pt x="3487932" y="4482156"/>
                </a:lnTo>
                <a:lnTo>
                  <a:pt x="0" y="4482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92A30E26-3F60-B38E-9CAC-7D434CC947DF}"/>
              </a:ext>
            </a:extLst>
          </p:cNvPr>
          <p:cNvSpPr/>
          <p:nvPr/>
        </p:nvSpPr>
        <p:spPr>
          <a:xfrm>
            <a:off x="16002000" y="8505910"/>
            <a:ext cx="1984962" cy="1591579"/>
          </a:xfrm>
          <a:custGeom>
            <a:avLst/>
            <a:gdLst/>
            <a:ahLst/>
            <a:cxnLst/>
            <a:rect l="l" t="t" r="r" b="b"/>
            <a:pathLst>
              <a:path w="1984962" h="1591579">
                <a:moveTo>
                  <a:pt x="0" y="0"/>
                </a:moveTo>
                <a:lnTo>
                  <a:pt x="1984962" y="0"/>
                </a:lnTo>
                <a:lnTo>
                  <a:pt x="1984962" y="1591579"/>
                </a:lnTo>
                <a:lnTo>
                  <a:pt x="0" y="1591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8E6618F1-15C5-5EAC-C75B-30F277BB8706}"/>
              </a:ext>
            </a:extLst>
          </p:cNvPr>
          <p:cNvSpPr/>
          <p:nvPr/>
        </p:nvSpPr>
        <p:spPr>
          <a:xfrm>
            <a:off x="14188777" y="-219828"/>
            <a:ext cx="2349503" cy="1452420"/>
          </a:xfrm>
          <a:custGeom>
            <a:avLst/>
            <a:gdLst/>
            <a:ahLst/>
            <a:cxnLst/>
            <a:rect l="l" t="t" r="r" b="b"/>
            <a:pathLst>
              <a:path w="2349503" h="1452420">
                <a:moveTo>
                  <a:pt x="0" y="0"/>
                </a:moveTo>
                <a:lnTo>
                  <a:pt x="2349503" y="0"/>
                </a:lnTo>
                <a:lnTo>
                  <a:pt x="2349503" y="1452420"/>
                </a:lnTo>
                <a:lnTo>
                  <a:pt x="0" y="14524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65EAB89E-C6D6-6350-D973-BDA0696D2236}"/>
              </a:ext>
            </a:extLst>
          </p:cNvPr>
          <p:cNvSpPr/>
          <p:nvPr/>
        </p:nvSpPr>
        <p:spPr>
          <a:xfrm>
            <a:off x="-609600" y="0"/>
            <a:ext cx="2211616" cy="1359139"/>
          </a:xfrm>
          <a:custGeom>
            <a:avLst/>
            <a:gdLst/>
            <a:ahLst/>
            <a:cxnLst/>
            <a:rect l="l" t="t" r="r" b="b"/>
            <a:pathLst>
              <a:path w="2211616" h="1359139">
                <a:moveTo>
                  <a:pt x="0" y="0"/>
                </a:moveTo>
                <a:lnTo>
                  <a:pt x="2211616" y="0"/>
                </a:lnTo>
                <a:lnTo>
                  <a:pt x="2211616" y="1359139"/>
                </a:lnTo>
                <a:lnTo>
                  <a:pt x="0" y="13591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7826432-ED00-BA85-B3D5-4B6BBC07A562}"/>
              </a:ext>
            </a:extLst>
          </p:cNvPr>
          <p:cNvSpPr txBox="1"/>
          <p:nvPr/>
        </p:nvSpPr>
        <p:spPr>
          <a:xfrm>
            <a:off x="2204601" y="355423"/>
            <a:ext cx="12172408" cy="127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9388" dirty="0">
                <a:solidFill>
                  <a:srgbClr val="0E073F"/>
                </a:solidFill>
                <a:latin typeface="Agrandir Bold"/>
              </a:rPr>
              <a:t>URL - </a:t>
            </a:r>
            <a:r>
              <a:rPr lang="en-US" sz="9388" dirty="0" err="1">
                <a:solidFill>
                  <a:srgbClr val="0E073F"/>
                </a:solidFill>
                <a:latin typeface="Agrandir Bold"/>
              </a:rPr>
              <a:t>Atividade</a:t>
            </a:r>
            <a:endParaRPr lang="en-US" sz="9388" dirty="0">
              <a:solidFill>
                <a:srgbClr val="0E073F"/>
              </a:solidFill>
              <a:latin typeface="Agrandir Bold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8A0A5094-B17B-66F3-6115-E95EBEBC6A25}"/>
              </a:ext>
            </a:extLst>
          </p:cNvPr>
          <p:cNvSpPr txBox="1"/>
          <p:nvPr/>
        </p:nvSpPr>
        <p:spPr>
          <a:xfrm>
            <a:off x="1112920" y="2928282"/>
            <a:ext cx="14050880" cy="397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1"/>
              </a:lnSpc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  <a:latin typeface="Montserrat Classic"/>
              </a:rPr>
              <a:t>g</a:t>
            </a:r>
            <a:r>
              <a:rPr lang="en-US" sz="4000" u="none" dirty="0">
                <a:solidFill>
                  <a:srgbClr val="FFFFFF"/>
                </a:solidFill>
                <a:latin typeface="Montserrat Classic"/>
              </a:rPr>
              <a:t>ustavoguanabara.github.io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8EF4721A-493C-9791-E347-4E78372A3122}"/>
              </a:ext>
            </a:extLst>
          </p:cNvPr>
          <p:cNvSpPr txBox="1"/>
          <p:nvPr/>
        </p:nvSpPr>
        <p:spPr>
          <a:xfrm>
            <a:off x="1112920" y="3910487"/>
            <a:ext cx="14050880" cy="426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3111"/>
              </a:lnSpc>
              <a:spcBef>
                <a:spcPct val="0"/>
              </a:spcBef>
              <a:defRPr sz="4000">
                <a:solidFill>
                  <a:srgbClr val="FFFFFF"/>
                </a:solidFill>
                <a:latin typeface="Montserrat Classic"/>
              </a:defRPr>
            </a:lvl1pPr>
          </a:lstStyle>
          <a:p>
            <a:r>
              <a:rPr lang="pt-BR" dirty="0"/>
              <a:t>www.universidadebrasil.edu.br</a:t>
            </a:r>
            <a:endParaRPr lang="en-US" dirty="0"/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422F7808-ADC7-4ED6-6AD8-AB2DDB756AD7}"/>
              </a:ext>
            </a:extLst>
          </p:cNvPr>
          <p:cNvSpPr txBox="1"/>
          <p:nvPr/>
        </p:nvSpPr>
        <p:spPr>
          <a:xfrm>
            <a:off x="1112920" y="4953614"/>
            <a:ext cx="14050880" cy="397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1"/>
              </a:lnSpc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  <a:latin typeface="Montserrat Classic"/>
              </a:rPr>
              <a:t>uol.com.br/</a:t>
            </a:r>
            <a:r>
              <a:rPr lang="en-US" sz="4000" dirty="0" err="1">
                <a:solidFill>
                  <a:srgbClr val="FFFFFF"/>
                </a:solidFill>
                <a:latin typeface="Montserrat Classic"/>
              </a:rPr>
              <a:t>destinodoclima</a:t>
            </a:r>
            <a:endParaRPr lang="en-US" sz="4000" u="none" dirty="0">
              <a:solidFill>
                <a:srgbClr val="FFFFFF"/>
              </a:solidFill>
              <a:latin typeface="Montserrat Classic"/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754ADC71-2B9B-C192-D6A9-04B5EC60F54A}"/>
              </a:ext>
            </a:extLst>
          </p:cNvPr>
          <p:cNvSpPr txBox="1"/>
          <p:nvPr/>
        </p:nvSpPr>
        <p:spPr>
          <a:xfrm>
            <a:off x="1112920" y="6041227"/>
            <a:ext cx="14050880" cy="397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1"/>
              </a:lnSpc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  <a:latin typeface="Montserrat Classic"/>
              </a:rPr>
              <a:t>https://ig.com/bate%20papo%20uol</a:t>
            </a:r>
            <a:endParaRPr lang="en-US" sz="4000" u="none" dirty="0">
              <a:solidFill>
                <a:srgbClr val="FFFFFF"/>
              </a:solidFill>
              <a:latin typeface="Montserrat Classic"/>
            </a:endParaRPr>
          </a:p>
        </p:txBody>
      </p:sp>
    </p:spTree>
    <p:extLst>
      <p:ext uri="{BB962C8B-B14F-4D97-AF65-F5344CB8AC3E}">
        <p14:creationId xmlns:p14="http://schemas.microsoft.com/office/powerpoint/2010/main" val="1861124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6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17451" y="4234907"/>
            <a:ext cx="9248034" cy="1070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sz="7901" dirty="0">
                <a:solidFill>
                  <a:srgbClr val="0E073F"/>
                </a:solidFill>
                <a:latin typeface="Agrandir Bold"/>
              </a:rPr>
              <a:t>Fim</a:t>
            </a:r>
          </a:p>
        </p:txBody>
      </p:sp>
      <p:sp>
        <p:nvSpPr>
          <p:cNvPr id="7" name="Freeform 7"/>
          <p:cNvSpPr/>
          <p:nvPr/>
        </p:nvSpPr>
        <p:spPr>
          <a:xfrm>
            <a:off x="16682169" y="-1506080"/>
            <a:ext cx="3487932" cy="4482155"/>
          </a:xfrm>
          <a:custGeom>
            <a:avLst/>
            <a:gdLst/>
            <a:ahLst/>
            <a:cxnLst/>
            <a:rect l="l" t="t" r="r" b="b"/>
            <a:pathLst>
              <a:path w="3487932" h="4482155">
                <a:moveTo>
                  <a:pt x="0" y="0"/>
                </a:moveTo>
                <a:lnTo>
                  <a:pt x="3487931" y="0"/>
                </a:lnTo>
                <a:lnTo>
                  <a:pt x="3487931" y="4482155"/>
                </a:lnTo>
                <a:lnTo>
                  <a:pt x="0" y="4482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 flipH="1">
            <a:off x="356351" y="6972487"/>
            <a:ext cx="4380449" cy="4571626"/>
          </a:xfrm>
          <a:custGeom>
            <a:avLst/>
            <a:gdLst/>
            <a:ahLst/>
            <a:cxnLst/>
            <a:rect l="l" t="t" r="r" b="b"/>
            <a:pathLst>
              <a:path w="4380449" h="4571626">
                <a:moveTo>
                  <a:pt x="4380449" y="0"/>
                </a:moveTo>
                <a:lnTo>
                  <a:pt x="0" y="0"/>
                </a:lnTo>
                <a:lnTo>
                  <a:pt x="0" y="4571626"/>
                </a:lnTo>
                <a:lnTo>
                  <a:pt x="4380449" y="4571626"/>
                </a:lnTo>
                <a:lnTo>
                  <a:pt x="43804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-1732652" y="734998"/>
            <a:ext cx="4484110" cy="2755690"/>
          </a:xfrm>
          <a:custGeom>
            <a:avLst/>
            <a:gdLst/>
            <a:ahLst/>
            <a:cxnLst/>
            <a:rect l="l" t="t" r="r" b="b"/>
            <a:pathLst>
              <a:path w="4484110" h="2755690">
                <a:moveTo>
                  <a:pt x="0" y="0"/>
                </a:moveTo>
                <a:lnTo>
                  <a:pt x="4484111" y="0"/>
                </a:lnTo>
                <a:lnTo>
                  <a:pt x="4484111" y="2755689"/>
                </a:lnTo>
                <a:lnTo>
                  <a:pt x="0" y="27556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4408763" y="3036641"/>
            <a:ext cx="9248034" cy="130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sz="7901">
                <a:solidFill>
                  <a:srgbClr val="FFFFFF"/>
                </a:solidFill>
                <a:latin typeface="Agrandir Bold"/>
              </a:rPr>
              <a:t>Parabéns!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76466" y="6726079"/>
            <a:ext cx="7530004" cy="33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7"/>
              </a:lnSpc>
            </a:pPr>
            <a:r>
              <a:rPr lang="en-US" sz="2521" dirty="0" err="1">
                <a:solidFill>
                  <a:srgbClr val="FFFFFF"/>
                </a:solidFill>
                <a:latin typeface="Agrandir Bold"/>
              </a:rPr>
              <a:t>Estou</a:t>
            </a:r>
            <a:r>
              <a:rPr lang="en-US" sz="2521" dirty="0">
                <a:solidFill>
                  <a:srgbClr val="FFFFFF"/>
                </a:solidFill>
                <a:latin typeface="Agrandir Bold"/>
              </a:rPr>
              <a:t> </a:t>
            </a:r>
            <a:r>
              <a:rPr lang="en-US" sz="2521" dirty="0" err="1">
                <a:solidFill>
                  <a:srgbClr val="FFFFFF"/>
                </a:solidFill>
                <a:latin typeface="Agrandir Bold"/>
              </a:rPr>
              <a:t>muito</a:t>
            </a:r>
            <a:r>
              <a:rPr lang="en-US" sz="2521" dirty="0">
                <a:solidFill>
                  <a:srgbClr val="FFFFFF"/>
                </a:solidFill>
                <a:latin typeface="Agrandir Bold"/>
              </a:rPr>
              <a:t> </a:t>
            </a:r>
            <a:r>
              <a:rPr lang="en-US" sz="2521" dirty="0" err="1">
                <a:solidFill>
                  <a:srgbClr val="FFFFFF"/>
                </a:solidFill>
                <a:latin typeface="Agrandir Bold"/>
              </a:rPr>
              <a:t>orgulhoso</a:t>
            </a:r>
            <a:r>
              <a:rPr lang="en-US" sz="2521" dirty="0">
                <a:solidFill>
                  <a:srgbClr val="FFFFFF"/>
                </a:solidFill>
                <a:latin typeface="Agrandir Bold"/>
              </a:rPr>
              <a:t> de </a:t>
            </a:r>
            <a:r>
              <a:rPr lang="en-US" sz="2521" dirty="0" err="1">
                <a:solidFill>
                  <a:srgbClr val="FFFFFF"/>
                </a:solidFill>
                <a:latin typeface="Agrandir Bold"/>
              </a:rPr>
              <a:t>vocês</a:t>
            </a:r>
            <a:r>
              <a:rPr lang="en-US" sz="2521" dirty="0">
                <a:solidFill>
                  <a:srgbClr val="FFFFFF"/>
                </a:solidFill>
                <a:latin typeface="Agrandir Bold"/>
              </a:rPr>
              <a:t>!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C2CE190E-A6DB-09B1-9BAD-3B8E206CAF21}"/>
              </a:ext>
            </a:extLst>
          </p:cNvPr>
          <p:cNvSpPr txBox="1"/>
          <p:nvPr/>
        </p:nvSpPr>
        <p:spPr>
          <a:xfrm>
            <a:off x="15343490" y="9419981"/>
            <a:ext cx="2499518" cy="8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5515" dirty="0">
                <a:solidFill>
                  <a:srgbClr val="FFFFFF"/>
                </a:solidFill>
                <a:latin typeface="Agrandir Grand Medium"/>
              </a:rPr>
              <a:t>END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CD3E559C-1C0C-40AE-025F-527AF5EB7A1E}"/>
              </a:ext>
            </a:extLst>
          </p:cNvPr>
          <p:cNvSpPr txBox="1"/>
          <p:nvPr/>
        </p:nvSpPr>
        <p:spPr>
          <a:xfrm>
            <a:off x="15203992" y="8984547"/>
            <a:ext cx="2656717" cy="552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2"/>
              </a:lnSpc>
            </a:pPr>
            <a:r>
              <a:rPr lang="en-US" sz="5176" spc="-471" dirty="0">
                <a:solidFill>
                  <a:srgbClr val="0E073F"/>
                </a:solidFill>
                <a:latin typeface="Montserrat Ultra-Bold"/>
              </a:rPr>
              <a:t>Front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0A70F5C9-F580-9C6D-97D6-6985B943A6A5}"/>
              </a:ext>
            </a:extLst>
          </p:cNvPr>
          <p:cNvSpPr/>
          <p:nvPr/>
        </p:nvSpPr>
        <p:spPr>
          <a:xfrm>
            <a:off x="15003389" y="8916821"/>
            <a:ext cx="436609" cy="1140889"/>
          </a:xfrm>
          <a:custGeom>
            <a:avLst/>
            <a:gdLst/>
            <a:ahLst/>
            <a:cxnLst/>
            <a:rect l="l" t="t" r="r" b="b"/>
            <a:pathLst>
              <a:path w="436609" h="1140889">
                <a:moveTo>
                  <a:pt x="0" y="0"/>
                </a:moveTo>
                <a:lnTo>
                  <a:pt x="436609" y="0"/>
                </a:lnTo>
                <a:lnTo>
                  <a:pt x="436609" y="1140889"/>
                </a:lnTo>
                <a:lnTo>
                  <a:pt x="0" y="11408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10334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F459525-6A97-A7F7-8B35-4DF3CCE4D804}"/>
              </a:ext>
            </a:extLst>
          </p:cNvPr>
          <p:cNvSpPr/>
          <p:nvPr/>
        </p:nvSpPr>
        <p:spPr>
          <a:xfrm>
            <a:off x="17624703" y="8916821"/>
            <a:ext cx="436609" cy="1140889"/>
          </a:xfrm>
          <a:custGeom>
            <a:avLst/>
            <a:gdLst/>
            <a:ahLst/>
            <a:cxnLst/>
            <a:rect l="l" t="t" r="r" b="b"/>
            <a:pathLst>
              <a:path w="436609" h="1140889">
                <a:moveTo>
                  <a:pt x="0" y="0"/>
                </a:moveTo>
                <a:lnTo>
                  <a:pt x="436609" y="0"/>
                </a:lnTo>
                <a:lnTo>
                  <a:pt x="436609" y="1140889"/>
                </a:lnTo>
                <a:lnTo>
                  <a:pt x="0" y="11408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1767" r="-1576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749</Words>
  <Application>Microsoft Office PowerPoint</Application>
  <PresentationFormat>Personalizar</PresentationFormat>
  <Paragraphs>189</Paragraphs>
  <Slides>16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7" baseType="lpstr">
      <vt:lpstr>Arial</vt:lpstr>
      <vt:lpstr>Agrandir Bold</vt:lpstr>
      <vt:lpstr>Montserrat Classic</vt:lpstr>
      <vt:lpstr>Open Sans Bold</vt:lpstr>
      <vt:lpstr>Calibri</vt:lpstr>
      <vt:lpstr>Anton</vt:lpstr>
      <vt:lpstr>Aptos</vt:lpstr>
      <vt:lpstr>Open Sans</vt:lpstr>
      <vt:lpstr>Agrandir Grand Medium</vt:lpstr>
      <vt:lpstr>Montserrat Ultra-Bold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a Internet funciona?</dc:title>
  <cp:lastModifiedBy>Prentys Assis</cp:lastModifiedBy>
  <cp:revision>1</cp:revision>
  <dcterms:created xsi:type="dcterms:W3CDTF">2006-08-16T00:00:00Z</dcterms:created>
  <dcterms:modified xsi:type="dcterms:W3CDTF">2025-03-10T12:21:42Z</dcterms:modified>
  <dc:identifier>DAGEe5MU6HA</dc:identifier>
</cp:coreProperties>
</file>