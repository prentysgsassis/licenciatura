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7" r:id="rId10"/>
    <p:sldId id="265" r:id="rId11"/>
    <p:sldId id="266" r:id="rId1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BB2119-AE1A-4401-88E3-D866672A02BC}" v="36" dt="2026-02-04T04:27:09.1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182" y="3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1116" y="3023616"/>
            <a:ext cx="14859318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rgbClr val="80173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2232" y="5462016"/>
            <a:ext cx="1223708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80173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80173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4077" y="2243328"/>
            <a:ext cx="7604474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02998" y="2243328"/>
            <a:ext cx="7604474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"/>
            <a:ext cx="17475199" cy="975353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89400" y="3556253"/>
            <a:ext cx="4724400" cy="1939289"/>
          </a:xfrm>
          <a:custGeom>
            <a:avLst/>
            <a:gdLst/>
            <a:ahLst/>
            <a:cxnLst/>
            <a:rect l="l" t="t" r="r" b="b"/>
            <a:pathLst>
              <a:path w="4724400" h="1939289">
                <a:moveTo>
                  <a:pt x="4724400" y="0"/>
                </a:moveTo>
                <a:lnTo>
                  <a:pt x="0" y="0"/>
                </a:lnTo>
                <a:lnTo>
                  <a:pt x="0" y="1939036"/>
                </a:lnTo>
                <a:lnTo>
                  <a:pt x="4724400" y="1939036"/>
                </a:lnTo>
                <a:lnTo>
                  <a:pt x="4724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80173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2065" y="693801"/>
            <a:ext cx="10779125" cy="198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rgbClr val="80173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4077" y="2243328"/>
            <a:ext cx="1573339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3727" y="9070848"/>
            <a:ext cx="55940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4077" y="9070848"/>
            <a:ext cx="402075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6717" y="9070848"/>
            <a:ext cx="402075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png"/><Relationship Id="rId2" Type="http://schemas.openxmlformats.org/officeDocument/2006/relationships/image" Target="../media/image2.jpg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g"/><Relationship Id="rId7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jpg"/><Relationship Id="rId4" Type="http://schemas.openxmlformats.org/officeDocument/2006/relationships/image" Target="../media/image23.jpg"/><Relationship Id="rId9" Type="http://schemas.openxmlformats.org/officeDocument/2006/relationships/image" Target="../media/image2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353299"/>
            <a:ext cx="2336799" cy="24002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2000" y="8255001"/>
            <a:ext cx="10871200" cy="12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76500" y="7340599"/>
            <a:ext cx="2298700" cy="2412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14700" y="5448300"/>
            <a:ext cx="1041400" cy="1104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33900" y="5448300"/>
            <a:ext cx="876300" cy="1104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00700" y="5448300"/>
            <a:ext cx="1270000" cy="1104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86600" y="5448300"/>
            <a:ext cx="2070100" cy="11049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10700" y="5448300"/>
            <a:ext cx="1028700" cy="11049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93400" y="5448300"/>
            <a:ext cx="1117600" cy="11049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938000" y="5422900"/>
            <a:ext cx="1219200" cy="1143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258800" y="5422900"/>
            <a:ext cx="939800" cy="11430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1803400"/>
            <a:ext cx="2324099" cy="18415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89300" y="0"/>
            <a:ext cx="10896600" cy="50673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138400" y="2413000"/>
            <a:ext cx="2336800" cy="24638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176500" y="0"/>
            <a:ext cx="2298700" cy="11938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404361" y="6686804"/>
            <a:ext cx="10770235" cy="23729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07970" marR="5080" indent="-2795905">
              <a:lnSpc>
                <a:spcPts val="5700"/>
              </a:lnSpc>
              <a:spcBef>
                <a:spcPts val="340"/>
              </a:spcBef>
            </a:pPr>
            <a:r>
              <a:rPr sz="4800" dirty="0">
                <a:solidFill>
                  <a:srgbClr val="424242"/>
                </a:solidFill>
                <a:latin typeface="Arial MT"/>
                <a:cs typeface="Arial MT"/>
              </a:rPr>
              <a:t>E.</a:t>
            </a:r>
            <a:r>
              <a:rPr sz="4800" spc="-114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4800" dirty="0">
                <a:solidFill>
                  <a:srgbClr val="424242"/>
                </a:solidFill>
                <a:latin typeface="Arial MT"/>
                <a:cs typeface="Arial MT"/>
              </a:rPr>
              <a:t>E.</a:t>
            </a:r>
            <a:r>
              <a:rPr sz="4800" spc="-12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4800" dirty="0">
                <a:solidFill>
                  <a:srgbClr val="424242"/>
                </a:solidFill>
                <a:latin typeface="Arial MT"/>
                <a:cs typeface="Arial MT"/>
              </a:rPr>
              <a:t>PROFESSORA</a:t>
            </a:r>
            <a:r>
              <a:rPr sz="4800" spc="-12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4800" dirty="0">
                <a:solidFill>
                  <a:srgbClr val="424242"/>
                </a:solidFill>
                <a:latin typeface="Arial MT"/>
                <a:cs typeface="Arial MT"/>
              </a:rPr>
              <a:t>SEBASTIANA</a:t>
            </a:r>
            <a:r>
              <a:rPr sz="4800" spc="-12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4800" spc="-25" dirty="0">
                <a:solidFill>
                  <a:srgbClr val="424242"/>
                </a:solidFill>
                <a:latin typeface="Arial MT"/>
                <a:cs typeface="Arial MT"/>
              </a:rPr>
              <a:t>DE </a:t>
            </a:r>
            <a:r>
              <a:rPr sz="4800" dirty="0">
                <a:solidFill>
                  <a:srgbClr val="424242"/>
                </a:solidFill>
                <a:latin typeface="Arial MT"/>
                <a:cs typeface="Arial MT"/>
              </a:rPr>
              <a:t>ALMEIDA</a:t>
            </a:r>
            <a:r>
              <a:rPr sz="4800" spc="-11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4800" dirty="0">
                <a:solidFill>
                  <a:srgbClr val="424242"/>
                </a:solidFill>
                <a:latin typeface="Arial MT"/>
                <a:cs typeface="Arial MT"/>
              </a:rPr>
              <a:t>E</a:t>
            </a:r>
            <a:r>
              <a:rPr sz="4800" spc="-10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4800" spc="-10" dirty="0">
                <a:solidFill>
                  <a:srgbClr val="424242"/>
                </a:solidFill>
                <a:latin typeface="Arial MT"/>
                <a:cs typeface="Arial MT"/>
              </a:rPr>
              <a:t>SILVA</a:t>
            </a:r>
            <a:endParaRPr sz="4800" dirty="0">
              <a:latin typeface="Arial MT"/>
              <a:cs typeface="Arial MT"/>
            </a:endParaRPr>
          </a:p>
          <a:p>
            <a:pPr marL="1228725">
              <a:lnSpc>
                <a:spcPct val="100000"/>
              </a:lnSpc>
              <a:spcBef>
                <a:spcPts val="2520"/>
              </a:spcBef>
            </a:pPr>
            <a:r>
              <a:rPr sz="3600" spc="-135" dirty="0">
                <a:solidFill>
                  <a:srgbClr val="363636"/>
                </a:solidFill>
                <a:latin typeface="Calibri"/>
                <a:cs typeface="Calibri"/>
              </a:rPr>
              <a:t>Acolhimento</a:t>
            </a:r>
            <a:r>
              <a:rPr sz="3600" spc="-17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303030"/>
                </a:solidFill>
                <a:latin typeface="Calibri"/>
                <a:cs typeface="Calibri"/>
              </a:rPr>
              <a:t>2026</a:t>
            </a:r>
            <a:r>
              <a:rPr sz="3600" spc="-1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•</a:t>
            </a:r>
            <a:r>
              <a:rPr sz="3600" spc="-2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O</a:t>
            </a:r>
            <a:r>
              <a:rPr sz="36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80" dirty="0">
                <a:solidFill>
                  <a:srgbClr val="2E2E2E"/>
                </a:solidFill>
                <a:latin typeface="Calibri"/>
                <a:cs typeface="Calibri"/>
              </a:rPr>
              <a:t>seu</a:t>
            </a:r>
            <a:r>
              <a:rPr sz="3600" spc="-360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3600" spc="-95" dirty="0">
                <a:solidFill>
                  <a:srgbClr val="363636"/>
                </a:solidFill>
                <a:latin typeface="Calibri"/>
                <a:cs typeface="Calibri"/>
              </a:rPr>
              <a:t>futuro</a:t>
            </a:r>
            <a:r>
              <a:rPr sz="3600" spc="-3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600" spc="-160" dirty="0">
                <a:solidFill>
                  <a:srgbClr val="2E2E2E"/>
                </a:solidFill>
                <a:latin typeface="Calibri"/>
                <a:cs typeface="Calibri"/>
              </a:rPr>
              <a:t>começa</a:t>
            </a:r>
            <a:r>
              <a:rPr sz="3600" spc="-185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43434"/>
                </a:solidFill>
                <a:latin typeface="Calibri"/>
                <a:cs typeface="Calibri"/>
              </a:rPr>
              <a:t>agora.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BF51F89-DA3D-B75F-3517-BFA0C20CFC87}"/>
              </a:ext>
            </a:extLst>
          </p:cNvPr>
          <p:cNvSpPr/>
          <p:nvPr/>
        </p:nvSpPr>
        <p:spPr>
          <a:xfrm>
            <a:off x="16357600" y="9372600"/>
            <a:ext cx="1041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5B48B6B5-872E-8435-B8A3-FFB2B6DCD7C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900400" y="9372600"/>
            <a:ext cx="406400" cy="360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199" cy="9753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3761" y="859282"/>
            <a:ext cx="7383145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8775" algn="l"/>
              </a:tabLst>
            </a:pPr>
            <a:r>
              <a:rPr sz="5900" spc="-45" dirty="0">
                <a:solidFill>
                  <a:srgbClr val="393939"/>
                </a:solidFill>
                <a:latin typeface="Calibri"/>
                <a:cs typeface="Calibri"/>
              </a:rPr>
              <a:t>N</a:t>
            </a:r>
            <a:r>
              <a:rPr sz="5900" spc="-409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5900" spc="-45" dirty="0">
                <a:solidFill>
                  <a:srgbClr val="393939"/>
                </a:solidFill>
                <a:latin typeface="Calibri"/>
                <a:cs typeface="Calibri"/>
              </a:rPr>
              <a:t>O</a:t>
            </a:r>
            <a:r>
              <a:rPr sz="5900" spc="-409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93939"/>
                </a:solidFill>
                <a:latin typeface="Calibri"/>
                <a:cs typeface="Calibri"/>
              </a:rPr>
              <a:t>S</a:t>
            </a:r>
            <a:r>
              <a:rPr sz="5900" spc="-420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93939"/>
                </a:solidFill>
                <a:latin typeface="Calibri"/>
                <a:cs typeface="Calibri"/>
              </a:rPr>
              <a:t>S</a:t>
            </a:r>
            <a:r>
              <a:rPr sz="5900" spc="-415" dirty="0">
                <a:solidFill>
                  <a:srgbClr val="393939"/>
                </a:solidFill>
                <a:latin typeface="Calibri"/>
                <a:cs typeface="Calibri"/>
              </a:rPr>
              <a:t> </a:t>
            </a:r>
            <a:r>
              <a:rPr sz="5900" spc="-50" dirty="0">
                <a:solidFill>
                  <a:srgbClr val="393939"/>
                </a:solidFill>
                <a:latin typeface="Calibri"/>
                <a:cs typeface="Calibri"/>
              </a:rPr>
              <a:t>A</a:t>
            </a:r>
            <a:r>
              <a:rPr sz="5900" dirty="0">
                <a:solidFill>
                  <a:srgbClr val="393939"/>
                </a:solidFill>
                <a:latin typeface="Calibri"/>
                <a:cs typeface="Calibri"/>
              </a:rPr>
              <a:t>	</a:t>
            </a:r>
            <a:r>
              <a:rPr sz="5900" dirty="0">
                <a:solidFill>
                  <a:srgbClr val="3A3A3A"/>
                </a:solidFill>
                <a:latin typeface="Calibri"/>
                <a:cs typeface="Calibri"/>
              </a:rPr>
              <a:t>E</a:t>
            </a:r>
            <a:r>
              <a:rPr sz="5900" spc="-53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A3A3A"/>
                </a:solidFill>
                <a:latin typeface="Calibri"/>
                <a:cs typeface="Calibri"/>
              </a:rPr>
              <a:t>S</a:t>
            </a:r>
            <a:r>
              <a:rPr sz="5900" spc="-52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A3A3A"/>
                </a:solidFill>
                <a:latin typeface="Calibri"/>
                <a:cs typeface="Calibri"/>
              </a:rPr>
              <a:t>T</a:t>
            </a:r>
            <a:r>
              <a:rPr sz="5900" spc="-52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A3A3A"/>
                </a:solidFill>
                <a:latin typeface="Calibri"/>
                <a:cs typeface="Calibri"/>
              </a:rPr>
              <a:t>R</a:t>
            </a:r>
            <a:r>
              <a:rPr sz="5900" spc="-52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A3A3A"/>
                </a:solidFill>
                <a:latin typeface="Calibri"/>
                <a:cs typeface="Calibri"/>
              </a:rPr>
              <a:t>U</a:t>
            </a:r>
            <a:r>
              <a:rPr sz="5900" spc="-53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A3A3A"/>
                </a:solidFill>
                <a:latin typeface="Calibri"/>
                <a:cs typeface="Calibri"/>
              </a:rPr>
              <a:t>T</a:t>
            </a:r>
            <a:r>
              <a:rPr sz="5900" spc="-53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A3A3A"/>
                </a:solidFill>
                <a:latin typeface="Calibri"/>
                <a:cs typeface="Calibri"/>
              </a:rPr>
              <a:t>U</a:t>
            </a:r>
            <a:r>
              <a:rPr sz="5900" spc="-53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dirty="0">
                <a:solidFill>
                  <a:srgbClr val="3A3A3A"/>
                </a:solidFill>
                <a:latin typeface="Calibri"/>
                <a:cs typeface="Calibri"/>
              </a:rPr>
              <a:t>R</a:t>
            </a:r>
            <a:r>
              <a:rPr sz="5900" spc="-54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spc="-50" dirty="0">
                <a:solidFill>
                  <a:srgbClr val="3A3A3A"/>
                </a:solidFill>
                <a:latin typeface="Calibri"/>
                <a:cs typeface="Calibri"/>
              </a:rPr>
              <a:t>A</a:t>
            </a:r>
            <a:endParaRPr sz="5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202" y="6450279"/>
            <a:ext cx="3985260" cy="1351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6830" algn="ctr">
              <a:lnSpc>
                <a:spcPts val="3854"/>
              </a:lnSpc>
              <a:spcBef>
                <a:spcPts val="105"/>
              </a:spcBef>
            </a:pPr>
            <a:r>
              <a:rPr sz="3250" spc="120" dirty="0">
                <a:solidFill>
                  <a:srgbClr val="2E2E2E"/>
                </a:solidFill>
                <a:latin typeface="Calibri"/>
                <a:cs typeface="Calibri"/>
              </a:rPr>
              <a:t>CONECTIVIDADE</a:t>
            </a:r>
            <a:endParaRPr sz="3250">
              <a:latin typeface="Calibri"/>
              <a:cs typeface="Calibri"/>
            </a:endParaRPr>
          </a:p>
          <a:p>
            <a:pPr marL="12700" marR="5080" algn="ctr">
              <a:lnSpc>
                <a:spcPts val="3200"/>
              </a:lnSpc>
              <a:spcBef>
                <a:spcPts val="244"/>
              </a:spcBef>
            </a:pPr>
            <a:r>
              <a:rPr sz="2850" dirty="0">
                <a:solidFill>
                  <a:srgbClr val="252525"/>
                </a:solidFill>
                <a:latin typeface="Calibri"/>
                <a:cs typeface="Calibri"/>
              </a:rPr>
              <a:t>Laboratório</a:t>
            </a:r>
            <a:r>
              <a:rPr sz="285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2A2A2A"/>
                </a:solidFill>
                <a:latin typeface="Calibri"/>
                <a:cs typeface="Calibri"/>
              </a:rPr>
              <a:t>de</a:t>
            </a:r>
            <a:r>
              <a:rPr sz="2850" spc="-7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252525"/>
                </a:solidFill>
                <a:latin typeface="Calibri"/>
                <a:cs typeface="Calibri"/>
              </a:rPr>
              <a:t>Informática </a:t>
            </a:r>
            <a:r>
              <a:rPr sz="2850" dirty="0">
                <a:solidFill>
                  <a:srgbClr val="303030"/>
                </a:solidFill>
                <a:latin typeface="Calibri"/>
                <a:cs typeface="Calibri"/>
              </a:rPr>
              <a:t>e</a:t>
            </a:r>
            <a:r>
              <a:rPr sz="2850" spc="-1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50" spc="-20" dirty="0">
                <a:solidFill>
                  <a:srgbClr val="2A2A2A"/>
                </a:solidFill>
                <a:latin typeface="Calibri"/>
                <a:cs typeface="Calibri"/>
              </a:rPr>
              <a:t>Wifi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7557" y="6450279"/>
            <a:ext cx="3693160" cy="1351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6195" algn="ctr">
              <a:lnSpc>
                <a:spcPts val="3854"/>
              </a:lnSpc>
              <a:spcBef>
                <a:spcPts val="105"/>
              </a:spcBef>
            </a:pPr>
            <a:r>
              <a:rPr sz="3250" spc="85" dirty="0">
                <a:solidFill>
                  <a:srgbClr val="2E2E2E"/>
                </a:solidFill>
                <a:latin typeface="Calibri"/>
                <a:cs typeface="Calibri"/>
              </a:rPr>
              <a:t>CONHECIMENTO</a:t>
            </a:r>
            <a:endParaRPr sz="3250">
              <a:latin typeface="Calibri"/>
              <a:cs typeface="Calibri"/>
            </a:endParaRPr>
          </a:p>
          <a:p>
            <a:pPr marL="12700" marR="5080" algn="ctr">
              <a:lnSpc>
                <a:spcPts val="3200"/>
              </a:lnSpc>
              <a:spcBef>
                <a:spcPts val="244"/>
              </a:spcBef>
            </a:pPr>
            <a:r>
              <a:rPr sz="2850" dirty="0">
                <a:solidFill>
                  <a:srgbClr val="222222"/>
                </a:solidFill>
                <a:latin typeface="Calibri"/>
                <a:cs typeface="Calibri"/>
              </a:rPr>
              <a:t>Biblioteca</a:t>
            </a:r>
            <a:r>
              <a:rPr sz="2850" spc="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2C2C2C"/>
                </a:solidFill>
                <a:latin typeface="Calibri"/>
                <a:cs typeface="Calibri"/>
              </a:rPr>
              <a:t>completa</a:t>
            </a:r>
            <a:r>
              <a:rPr sz="2850" spc="-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2850" spc="-20" dirty="0">
                <a:solidFill>
                  <a:srgbClr val="282828"/>
                </a:solidFill>
                <a:latin typeface="Calibri"/>
                <a:cs typeface="Calibri"/>
              </a:rPr>
              <a:t>para </a:t>
            </a:r>
            <a:r>
              <a:rPr sz="2850" spc="-95" dirty="0">
                <a:solidFill>
                  <a:srgbClr val="282828"/>
                </a:solidFill>
                <a:latin typeface="Calibri"/>
                <a:cs typeface="Calibri"/>
              </a:rPr>
              <a:t>pesquisa</a:t>
            </a:r>
            <a:r>
              <a:rPr sz="2850" spc="-2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50" spc="-70" dirty="0">
                <a:solidFill>
                  <a:srgbClr val="282828"/>
                </a:solidFill>
                <a:latin typeface="Calibri"/>
                <a:cs typeface="Calibri"/>
              </a:rPr>
              <a:t>dos</a:t>
            </a:r>
            <a:r>
              <a:rPr sz="2850" spc="-18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2A2A2A"/>
                </a:solidFill>
                <a:latin typeface="Calibri"/>
                <a:cs typeface="Calibri"/>
              </a:rPr>
              <a:t>Alunos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46583" y="6434404"/>
            <a:ext cx="2582545" cy="94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04"/>
              </a:lnSpc>
              <a:spcBef>
                <a:spcPts val="95"/>
              </a:spcBef>
            </a:pPr>
            <a:r>
              <a:rPr sz="3400" spc="35" dirty="0">
                <a:solidFill>
                  <a:srgbClr val="2B2B2B"/>
                </a:solidFill>
                <a:latin typeface="Calibri"/>
                <a:cs typeface="Calibri"/>
              </a:rPr>
              <a:t>CONVIVENCIA</a:t>
            </a:r>
            <a:endParaRPr sz="3400">
              <a:latin typeface="Calibri"/>
              <a:cs typeface="Calibri"/>
            </a:endParaRPr>
          </a:p>
          <a:p>
            <a:pPr marL="259079">
              <a:lnSpc>
                <a:spcPts val="3304"/>
              </a:lnSpc>
            </a:pPr>
            <a:r>
              <a:rPr sz="2750" dirty="0">
                <a:solidFill>
                  <a:srgbClr val="232323"/>
                </a:solidFill>
                <a:latin typeface="Calibri"/>
                <a:cs typeface="Calibri"/>
              </a:rPr>
              <a:t>Pátio</a:t>
            </a:r>
            <a:r>
              <a:rPr sz="275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2E2E2E"/>
                </a:solidFill>
                <a:latin typeface="Calibri"/>
                <a:cs typeface="Calibri"/>
              </a:rPr>
              <a:t>e</a:t>
            </a:r>
            <a:r>
              <a:rPr sz="2750" spc="195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252525"/>
                </a:solidFill>
                <a:latin typeface="Calibri"/>
                <a:cs typeface="Calibri"/>
              </a:rPr>
              <a:t>Quadra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3144" y="8668613"/>
            <a:ext cx="9291955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spc="-114" dirty="0">
                <a:solidFill>
                  <a:srgbClr val="2A2A2A"/>
                </a:solidFill>
                <a:latin typeface="Calibri"/>
                <a:cs typeface="Calibri"/>
              </a:rPr>
              <a:t>Espaços</a:t>
            </a:r>
            <a:r>
              <a:rPr sz="3850" spc="-44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850" spc="-170" dirty="0">
                <a:solidFill>
                  <a:srgbClr val="252525"/>
                </a:solidFill>
                <a:latin typeface="Calibri"/>
                <a:cs typeface="Calibri"/>
              </a:rPr>
              <a:t>projetados</a:t>
            </a:r>
            <a:r>
              <a:rPr sz="3850" spc="-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850" i="1" spc="-190" dirty="0">
                <a:solidFill>
                  <a:srgbClr val="2C2C2C"/>
                </a:solidFill>
                <a:latin typeface="Calibri"/>
                <a:cs typeface="Calibri"/>
              </a:rPr>
              <a:t>para</a:t>
            </a:r>
            <a:r>
              <a:rPr sz="3850" i="1" spc="-3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3850" spc="-145" dirty="0">
                <a:solidFill>
                  <a:srgbClr val="2A2A2A"/>
                </a:solidFill>
                <a:latin typeface="Calibri"/>
                <a:cs typeface="Calibri"/>
              </a:rPr>
              <a:t>criar,</a:t>
            </a:r>
            <a:r>
              <a:rPr sz="3850" spc="-13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850" i="1" spc="-175" dirty="0">
                <a:solidFill>
                  <a:srgbClr val="2A2A2A"/>
                </a:solidFill>
                <a:latin typeface="Calibri"/>
                <a:cs typeface="Calibri"/>
              </a:rPr>
              <a:t>pesquisar</a:t>
            </a:r>
            <a:r>
              <a:rPr sz="3850" i="1" spc="-16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850" i="1" dirty="0">
                <a:solidFill>
                  <a:srgbClr val="2E2E2E"/>
                </a:solidFill>
                <a:latin typeface="Calibri"/>
                <a:cs typeface="Calibri"/>
              </a:rPr>
              <a:t>e</a:t>
            </a:r>
            <a:r>
              <a:rPr sz="3850" i="1" spc="-305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3850" i="1" spc="-45" dirty="0">
                <a:solidFill>
                  <a:srgbClr val="2A2A2A"/>
                </a:solidFill>
                <a:latin typeface="Calibri"/>
                <a:cs typeface="Calibri"/>
              </a:rPr>
              <a:t>conviver.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8A3888A-8A8F-061A-9F9F-E2C1375EF1F6}"/>
              </a:ext>
            </a:extLst>
          </p:cNvPr>
          <p:cNvSpPr/>
          <p:nvPr/>
        </p:nvSpPr>
        <p:spPr>
          <a:xfrm>
            <a:off x="15976600" y="9372600"/>
            <a:ext cx="1422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04"/>
            <a:ext cx="17475199" cy="973749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E653779-34B2-13EC-8D81-442DC28EAA85}"/>
              </a:ext>
            </a:extLst>
          </p:cNvPr>
          <p:cNvSpPr/>
          <p:nvPr/>
        </p:nvSpPr>
        <p:spPr>
          <a:xfrm>
            <a:off x="15976600" y="9372600"/>
            <a:ext cx="1422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4" y="-50"/>
            <a:ext cx="17468468" cy="975283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BA7B6CE-F99D-B261-649A-E6A7DD81E21D}"/>
              </a:ext>
            </a:extLst>
          </p:cNvPr>
          <p:cNvSpPr/>
          <p:nvPr/>
        </p:nvSpPr>
        <p:spPr>
          <a:xfrm>
            <a:off x="15976600" y="9372600"/>
            <a:ext cx="1422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089899"/>
            <a:ext cx="3162299" cy="16636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32200"/>
            <a:ext cx="3746499" cy="4330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549400"/>
            <a:ext cx="825499" cy="1752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2400" y="3619500"/>
            <a:ext cx="3048000" cy="3352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3600" y="3619500"/>
            <a:ext cx="3048000" cy="3352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64800" y="3619500"/>
            <a:ext cx="3048000" cy="3352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64200" y="1003300"/>
            <a:ext cx="215900" cy="1143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728700" y="1854200"/>
            <a:ext cx="3746500" cy="6654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122400" y="0"/>
            <a:ext cx="3352800" cy="17145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949" rIns="0" bIns="0" rtlCol="0">
            <a:spAutoFit/>
          </a:bodyPr>
          <a:lstStyle/>
          <a:p>
            <a:pPr marL="1674495">
              <a:lnSpc>
                <a:spcPct val="100000"/>
              </a:lnSpc>
              <a:spcBef>
                <a:spcPts val="105"/>
              </a:spcBef>
            </a:pPr>
            <a:r>
              <a:rPr dirty="0"/>
              <a:t>SABADOS</a:t>
            </a:r>
            <a:r>
              <a:rPr spc="110" dirty="0"/>
              <a:t> </a:t>
            </a:r>
            <a:r>
              <a:rPr spc="-110" dirty="0">
                <a:solidFill>
                  <a:srgbClr val="710C22"/>
                </a:solidFill>
              </a:rPr>
              <a:t>LETIVOS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99236" y="4053040"/>
            <a:ext cx="2369820" cy="2293620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25"/>
              </a:spcBef>
            </a:pPr>
            <a:r>
              <a:rPr sz="6200" spc="-10" dirty="0">
                <a:solidFill>
                  <a:srgbClr val="741128"/>
                </a:solidFill>
                <a:latin typeface="Arial Black"/>
                <a:cs typeface="Arial Black"/>
              </a:rPr>
              <a:t>18/03</a:t>
            </a:r>
            <a:endParaRPr sz="6200">
              <a:latin typeface="Arial Black"/>
              <a:cs typeface="Arial Black"/>
            </a:endParaRPr>
          </a:p>
          <a:p>
            <a:pPr marL="231775" marR="151130" indent="22225" algn="ctr">
              <a:lnSpc>
                <a:spcPts val="3500"/>
              </a:lnSpc>
              <a:spcBef>
                <a:spcPts val="1445"/>
              </a:spcBef>
            </a:pPr>
            <a:r>
              <a:rPr sz="3200" dirty="0">
                <a:solidFill>
                  <a:srgbClr val="2B2B2B"/>
                </a:solidFill>
                <a:latin typeface="Calibri"/>
                <a:cs typeface="Calibri"/>
              </a:rPr>
              <a:t>Vale</a:t>
            </a:r>
            <a:r>
              <a:rPr sz="3200" spc="-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252525"/>
                </a:solidFill>
                <a:latin typeface="Calibri"/>
                <a:cs typeface="Calibri"/>
              </a:rPr>
              <a:t>como </a:t>
            </a:r>
            <a:r>
              <a:rPr sz="3200" spc="-45" dirty="0">
                <a:solidFill>
                  <a:srgbClr val="222222"/>
                </a:solidFill>
                <a:latin typeface="Calibri"/>
                <a:cs typeface="Calibri"/>
              </a:rPr>
              <a:t>Quinta-</a:t>
            </a:r>
            <a:r>
              <a:rPr sz="3200" spc="-20" dirty="0">
                <a:solidFill>
                  <a:srgbClr val="222222"/>
                </a:solidFill>
                <a:latin typeface="Calibri"/>
                <a:cs typeface="Calibri"/>
              </a:rPr>
              <a:t>feira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6554" y="4053040"/>
            <a:ext cx="2499360" cy="2293620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25"/>
              </a:spcBef>
            </a:pPr>
            <a:r>
              <a:rPr sz="6200" spc="220" dirty="0">
                <a:solidFill>
                  <a:srgbClr val="7A122E"/>
                </a:solidFill>
                <a:latin typeface="Arial Black"/>
                <a:cs typeface="Arial Black"/>
              </a:rPr>
              <a:t>27/06</a:t>
            </a:r>
            <a:endParaRPr sz="6200">
              <a:latin typeface="Arial Black"/>
              <a:cs typeface="Arial Black"/>
            </a:endParaRPr>
          </a:p>
          <a:p>
            <a:pPr marL="410209" marR="325755" indent="17780" algn="ctr">
              <a:lnSpc>
                <a:spcPts val="3500"/>
              </a:lnSpc>
              <a:spcBef>
                <a:spcPts val="1445"/>
              </a:spcBef>
            </a:pPr>
            <a:r>
              <a:rPr sz="3200" dirty="0">
                <a:solidFill>
                  <a:srgbClr val="282828"/>
                </a:solidFill>
                <a:latin typeface="Calibri"/>
                <a:cs typeface="Calibri"/>
              </a:rPr>
              <a:t>Vale</a:t>
            </a:r>
            <a:r>
              <a:rPr sz="3200" spc="-16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222222"/>
                </a:solidFill>
                <a:latin typeface="Calibri"/>
                <a:cs typeface="Calibri"/>
              </a:rPr>
              <a:t>como </a:t>
            </a:r>
            <a:r>
              <a:rPr sz="3200" spc="-40" dirty="0">
                <a:solidFill>
                  <a:srgbClr val="1F1F1F"/>
                </a:solidFill>
                <a:latin typeface="Calibri"/>
                <a:cs typeface="Calibri"/>
              </a:rPr>
              <a:t>Sexta-</a:t>
            </a:r>
            <a:r>
              <a:rPr sz="3200" spc="-20" dirty="0">
                <a:solidFill>
                  <a:srgbClr val="1F1F1F"/>
                </a:solidFill>
                <a:latin typeface="Calibri"/>
                <a:cs typeface="Calibri"/>
              </a:rPr>
              <a:t>feira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26579" y="4074114"/>
            <a:ext cx="2515870" cy="2292985"/>
          </a:xfrm>
          <a:prstGeom prst="rect">
            <a:avLst/>
          </a:prstGeom>
        </p:spPr>
        <p:txBody>
          <a:bodyPr vert="horz" wrap="square" lIns="0" tIns="269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20"/>
              </a:spcBef>
            </a:pPr>
            <a:r>
              <a:rPr sz="6200" spc="245" dirty="0">
                <a:solidFill>
                  <a:srgbClr val="7B122A"/>
                </a:solidFill>
                <a:latin typeface="Arial Black"/>
                <a:cs typeface="Arial Black"/>
              </a:rPr>
              <a:t>29/08</a:t>
            </a:r>
            <a:endParaRPr sz="6200">
              <a:latin typeface="Arial Black"/>
              <a:cs typeface="Arial Black"/>
            </a:endParaRPr>
          </a:p>
          <a:p>
            <a:pPr marL="178435" marR="73025" indent="635" algn="ctr">
              <a:lnSpc>
                <a:spcPts val="3500"/>
              </a:lnSpc>
              <a:spcBef>
                <a:spcPts val="1445"/>
              </a:spcBef>
            </a:pPr>
            <a:r>
              <a:rPr sz="3200" dirty="0">
                <a:solidFill>
                  <a:srgbClr val="252525"/>
                </a:solidFill>
                <a:latin typeface="Calibri"/>
                <a:cs typeface="Calibri"/>
              </a:rPr>
              <a:t>Vale</a:t>
            </a:r>
            <a:r>
              <a:rPr sz="3200" spc="-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252525"/>
                </a:solidFill>
                <a:latin typeface="Calibri"/>
                <a:cs typeface="Calibri"/>
              </a:rPr>
              <a:t>como </a:t>
            </a:r>
            <a:r>
              <a:rPr sz="3200" spc="-55" dirty="0">
                <a:solidFill>
                  <a:srgbClr val="1F1F1F"/>
                </a:solidFill>
                <a:latin typeface="Calibri"/>
                <a:cs typeface="Calibri"/>
              </a:rPr>
              <a:t>Segunda-</a:t>
            </a:r>
            <a:r>
              <a:rPr sz="3200" spc="-20" dirty="0">
                <a:solidFill>
                  <a:srgbClr val="1F1F1F"/>
                </a:solidFill>
                <a:latin typeface="Calibri"/>
                <a:cs typeface="Calibri"/>
              </a:rPr>
              <a:t>feira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42168" y="4053040"/>
            <a:ext cx="2346960" cy="2293620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25"/>
              </a:spcBef>
            </a:pPr>
            <a:r>
              <a:rPr sz="6200" spc="-10" dirty="0">
                <a:solidFill>
                  <a:srgbClr val="710E22"/>
                </a:solidFill>
                <a:latin typeface="Arial Black"/>
                <a:cs typeface="Arial Black"/>
              </a:rPr>
              <a:t>12/09</a:t>
            </a:r>
            <a:endParaRPr sz="6200">
              <a:latin typeface="Arial Black"/>
              <a:cs typeface="Arial Black"/>
            </a:endParaRPr>
          </a:p>
          <a:p>
            <a:pPr marL="78105" marR="5080" indent="3810" algn="ctr">
              <a:lnSpc>
                <a:spcPts val="3500"/>
              </a:lnSpc>
              <a:spcBef>
                <a:spcPts val="1445"/>
              </a:spcBef>
            </a:pPr>
            <a:r>
              <a:rPr sz="3200" dirty="0">
                <a:solidFill>
                  <a:srgbClr val="222222"/>
                </a:solidFill>
                <a:latin typeface="Calibri"/>
                <a:cs typeface="Calibri"/>
              </a:rPr>
              <a:t>Vale</a:t>
            </a:r>
            <a:r>
              <a:rPr sz="3200" spc="-16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252525"/>
                </a:solidFill>
                <a:latin typeface="Calibri"/>
                <a:cs typeface="Calibri"/>
              </a:rPr>
              <a:t>como </a:t>
            </a:r>
            <a:r>
              <a:rPr sz="3200" spc="-55" dirty="0">
                <a:solidFill>
                  <a:srgbClr val="232323"/>
                </a:solidFill>
                <a:latin typeface="Calibri"/>
                <a:cs typeface="Calibri"/>
              </a:rPr>
              <a:t>Segunda-</a:t>
            </a:r>
            <a:r>
              <a:rPr sz="3200" spc="-20" dirty="0">
                <a:solidFill>
                  <a:srgbClr val="232323"/>
                </a:solidFill>
                <a:latin typeface="Calibri"/>
                <a:cs typeface="Calibri"/>
              </a:rPr>
              <a:t>feira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24837" y="5392038"/>
            <a:ext cx="1783080" cy="9588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indent="45720">
              <a:lnSpc>
                <a:spcPts val="3500"/>
              </a:lnSpc>
              <a:spcBef>
                <a:spcPts val="505"/>
              </a:spcBef>
            </a:pPr>
            <a:r>
              <a:rPr sz="3200" dirty="0">
                <a:solidFill>
                  <a:srgbClr val="282828"/>
                </a:solidFill>
                <a:latin typeface="Calibri"/>
                <a:cs typeface="Calibri"/>
              </a:rPr>
              <a:t>Vale</a:t>
            </a:r>
            <a:r>
              <a:rPr sz="3200" spc="-16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222222"/>
                </a:solidFill>
                <a:latin typeface="Calibri"/>
                <a:cs typeface="Calibri"/>
              </a:rPr>
              <a:t>como </a:t>
            </a:r>
            <a:r>
              <a:rPr sz="3200" spc="-40" dirty="0">
                <a:solidFill>
                  <a:srgbClr val="222222"/>
                </a:solidFill>
                <a:latin typeface="Calibri"/>
                <a:cs typeface="Calibri"/>
              </a:rPr>
              <a:t>Sexta-</a:t>
            </a:r>
            <a:r>
              <a:rPr sz="3200" spc="-20" dirty="0">
                <a:solidFill>
                  <a:srgbClr val="222222"/>
                </a:solidFill>
                <a:latin typeface="Calibri"/>
                <a:cs typeface="Calibri"/>
              </a:rPr>
              <a:t>feira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7475199" cy="975359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8C2F959-57E7-844F-EF79-FC2264F44374}"/>
              </a:ext>
            </a:extLst>
          </p:cNvPr>
          <p:cNvSpPr/>
          <p:nvPr/>
        </p:nvSpPr>
        <p:spPr>
          <a:xfrm>
            <a:off x="15976600" y="9372600"/>
            <a:ext cx="1422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"/>
            <a:ext cx="17475199" cy="97536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423400" y="5334000"/>
            <a:ext cx="6248400" cy="2092960"/>
          </a:xfrm>
          <a:custGeom>
            <a:avLst/>
            <a:gdLst/>
            <a:ahLst/>
            <a:cxnLst/>
            <a:rect l="l" t="t" r="r" b="b"/>
            <a:pathLst>
              <a:path w="6248400" h="2092959">
                <a:moveTo>
                  <a:pt x="6248400" y="0"/>
                </a:moveTo>
                <a:lnTo>
                  <a:pt x="0" y="0"/>
                </a:lnTo>
                <a:lnTo>
                  <a:pt x="0" y="2092833"/>
                </a:lnTo>
                <a:lnTo>
                  <a:pt x="6248400" y="2092833"/>
                </a:lnTo>
                <a:lnTo>
                  <a:pt x="6248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06102" y="5108990"/>
            <a:ext cx="5680075" cy="2256155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045"/>
              </a:spcBef>
            </a:pPr>
            <a:r>
              <a:rPr sz="3200" b="1" dirty="0">
                <a:solidFill>
                  <a:schemeClr val="tx1"/>
                </a:solidFill>
                <a:latin typeface="Arial"/>
                <a:cs typeface="Arial"/>
              </a:rPr>
              <a:t>ALERTA</a:t>
            </a:r>
            <a:r>
              <a:rPr sz="3200" b="1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sz="3200" b="1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Arial"/>
                <a:cs typeface="Arial"/>
              </a:rPr>
              <a:t>FREQUENCIA</a:t>
            </a:r>
            <a:endParaRPr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indent="1905" algn="ctr">
              <a:lnSpc>
                <a:spcPct val="100000"/>
              </a:lnSpc>
              <a:spcBef>
                <a:spcPts val="1695"/>
              </a:spcBef>
            </a:pPr>
            <a:r>
              <a:rPr sz="2800" b="1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5</a:t>
            </a:r>
            <a:r>
              <a:rPr sz="2800" b="1" spc="-50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sz="2800" b="1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dias</a:t>
            </a:r>
            <a:r>
              <a:rPr sz="2800" b="1" spc="-50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sz="2800" b="1" spc="-10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consecutivos</a:t>
            </a:r>
            <a:r>
              <a:rPr sz="2800" b="1" spc="-30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sz="2800" b="1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OU</a:t>
            </a:r>
            <a:r>
              <a:rPr sz="2800" b="1" spc="-50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sz="2800" b="1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10</a:t>
            </a:r>
            <a:r>
              <a:rPr sz="2800" b="1" spc="-50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sz="2800" b="1" spc="-20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dias </a:t>
            </a:r>
            <a:r>
              <a:rPr sz="2800" b="1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alternados</a:t>
            </a:r>
            <a:r>
              <a:rPr sz="2800" b="1" spc="-114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sz="2800" b="1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geram</a:t>
            </a:r>
            <a:r>
              <a:rPr sz="2800" b="1" spc="-125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sz="2800" b="1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notificação</a:t>
            </a:r>
            <a:r>
              <a:rPr sz="2800" b="1" spc="-125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sz="2800" b="1" spc="-25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aos </a:t>
            </a:r>
            <a:r>
              <a:rPr sz="2800" b="1" spc="-10" dirty="0">
                <a:solidFill>
                  <a:srgbClr val="353D40"/>
                </a:solidFill>
                <a:latin typeface="Candara" panose="020E0502030303020204" pitchFamily="34" charset="0"/>
                <a:cs typeface="Arial"/>
              </a:rPr>
              <a:t>responsáveis!</a:t>
            </a:r>
            <a:endParaRPr sz="2800" b="1" dirty="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02F389-741D-C5CC-AE1D-A110BB4DB627}"/>
              </a:ext>
            </a:extLst>
          </p:cNvPr>
          <p:cNvSpPr/>
          <p:nvPr/>
        </p:nvSpPr>
        <p:spPr>
          <a:xfrm>
            <a:off x="15976600" y="9372600"/>
            <a:ext cx="1422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6" y="-2"/>
            <a:ext cx="17452465" cy="97536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AE9BBD8-527B-C91D-6E23-63E85F8938DC}"/>
              </a:ext>
            </a:extLst>
          </p:cNvPr>
          <p:cNvSpPr/>
          <p:nvPr/>
        </p:nvSpPr>
        <p:spPr>
          <a:xfrm>
            <a:off x="15976600" y="9372600"/>
            <a:ext cx="1422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FEE8D81D-5490-3BA9-7C17-0DF37D58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5" name="Imagem 14" descr="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B58F129-9A46-3DFB-4BD1-A854A4923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1"/>
          <a:stretch>
            <a:fillRect/>
          </a:stretch>
        </p:blipFill>
        <p:spPr>
          <a:xfrm>
            <a:off x="0" y="0"/>
            <a:ext cx="17475200" cy="9678781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2D8FB762-1DC4-FC2D-E138-1B1D323088BB}"/>
              </a:ext>
            </a:extLst>
          </p:cNvPr>
          <p:cNvSpPr/>
          <p:nvPr/>
        </p:nvSpPr>
        <p:spPr>
          <a:xfrm>
            <a:off x="15976600" y="9372600"/>
            <a:ext cx="1422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8521" y="3577844"/>
            <a:ext cx="447103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53D40"/>
                </a:solidFill>
              </a:rPr>
              <a:t>Aqui</a:t>
            </a:r>
            <a:r>
              <a:rPr sz="3200" spc="-20" dirty="0">
                <a:solidFill>
                  <a:srgbClr val="353D40"/>
                </a:solidFill>
              </a:rPr>
              <a:t> </a:t>
            </a:r>
            <a:r>
              <a:rPr sz="3200" dirty="0">
                <a:solidFill>
                  <a:srgbClr val="353D40"/>
                </a:solidFill>
              </a:rPr>
              <a:t>você</a:t>
            </a:r>
            <a:r>
              <a:rPr sz="3200" spc="-40" dirty="0">
                <a:solidFill>
                  <a:srgbClr val="353D40"/>
                </a:solidFill>
              </a:rPr>
              <a:t> </a:t>
            </a:r>
            <a:r>
              <a:rPr sz="3200" dirty="0">
                <a:solidFill>
                  <a:srgbClr val="353D40"/>
                </a:solidFill>
              </a:rPr>
              <a:t>pode</a:t>
            </a:r>
            <a:r>
              <a:rPr sz="3200" spc="-40" dirty="0">
                <a:solidFill>
                  <a:srgbClr val="353D40"/>
                </a:solidFill>
              </a:rPr>
              <a:t> </a:t>
            </a:r>
            <a:r>
              <a:rPr sz="3200" dirty="0">
                <a:solidFill>
                  <a:srgbClr val="353D40"/>
                </a:solidFill>
              </a:rPr>
              <a:t>ser</a:t>
            </a:r>
            <a:r>
              <a:rPr sz="3200" spc="-35" dirty="0">
                <a:solidFill>
                  <a:srgbClr val="353D40"/>
                </a:solidFill>
              </a:rPr>
              <a:t> </a:t>
            </a:r>
            <a:r>
              <a:rPr sz="3200" spc="-20" dirty="0">
                <a:solidFill>
                  <a:srgbClr val="353D40"/>
                </a:solidFill>
              </a:rPr>
              <a:t>você </a:t>
            </a:r>
            <a:r>
              <a:rPr sz="3200" spc="-10" dirty="0">
                <a:solidFill>
                  <a:srgbClr val="353D40"/>
                </a:solidFill>
              </a:rPr>
              <a:t>mesmo!</a:t>
            </a:r>
            <a:endParaRPr sz="320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86FC217-5A46-7828-B3E8-1803EC4F24C8}"/>
              </a:ext>
            </a:extLst>
          </p:cNvPr>
          <p:cNvSpPr/>
          <p:nvPr/>
        </p:nvSpPr>
        <p:spPr>
          <a:xfrm>
            <a:off x="15976600" y="9372600"/>
            <a:ext cx="1422399" cy="304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ECD8238-C765-1EEA-6BAC-02AEFB84D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r="2943" b="2751"/>
          <a:stretch>
            <a:fillRect/>
          </a:stretch>
        </p:blipFill>
        <p:spPr bwMode="auto">
          <a:xfrm>
            <a:off x="0" y="-76200"/>
            <a:ext cx="17475200" cy="982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103</Words>
  <Application>Microsoft Office PowerPoint</Application>
  <PresentationFormat>Personalizar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Arial MT</vt:lpstr>
      <vt:lpstr>Calibri</vt:lpstr>
      <vt:lpstr>Candara</vt:lpstr>
      <vt:lpstr>Office Theme</vt:lpstr>
      <vt:lpstr>Apresentação do PowerPoint</vt:lpstr>
      <vt:lpstr>N O S S A E S T R U T U R A</vt:lpstr>
      <vt:lpstr>Apresentação do PowerPoint</vt:lpstr>
      <vt:lpstr>Apresentação do PowerPoint</vt:lpstr>
      <vt:lpstr>SABADOS LETIVOS</vt:lpstr>
      <vt:lpstr>Apresentação do PowerPoint</vt:lpstr>
      <vt:lpstr>Apresentação do PowerPoint</vt:lpstr>
      <vt:lpstr>Apresentação do PowerPoint</vt:lpstr>
      <vt:lpstr>Apresentação do PowerPoint</vt:lpstr>
      <vt:lpstr>Aqui você pode ser você mesmo!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Prentys Assis</dc:creator>
  <cp:lastModifiedBy>Prentys Assis</cp:lastModifiedBy>
  <cp:revision>2</cp:revision>
  <dcterms:created xsi:type="dcterms:W3CDTF">2026-02-04T03:29:33Z</dcterms:created>
  <dcterms:modified xsi:type="dcterms:W3CDTF">2026-02-04T04:27:09Z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2026-02-04T00:00:00Z</vt:filetime>
  </property>
  <property fmtid="{D5CDD505-2E9C-101B-9397-08002B2CF9AE}" pid="5" name="Producer">
    <vt:lpwstr>Microsoft® PowerPoint® 2019</vt:lpwstr>
  </property>
</Properties>
</file>